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  <p:sldMasterId id="2147483657" r:id="rId5"/>
  </p:sldMasterIdLst>
  <p:notesMasterIdLst>
    <p:notesMasterId r:id="rId31"/>
  </p:notesMasterIdLst>
  <p:sldIdLst>
    <p:sldId id="361" r:id="rId6"/>
    <p:sldId id="377" r:id="rId7"/>
    <p:sldId id="378" r:id="rId8"/>
    <p:sldId id="379" r:id="rId9"/>
    <p:sldId id="380" r:id="rId10"/>
    <p:sldId id="381" r:id="rId11"/>
    <p:sldId id="382" r:id="rId12"/>
    <p:sldId id="383" r:id="rId13"/>
    <p:sldId id="385" r:id="rId14"/>
    <p:sldId id="384" r:id="rId15"/>
    <p:sldId id="386" r:id="rId16"/>
    <p:sldId id="387" r:id="rId17"/>
    <p:sldId id="388" r:id="rId18"/>
    <p:sldId id="389" r:id="rId19"/>
    <p:sldId id="390" r:id="rId20"/>
    <p:sldId id="391" r:id="rId21"/>
    <p:sldId id="392" r:id="rId22"/>
    <p:sldId id="393" r:id="rId23"/>
    <p:sldId id="394" r:id="rId24"/>
    <p:sldId id="395" r:id="rId25"/>
    <p:sldId id="396" r:id="rId26"/>
    <p:sldId id="397" r:id="rId27"/>
    <p:sldId id="310" r:id="rId28"/>
    <p:sldId id="311" r:id="rId29"/>
    <p:sldId id="313" r:id="rId30"/>
  </p:sldIdLst>
  <p:sldSz cx="9144000" cy="5143500" type="screen16x9"/>
  <p:notesSz cx="6858000" cy="9144000"/>
  <p:embeddedFontLst>
    <p:embeddedFont>
      <p:font typeface="Proxima Nova" panose="020B0604020202020204" charset="0"/>
      <p:regular r:id="rId32"/>
      <p:bold r:id="rId33"/>
      <p:italic r:id="rId34"/>
      <p:boldItalic r:id="rId35"/>
    </p:embeddedFont>
    <p:embeddedFont>
      <p:font typeface="Proxima Nova Semibold" panose="020B0604020202020204" charset="0"/>
      <p:regular r:id="rId36"/>
      <p:bold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95" roundtripDataSignature="AMtx7miPhXGxc0iE9gpBlCh+HQf++GaL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B0B625-0A3F-F891-772A-E3B19C12F2A8}" v="323" dt="2025-06-04T13:39:43.205"/>
    <p1510:client id="{ABD9A99C-9D15-D75B-1538-4400EC83D647}" v="2" dt="2025-06-06T04:33:20.878"/>
    <p1510:client id="{B40E3FFB-5E89-61FA-FF01-295DEB25B7BC}" v="562" dt="2025-06-04T15:21:28.779"/>
  </p1510:revLst>
</p1510:revInfo>
</file>

<file path=ppt/tableStyles.xml><?xml version="1.0" encoding="utf-8"?>
<a:tblStyleLst xmlns:a="http://schemas.openxmlformats.org/drawingml/2006/main" def="{51958573-18DD-4F4F-87A5-23D0A4D2D5AC}">
  <a:tblStyle styleId="{51958573-18DD-4F4F-87A5-23D0A4D2D5AC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tcBdr/>
        <a:fill>
          <a:solidFill>
            <a:srgbClr val="D0DEEF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0DEEF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7FDA3176-15EB-4DB9-A849-97660B76C8F7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>
          <a:top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 b="off" i="off"/>
      <a:tcStyle>
        <a:tcBdr/>
      </a:tcStyle>
    </a:band2H>
    <a:band1V>
      <a:tcTxStyle b="off" i="off"/>
      <a:tcStyle>
        <a:tcBdr>
          <a:left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 b="off" i="off"/>
      <a:tcStyle>
        <a:tcBdr>
          <a:left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/>
        <a:fill>
          <a:solidFill>
            <a:srgbClr val="4472C4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B9BAF51-D252-47A5-B818-23F1545D66B1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590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9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font" Target="fonts/font3.fntdata"/><Relationship Id="rId97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9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font" Target="fonts/font5.fntdata"/><Relationship Id="rId95" Type="http://customschemas.google.com/relationships/presentationmetadata" Target="meta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notesMaster" Target="notesMasters/notesMaster1.xml"/><Relationship Id="rId99" Type="http://schemas.openxmlformats.org/officeDocument/2006/relationships/tableStyles" Target="tableStyles.xml"/><Relationship Id="rId10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font" Target="fonts/font4.fntdata"/><Relationship Id="rId10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har Charles Velankanni" userId="S::benhar.velankanni@relevantz.com::3362e219-c834-491f-9854-1ab1850ed95b" providerId="AD" clId="Web-{B64F3538-A147-E980-B8D8-4D9F1B6FB5E7}"/>
    <pc:docChg chg="modSld">
      <pc:chgData name="Benhar Charles Velankanni" userId="S::benhar.velankanni@relevantz.com::3362e219-c834-491f-9854-1ab1850ed95b" providerId="AD" clId="Web-{B64F3538-A147-E980-B8D8-4D9F1B6FB5E7}" dt="2025-03-19T11:02:45.814" v="10"/>
      <pc:docMkLst>
        <pc:docMk/>
      </pc:docMkLst>
      <pc:sldChg chg="addAnim">
        <pc:chgData name="Benhar Charles Velankanni" userId="S::benhar.velankanni@relevantz.com::3362e219-c834-491f-9854-1ab1850ed95b" providerId="AD" clId="Web-{B64F3538-A147-E980-B8D8-4D9F1B6FB5E7}" dt="2025-03-19T11:01:28.091" v="1"/>
        <pc:sldMkLst>
          <pc:docMk/>
          <pc:sldMk cId="0" sldId="281"/>
        </pc:sldMkLst>
      </pc:sldChg>
      <pc:sldChg chg="addAnim">
        <pc:chgData name="Benhar Charles Velankanni" userId="S::benhar.velankanni@relevantz.com::3362e219-c834-491f-9854-1ab1850ed95b" providerId="AD" clId="Web-{B64F3538-A147-E980-B8D8-4D9F1B6FB5E7}" dt="2025-03-19T11:01:36.310" v="2"/>
        <pc:sldMkLst>
          <pc:docMk/>
          <pc:sldMk cId="0" sldId="282"/>
        </pc:sldMkLst>
      </pc:sldChg>
      <pc:sldChg chg="addAnim">
        <pc:chgData name="Benhar Charles Velankanni" userId="S::benhar.velankanni@relevantz.com::3362e219-c834-491f-9854-1ab1850ed95b" providerId="AD" clId="Web-{B64F3538-A147-E980-B8D8-4D9F1B6FB5E7}" dt="2025-03-19T11:01:45.998" v="4"/>
        <pc:sldMkLst>
          <pc:docMk/>
          <pc:sldMk cId="0" sldId="283"/>
        </pc:sldMkLst>
      </pc:sldChg>
      <pc:sldChg chg="addAnim">
        <pc:chgData name="Benhar Charles Velankanni" userId="S::benhar.velankanni@relevantz.com::3362e219-c834-491f-9854-1ab1850ed95b" providerId="AD" clId="Web-{B64F3538-A147-E980-B8D8-4D9F1B6FB5E7}" dt="2025-03-19T11:01:50.873" v="5"/>
        <pc:sldMkLst>
          <pc:docMk/>
          <pc:sldMk cId="0" sldId="284"/>
        </pc:sldMkLst>
      </pc:sldChg>
      <pc:sldChg chg="addAnim">
        <pc:chgData name="Benhar Charles Velankanni" userId="S::benhar.velankanni@relevantz.com::3362e219-c834-491f-9854-1ab1850ed95b" providerId="AD" clId="Web-{B64F3538-A147-E980-B8D8-4D9F1B6FB5E7}" dt="2025-03-19T11:01:58.389" v="6"/>
        <pc:sldMkLst>
          <pc:docMk/>
          <pc:sldMk cId="0" sldId="285"/>
        </pc:sldMkLst>
      </pc:sldChg>
      <pc:sldChg chg="addAnim">
        <pc:chgData name="Benhar Charles Velankanni" userId="S::benhar.velankanni@relevantz.com::3362e219-c834-491f-9854-1ab1850ed95b" providerId="AD" clId="Web-{B64F3538-A147-E980-B8D8-4D9F1B6FB5E7}" dt="2025-03-19T11:02:03.186" v="7"/>
        <pc:sldMkLst>
          <pc:docMk/>
          <pc:sldMk cId="0" sldId="286"/>
        </pc:sldMkLst>
      </pc:sldChg>
      <pc:sldChg chg="addAnim">
        <pc:chgData name="Benhar Charles Velankanni" userId="S::benhar.velankanni@relevantz.com::3362e219-c834-491f-9854-1ab1850ed95b" providerId="AD" clId="Web-{B64F3538-A147-E980-B8D8-4D9F1B6FB5E7}" dt="2025-03-19T11:02:09.796" v="8"/>
        <pc:sldMkLst>
          <pc:docMk/>
          <pc:sldMk cId="0" sldId="287"/>
        </pc:sldMkLst>
      </pc:sldChg>
      <pc:sldChg chg="addAnim">
        <pc:chgData name="Benhar Charles Velankanni" userId="S::benhar.velankanni@relevantz.com::3362e219-c834-491f-9854-1ab1850ed95b" providerId="AD" clId="Web-{B64F3538-A147-E980-B8D8-4D9F1B6FB5E7}" dt="2025-03-19T11:02:19.641" v="9"/>
        <pc:sldMkLst>
          <pc:docMk/>
          <pc:sldMk cId="0" sldId="288"/>
        </pc:sldMkLst>
      </pc:sldChg>
      <pc:sldChg chg="addAnim">
        <pc:chgData name="Benhar Charles Velankanni" userId="S::benhar.velankanni@relevantz.com::3362e219-c834-491f-9854-1ab1850ed95b" providerId="AD" clId="Web-{B64F3538-A147-E980-B8D8-4D9F1B6FB5E7}" dt="2025-03-19T11:02:45.814" v="10"/>
        <pc:sldMkLst>
          <pc:docMk/>
          <pc:sldMk cId="0" sldId="292"/>
        </pc:sldMkLst>
      </pc:sldChg>
    </pc:docChg>
  </pc:docChgLst>
  <pc:docChgLst>
    <pc:chgData name="Benhar Charles Velankanni" userId="S::benhar.velankanni@relevantz.com::3362e219-c834-491f-9854-1ab1850ed95b" providerId="AD" clId="Web-{823676D9-C059-C52C-D7F1-F9E903D6BFE9}"/>
    <pc:docChg chg="modSld">
      <pc:chgData name="Benhar Charles Velankanni" userId="S::benhar.velankanni@relevantz.com::3362e219-c834-491f-9854-1ab1850ed95b" providerId="AD" clId="Web-{823676D9-C059-C52C-D7F1-F9E903D6BFE9}" dt="2025-03-19T04:06:35.605" v="40"/>
      <pc:docMkLst>
        <pc:docMk/>
      </pc:docMkLst>
      <pc:sldChg chg="modSp">
        <pc:chgData name="Benhar Charles Velankanni" userId="S::benhar.velankanni@relevantz.com::3362e219-c834-491f-9854-1ab1850ed95b" providerId="AD" clId="Web-{823676D9-C059-C52C-D7F1-F9E903D6BFE9}" dt="2025-03-19T04:06:35.605" v="40"/>
        <pc:sldMkLst>
          <pc:docMk/>
          <pc:sldMk cId="0" sldId="257"/>
        </pc:sldMkLst>
        <pc:graphicFrameChg chg="mod modGraphic">
          <ac:chgData name="Benhar Charles Velankanni" userId="S::benhar.velankanni@relevantz.com::3362e219-c834-491f-9854-1ab1850ed95b" providerId="AD" clId="Web-{823676D9-C059-C52C-D7F1-F9E903D6BFE9}" dt="2025-03-19T04:06:35.605" v="40"/>
          <ac:graphicFrameMkLst>
            <pc:docMk/>
            <pc:sldMk cId="0" sldId="257"/>
            <ac:graphicFrameMk id="151" creationId="{00000000-0000-0000-0000-000000000000}"/>
          </ac:graphicFrameMkLst>
        </pc:graphicFrameChg>
      </pc:sldChg>
      <pc:sldChg chg="addAnim">
        <pc:chgData name="Benhar Charles Velankanni" userId="S::benhar.velankanni@relevantz.com::3362e219-c834-491f-9854-1ab1850ed95b" providerId="AD" clId="Web-{823676D9-C059-C52C-D7F1-F9E903D6BFE9}" dt="2025-03-19T04:01:34.568" v="1"/>
        <pc:sldMkLst>
          <pc:docMk/>
          <pc:sldMk cId="0" sldId="267"/>
        </pc:sldMkLst>
      </pc:sldChg>
      <pc:sldChg chg="addAnim">
        <pc:chgData name="Benhar Charles Velankanni" userId="S::benhar.velankanni@relevantz.com::3362e219-c834-491f-9854-1ab1850ed95b" providerId="AD" clId="Web-{823676D9-C059-C52C-D7F1-F9E903D6BFE9}" dt="2025-03-19T04:01:39.037" v="2"/>
        <pc:sldMkLst>
          <pc:docMk/>
          <pc:sldMk cId="0" sldId="268"/>
        </pc:sldMkLst>
      </pc:sldChg>
      <pc:sldChg chg="addAnim">
        <pc:chgData name="Benhar Charles Velankanni" userId="S::benhar.velankanni@relevantz.com::3362e219-c834-491f-9854-1ab1850ed95b" providerId="AD" clId="Web-{823676D9-C059-C52C-D7F1-F9E903D6BFE9}" dt="2025-03-19T04:01:44.319" v="3"/>
        <pc:sldMkLst>
          <pc:docMk/>
          <pc:sldMk cId="0" sldId="269"/>
        </pc:sldMkLst>
      </pc:sldChg>
      <pc:sldChg chg="addAnim">
        <pc:chgData name="Benhar Charles Velankanni" userId="S::benhar.velankanni@relevantz.com::3362e219-c834-491f-9854-1ab1850ed95b" providerId="AD" clId="Web-{823676D9-C059-C52C-D7F1-F9E903D6BFE9}" dt="2025-03-19T04:02:08.274" v="4"/>
        <pc:sldMkLst>
          <pc:docMk/>
          <pc:sldMk cId="0" sldId="270"/>
        </pc:sldMkLst>
      </pc:sldChg>
      <pc:sldChg chg="addAnim">
        <pc:chgData name="Benhar Charles Velankanni" userId="S::benhar.velankanni@relevantz.com::3362e219-c834-491f-9854-1ab1850ed95b" providerId="AD" clId="Web-{823676D9-C059-C52C-D7F1-F9E903D6BFE9}" dt="2025-03-19T04:02:22.790" v="5"/>
        <pc:sldMkLst>
          <pc:docMk/>
          <pc:sldMk cId="0" sldId="276"/>
        </pc:sldMkLst>
      </pc:sldChg>
      <pc:sldChg chg="addAnim">
        <pc:chgData name="Benhar Charles Velankanni" userId="S::benhar.velankanni@relevantz.com::3362e219-c834-491f-9854-1ab1850ed95b" providerId="AD" clId="Web-{823676D9-C059-C52C-D7F1-F9E903D6BFE9}" dt="2025-03-19T04:05:03.536" v="6"/>
        <pc:sldMkLst>
          <pc:docMk/>
          <pc:sldMk cId="0" sldId="279"/>
        </pc:sldMkLst>
      </pc:sldChg>
      <pc:sldChg chg="addAnim">
        <pc:chgData name="Benhar Charles Velankanni" userId="S::benhar.velankanni@relevantz.com::3362e219-c834-491f-9854-1ab1850ed95b" providerId="AD" clId="Web-{823676D9-C059-C52C-D7F1-F9E903D6BFE9}" dt="2025-03-19T04:05:13.990" v="8"/>
        <pc:sldMkLst>
          <pc:docMk/>
          <pc:sldMk cId="0" sldId="280"/>
        </pc:sldMkLst>
      </pc:sldChg>
    </pc:docChg>
  </pc:docChgLst>
  <pc:docChgLst>
    <pc:chgData name="Benhar Charles Velankanni" userId="S::benhar.velankanni@relevantz.com::3362e219-c834-491f-9854-1ab1850ed95b" providerId="AD" clId="Web-{ABD9A99C-9D15-D75B-1538-4400EC83D647}"/>
    <pc:docChg chg="modSld">
      <pc:chgData name="Benhar Charles Velankanni" userId="S::benhar.velankanni@relevantz.com::3362e219-c834-491f-9854-1ab1850ed95b" providerId="AD" clId="Web-{ABD9A99C-9D15-D75B-1538-4400EC83D647}" dt="2025-06-06T04:33:20.878" v="1"/>
      <pc:docMkLst>
        <pc:docMk/>
      </pc:docMkLst>
      <pc:sldChg chg="addSp delSp">
        <pc:chgData name="Benhar Charles Velankanni" userId="S::benhar.velankanni@relevantz.com::3362e219-c834-491f-9854-1ab1850ed95b" providerId="AD" clId="Web-{ABD9A99C-9D15-D75B-1538-4400EC83D647}" dt="2025-06-06T04:33:20.878" v="1"/>
        <pc:sldMkLst>
          <pc:docMk/>
          <pc:sldMk cId="2616356292" sldId="336"/>
        </pc:sldMkLst>
        <pc:graphicFrameChg chg="add del">
          <ac:chgData name="Benhar Charles Velankanni" userId="S::benhar.velankanni@relevantz.com::3362e219-c834-491f-9854-1ab1850ed95b" providerId="AD" clId="Web-{ABD9A99C-9D15-D75B-1538-4400EC83D647}" dt="2025-06-06T04:33:20.878" v="1"/>
          <ac:graphicFrameMkLst>
            <pc:docMk/>
            <pc:sldMk cId="2616356292" sldId="336"/>
            <ac:graphicFrameMk id="2" creationId="{DE9A5B65-DE60-CD93-6092-3E2DFDF21613}"/>
          </ac:graphicFrameMkLst>
        </pc:graphicFrameChg>
      </pc:sldChg>
    </pc:docChg>
  </pc:docChgLst>
  <pc:docChgLst>
    <pc:chgData name="Benhar Charles Velankanni" userId="S::benhar.velankanni@relevantz.com::3362e219-c834-491f-9854-1ab1850ed95b" providerId="AD" clId="Web-{4BB0B625-0A3F-F891-772A-E3B19C12F2A8}"/>
    <pc:docChg chg="mod addSld delSld modSld sldOrd">
      <pc:chgData name="Benhar Charles Velankanni" userId="S::benhar.velankanni@relevantz.com::3362e219-c834-491f-9854-1ab1850ed95b" providerId="AD" clId="Web-{4BB0B625-0A3F-F891-772A-E3B19C12F2A8}" dt="2025-06-04T12:40:19.239" v="247"/>
      <pc:docMkLst>
        <pc:docMk/>
      </pc:docMkLst>
      <pc:sldChg chg="modSp">
        <pc:chgData name="Benhar Charles Velankanni" userId="S::benhar.velankanni@relevantz.com::3362e219-c834-491f-9854-1ab1850ed95b" providerId="AD" clId="Web-{4BB0B625-0A3F-F891-772A-E3B19C12F2A8}" dt="2025-06-04T11:30:15.409" v="4" actId="14100"/>
        <pc:sldMkLst>
          <pc:docMk/>
          <pc:sldMk cId="0" sldId="263"/>
        </pc:sldMkLst>
        <pc:spChg chg="mod">
          <ac:chgData name="Benhar Charles Velankanni" userId="S::benhar.velankanni@relevantz.com::3362e219-c834-491f-9854-1ab1850ed95b" providerId="AD" clId="Web-{4BB0B625-0A3F-F891-772A-E3B19C12F2A8}" dt="2025-06-04T11:30:15.409" v="4" actId="14100"/>
          <ac:spMkLst>
            <pc:docMk/>
            <pc:sldMk cId="0" sldId="263"/>
            <ac:spMk id="187" creationId="{00000000-0000-0000-0000-000000000000}"/>
          </ac:spMkLst>
        </pc:spChg>
      </pc:sldChg>
      <pc:sldChg chg="modSp">
        <pc:chgData name="Benhar Charles Velankanni" userId="S::benhar.velankanni@relevantz.com::3362e219-c834-491f-9854-1ab1850ed95b" providerId="AD" clId="Web-{4BB0B625-0A3F-F891-772A-E3B19C12F2A8}" dt="2025-06-04T11:56:29.297" v="93" actId="14100"/>
        <pc:sldMkLst>
          <pc:docMk/>
          <pc:sldMk cId="0" sldId="264"/>
        </pc:sldMkLst>
        <pc:spChg chg="mod">
          <ac:chgData name="Benhar Charles Velankanni" userId="S::benhar.velankanni@relevantz.com::3362e219-c834-491f-9854-1ab1850ed95b" providerId="AD" clId="Web-{4BB0B625-0A3F-F891-772A-E3B19C12F2A8}" dt="2025-06-04T11:56:29.297" v="93" actId="14100"/>
          <ac:spMkLst>
            <pc:docMk/>
            <pc:sldMk cId="0" sldId="264"/>
            <ac:spMk id="193" creationId="{00000000-0000-0000-0000-000000000000}"/>
          </ac:spMkLst>
        </pc:spChg>
      </pc:sldChg>
      <pc:sldChg chg="modSp">
        <pc:chgData name="Benhar Charles Velankanni" userId="S::benhar.velankanni@relevantz.com::3362e219-c834-491f-9854-1ab1850ed95b" providerId="AD" clId="Web-{4BB0B625-0A3F-F891-772A-E3B19C12F2A8}" dt="2025-06-04T11:30:48.645" v="9" actId="20577"/>
        <pc:sldMkLst>
          <pc:docMk/>
          <pc:sldMk cId="0" sldId="265"/>
        </pc:sldMkLst>
        <pc:spChg chg="mod">
          <ac:chgData name="Benhar Charles Velankanni" userId="S::benhar.velankanni@relevantz.com::3362e219-c834-491f-9854-1ab1850ed95b" providerId="AD" clId="Web-{4BB0B625-0A3F-F891-772A-E3B19C12F2A8}" dt="2025-06-04T11:30:48.645" v="9" actId="20577"/>
          <ac:spMkLst>
            <pc:docMk/>
            <pc:sldMk cId="0" sldId="265"/>
            <ac:spMk id="199" creationId="{00000000-0000-0000-0000-000000000000}"/>
          </ac:spMkLst>
        </pc:spChg>
      </pc:sldChg>
      <pc:sldChg chg="modSp">
        <pc:chgData name="Benhar Charles Velankanni" userId="S::benhar.velankanni@relevantz.com::3362e219-c834-491f-9854-1ab1850ed95b" providerId="AD" clId="Web-{4BB0B625-0A3F-F891-772A-E3B19C12F2A8}" dt="2025-06-04T11:44:44.880" v="47" actId="20577"/>
        <pc:sldMkLst>
          <pc:docMk/>
          <pc:sldMk cId="0" sldId="267"/>
        </pc:sldMkLst>
        <pc:spChg chg="mod">
          <ac:chgData name="Benhar Charles Velankanni" userId="S::benhar.velankanni@relevantz.com::3362e219-c834-491f-9854-1ab1850ed95b" providerId="AD" clId="Web-{4BB0B625-0A3F-F891-772A-E3B19C12F2A8}" dt="2025-06-04T11:44:44.880" v="47" actId="20577"/>
          <ac:spMkLst>
            <pc:docMk/>
            <pc:sldMk cId="0" sldId="267"/>
            <ac:spMk id="210" creationId="{00000000-0000-0000-0000-000000000000}"/>
          </ac:spMkLst>
        </pc:spChg>
      </pc:sldChg>
      <pc:sldChg chg="modSp">
        <pc:chgData name="Benhar Charles Velankanni" userId="S::benhar.velankanni@relevantz.com::3362e219-c834-491f-9854-1ab1850ed95b" providerId="AD" clId="Web-{4BB0B625-0A3F-F891-772A-E3B19C12F2A8}" dt="2025-06-04T11:31:06.724" v="12" actId="14100"/>
        <pc:sldMkLst>
          <pc:docMk/>
          <pc:sldMk cId="0" sldId="268"/>
        </pc:sldMkLst>
        <pc:spChg chg="mod">
          <ac:chgData name="Benhar Charles Velankanni" userId="S::benhar.velankanni@relevantz.com::3362e219-c834-491f-9854-1ab1850ed95b" providerId="AD" clId="Web-{4BB0B625-0A3F-F891-772A-E3B19C12F2A8}" dt="2025-06-04T11:31:06.724" v="12" actId="14100"/>
          <ac:spMkLst>
            <pc:docMk/>
            <pc:sldMk cId="0" sldId="268"/>
            <ac:spMk id="218" creationId="{00000000-0000-0000-0000-000000000000}"/>
          </ac:spMkLst>
        </pc:spChg>
      </pc:sldChg>
      <pc:sldChg chg="modSp">
        <pc:chgData name="Benhar Charles Velankanni" userId="S::benhar.velankanni@relevantz.com::3362e219-c834-491f-9854-1ab1850ed95b" providerId="AD" clId="Web-{4BB0B625-0A3F-F891-772A-E3B19C12F2A8}" dt="2025-06-04T11:31:26.068" v="16" actId="14100"/>
        <pc:sldMkLst>
          <pc:docMk/>
          <pc:sldMk cId="0" sldId="269"/>
        </pc:sldMkLst>
        <pc:spChg chg="mod">
          <ac:chgData name="Benhar Charles Velankanni" userId="S::benhar.velankanni@relevantz.com::3362e219-c834-491f-9854-1ab1850ed95b" providerId="AD" clId="Web-{4BB0B625-0A3F-F891-772A-E3B19C12F2A8}" dt="2025-06-04T11:31:26.068" v="16" actId="14100"/>
          <ac:spMkLst>
            <pc:docMk/>
            <pc:sldMk cId="0" sldId="269"/>
            <ac:spMk id="225" creationId="{00000000-0000-0000-0000-000000000000}"/>
          </ac:spMkLst>
        </pc:spChg>
        <pc:picChg chg="mod">
          <ac:chgData name="Benhar Charles Velankanni" userId="S::benhar.velankanni@relevantz.com::3362e219-c834-491f-9854-1ab1850ed95b" providerId="AD" clId="Web-{4BB0B625-0A3F-F891-772A-E3B19C12F2A8}" dt="2025-06-04T11:31:11.224" v="13" actId="1076"/>
          <ac:picMkLst>
            <pc:docMk/>
            <pc:sldMk cId="0" sldId="269"/>
            <ac:picMk id="227" creationId="{00000000-0000-0000-0000-000000000000}"/>
          </ac:picMkLst>
        </pc:picChg>
      </pc:sldChg>
      <pc:sldChg chg="addSp delSp modSp delAnim">
        <pc:chgData name="Benhar Charles Velankanni" userId="S::benhar.velankanni@relevantz.com::3362e219-c834-491f-9854-1ab1850ed95b" providerId="AD" clId="Web-{4BB0B625-0A3F-F891-772A-E3B19C12F2A8}" dt="2025-06-04T12:26:42.712" v="149"/>
        <pc:sldMkLst>
          <pc:docMk/>
          <pc:sldMk cId="0" sldId="270"/>
        </pc:sldMkLst>
        <pc:spChg chg="add del mod">
          <ac:chgData name="Benhar Charles Velankanni" userId="S::benhar.velankanni@relevantz.com::3362e219-c834-491f-9854-1ab1850ed95b" providerId="AD" clId="Web-{4BB0B625-0A3F-F891-772A-E3B19C12F2A8}" dt="2025-06-04T12:25:40.536" v="134"/>
          <ac:spMkLst>
            <pc:docMk/>
            <pc:sldMk cId="0" sldId="270"/>
            <ac:spMk id="3" creationId="{D6C86DCA-8CB4-CF0A-625C-35F21ADDBAAB}"/>
          </ac:spMkLst>
        </pc:spChg>
        <pc:spChg chg="del mod">
          <ac:chgData name="Benhar Charles Velankanni" userId="S::benhar.velankanni@relevantz.com::3362e219-c834-491f-9854-1ab1850ed95b" providerId="AD" clId="Web-{4BB0B625-0A3F-F891-772A-E3B19C12F2A8}" dt="2025-06-04T12:25:35.676" v="132"/>
          <ac:spMkLst>
            <pc:docMk/>
            <pc:sldMk cId="0" sldId="270"/>
            <ac:spMk id="232" creationId="{00000000-0000-0000-0000-000000000000}"/>
          </ac:spMkLst>
        </pc:spChg>
        <pc:graphicFrameChg chg="add mod modGraphic">
          <ac:chgData name="Benhar Charles Velankanni" userId="S::benhar.velankanni@relevantz.com::3362e219-c834-491f-9854-1ab1850ed95b" providerId="AD" clId="Web-{4BB0B625-0A3F-F891-772A-E3B19C12F2A8}" dt="2025-06-04T12:26:42.712" v="149"/>
          <ac:graphicFrameMkLst>
            <pc:docMk/>
            <pc:sldMk cId="0" sldId="270"/>
            <ac:graphicFrameMk id="5" creationId="{396CB276-5023-9BEE-9AAE-9E3A2390E0A7}"/>
          </ac:graphicFrameMkLst>
        </pc:graphicFrameChg>
        <pc:picChg chg="del">
          <ac:chgData name="Benhar Charles Velankanni" userId="S::benhar.velankanni@relevantz.com::3362e219-c834-491f-9854-1ab1850ed95b" providerId="AD" clId="Web-{4BB0B625-0A3F-F891-772A-E3B19C12F2A8}" dt="2025-06-04T12:25:37.895" v="133"/>
          <ac:picMkLst>
            <pc:docMk/>
            <pc:sldMk cId="0" sldId="270"/>
            <ac:picMk id="234" creationId="{00000000-0000-0000-0000-000000000000}"/>
          </ac:picMkLst>
        </pc:picChg>
      </pc:sldChg>
      <pc:sldChg chg="modSp">
        <pc:chgData name="Benhar Charles Velankanni" userId="S::benhar.velankanni@relevantz.com::3362e219-c834-491f-9854-1ab1850ed95b" providerId="AD" clId="Web-{4BB0B625-0A3F-F891-772A-E3B19C12F2A8}" dt="2025-06-04T11:32:36.493" v="20" actId="20577"/>
        <pc:sldMkLst>
          <pc:docMk/>
          <pc:sldMk cId="0" sldId="272"/>
        </pc:sldMkLst>
        <pc:spChg chg="mod">
          <ac:chgData name="Benhar Charles Velankanni" userId="S::benhar.velankanni@relevantz.com::3362e219-c834-491f-9854-1ab1850ed95b" providerId="AD" clId="Web-{4BB0B625-0A3F-F891-772A-E3B19C12F2A8}" dt="2025-06-04T11:32:36.493" v="20" actId="20577"/>
          <ac:spMkLst>
            <pc:docMk/>
            <pc:sldMk cId="0" sldId="272"/>
            <ac:spMk id="246" creationId="{00000000-0000-0000-0000-000000000000}"/>
          </ac:spMkLst>
        </pc:spChg>
      </pc:sldChg>
      <pc:sldChg chg="modSp">
        <pc:chgData name="Benhar Charles Velankanni" userId="S::benhar.velankanni@relevantz.com::3362e219-c834-491f-9854-1ab1850ed95b" providerId="AD" clId="Web-{4BB0B625-0A3F-F891-772A-E3B19C12F2A8}" dt="2025-06-04T11:32:46.321" v="22" actId="20577"/>
        <pc:sldMkLst>
          <pc:docMk/>
          <pc:sldMk cId="0" sldId="273"/>
        </pc:sldMkLst>
        <pc:spChg chg="mod">
          <ac:chgData name="Benhar Charles Velankanni" userId="S::benhar.velankanni@relevantz.com::3362e219-c834-491f-9854-1ab1850ed95b" providerId="AD" clId="Web-{4BB0B625-0A3F-F891-772A-E3B19C12F2A8}" dt="2025-06-04T11:32:46.321" v="22" actId="20577"/>
          <ac:spMkLst>
            <pc:docMk/>
            <pc:sldMk cId="0" sldId="273"/>
            <ac:spMk id="252" creationId="{00000000-0000-0000-0000-000000000000}"/>
          </ac:spMkLst>
        </pc:spChg>
      </pc:sldChg>
      <pc:sldChg chg="addSp delSp modSp">
        <pc:chgData name="Benhar Charles Velankanni" userId="S::benhar.velankanni@relevantz.com::3362e219-c834-491f-9854-1ab1850ed95b" providerId="AD" clId="Web-{4BB0B625-0A3F-F891-772A-E3B19C12F2A8}" dt="2025-06-04T12:32:57.176" v="195"/>
        <pc:sldMkLst>
          <pc:docMk/>
          <pc:sldMk cId="0" sldId="274"/>
        </pc:sldMkLst>
        <pc:spChg chg="add del mod">
          <ac:chgData name="Benhar Charles Velankanni" userId="S::benhar.velankanni@relevantz.com::3362e219-c834-491f-9854-1ab1850ed95b" providerId="AD" clId="Web-{4BB0B625-0A3F-F891-772A-E3B19C12F2A8}" dt="2025-06-04T12:32:35.862" v="188"/>
          <ac:spMkLst>
            <pc:docMk/>
            <pc:sldMk cId="0" sldId="274"/>
            <ac:spMk id="3" creationId="{CECBD21C-B628-6B24-3F05-C296BAE83000}"/>
          </ac:spMkLst>
        </pc:spChg>
        <pc:spChg chg="del mod">
          <ac:chgData name="Benhar Charles Velankanni" userId="S::benhar.velankanni@relevantz.com::3362e219-c834-491f-9854-1ab1850ed95b" providerId="AD" clId="Web-{4BB0B625-0A3F-F891-772A-E3B19C12F2A8}" dt="2025-06-04T12:32:07.657" v="181"/>
          <ac:spMkLst>
            <pc:docMk/>
            <pc:sldMk cId="0" sldId="274"/>
            <ac:spMk id="258" creationId="{00000000-0000-0000-0000-000000000000}"/>
          </ac:spMkLst>
        </pc:spChg>
        <pc:graphicFrameChg chg="add mod modGraphic">
          <ac:chgData name="Benhar Charles Velankanni" userId="S::benhar.velankanni@relevantz.com::3362e219-c834-491f-9854-1ab1850ed95b" providerId="AD" clId="Web-{4BB0B625-0A3F-F891-772A-E3B19C12F2A8}" dt="2025-06-04T12:32:57.176" v="195"/>
          <ac:graphicFrameMkLst>
            <pc:docMk/>
            <pc:sldMk cId="0" sldId="274"/>
            <ac:graphicFrameMk id="5" creationId="{E06B8664-E61D-0CC9-D40C-401EE8FED444}"/>
          </ac:graphicFrameMkLst>
        </pc:graphicFrameChg>
      </pc:sldChg>
      <pc:sldChg chg="modSp">
        <pc:chgData name="Benhar Charles Velankanni" userId="S::benhar.velankanni@relevantz.com::3362e219-c834-491f-9854-1ab1850ed95b" providerId="AD" clId="Web-{4BB0B625-0A3F-F891-772A-E3B19C12F2A8}" dt="2025-06-04T11:32:59.040" v="24" actId="20577"/>
        <pc:sldMkLst>
          <pc:docMk/>
          <pc:sldMk cId="0" sldId="275"/>
        </pc:sldMkLst>
        <pc:spChg chg="mod">
          <ac:chgData name="Benhar Charles Velankanni" userId="S::benhar.velankanni@relevantz.com::3362e219-c834-491f-9854-1ab1850ed95b" providerId="AD" clId="Web-{4BB0B625-0A3F-F891-772A-E3B19C12F2A8}" dt="2025-06-04T11:32:59.040" v="24" actId="20577"/>
          <ac:spMkLst>
            <pc:docMk/>
            <pc:sldMk cId="0" sldId="275"/>
            <ac:spMk id="264" creationId="{00000000-0000-0000-0000-000000000000}"/>
          </ac:spMkLst>
        </pc:spChg>
      </pc:sldChg>
      <pc:sldChg chg="modSp">
        <pc:chgData name="Benhar Charles Velankanni" userId="S::benhar.velankanni@relevantz.com::3362e219-c834-491f-9854-1ab1850ed95b" providerId="AD" clId="Web-{4BB0B625-0A3F-F891-772A-E3B19C12F2A8}" dt="2025-06-04T11:33:12.166" v="26" actId="20577"/>
        <pc:sldMkLst>
          <pc:docMk/>
          <pc:sldMk cId="0" sldId="278"/>
        </pc:sldMkLst>
        <pc:spChg chg="mod">
          <ac:chgData name="Benhar Charles Velankanni" userId="S::benhar.velankanni@relevantz.com::3362e219-c834-491f-9854-1ab1850ed95b" providerId="AD" clId="Web-{4BB0B625-0A3F-F891-772A-E3B19C12F2A8}" dt="2025-06-04T11:33:12.166" v="26" actId="20577"/>
          <ac:spMkLst>
            <pc:docMk/>
            <pc:sldMk cId="0" sldId="278"/>
            <ac:spMk id="282" creationId="{00000000-0000-0000-0000-000000000000}"/>
          </ac:spMkLst>
        </pc:spChg>
      </pc:sldChg>
      <pc:sldChg chg="modSp">
        <pc:chgData name="Benhar Charles Velankanni" userId="S::benhar.velankanni@relevantz.com::3362e219-c834-491f-9854-1ab1850ed95b" providerId="AD" clId="Web-{4BB0B625-0A3F-F891-772A-E3B19C12F2A8}" dt="2025-06-04T11:45:54.570" v="49" actId="14100"/>
        <pc:sldMkLst>
          <pc:docMk/>
          <pc:sldMk cId="0" sldId="280"/>
        </pc:sldMkLst>
        <pc:spChg chg="mod">
          <ac:chgData name="Benhar Charles Velankanni" userId="S::benhar.velankanni@relevantz.com::3362e219-c834-491f-9854-1ab1850ed95b" providerId="AD" clId="Web-{4BB0B625-0A3F-F891-772A-E3B19C12F2A8}" dt="2025-06-04T11:33:15.057" v="27" actId="20577"/>
          <ac:spMkLst>
            <pc:docMk/>
            <pc:sldMk cId="0" sldId="280"/>
            <ac:spMk id="295" creationId="{00000000-0000-0000-0000-000000000000}"/>
          </ac:spMkLst>
        </pc:spChg>
        <pc:picChg chg="mod">
          <ac:chgData name="Benhar Charles Velankanni" userId="S::benhar.velankanni@relevantz.com::3362e219-c834-491f-9854-1ab1850ed95b" providerId="AD" clId="Web-{4BB0B625-0A3F-F891-772A-E3B19C12F2A8}" dt="2025-06-04T11:45:54.570" v="49" actId="14100"/>
          <ac:picMkLst>
            <pc:docMk/>
            <pc:sldMk cId="0" sldId="280"/>
            <ac:picMk id="298" creationId="{00000000-0000-0000-0000-000000000000}"/>
          </ac:picMkLst>
        </pc:picChg>
      </pc:sldChg>
      <pc:sldChg chg="modSp">
        <pc:chgData name="Benhar Charles Velankanni" userId="S::benhar.velankanni@relevantz.com::3362e219-c834-491f-9854-1ab1850ed95b" providerId="AD" clId="Web-{4BB0B625-0A3F-F891-772A-E3B19C12F2A8}" dt="2025-06-04T11:45:43.960" v="48" actId="1076"/>
        <pc:sldMkLst>
          <pc:docMk/>
          <pc:sldMk cId="0" sldId="281"/>
        </pc:sldMkLst>
        <pc:spChg chg="mod">
          <ac:chgData name="Benhar Charles Velankanni" userId="S::benhar.velankanni@relevantz.com::3362e219-c834-491f-9854-1ab1850ed95b" providerId="AD" clId="Web-{4BB0B625-0A3F-F891-772A-E3B19C12F2A8}" dt="2025-06-04T11:33:21.307" v="28" actId="20577"/>
          <ac:spMkLst>
            <pc:docMk/>
            <pc:sldMk cId="0" sldId="281"/>
            <ac:spMk id="303" creationId="{00000000-0000-0000-0000-000000000000}"/>
          </ac:spMkLst>
        </pc:spChg>
        <pc:picChg chg="mod">
          <ac:chgData name="Benhar Charles Velankanni" userId="S::benhar.velankanni@relevantz.com::3362e219-c834-491f-9854-1ab1850ed95b" providerId="AD" clId="Web-{4BB0B625-0A3F-F891-772A-E3B19C12F2A8}" dt="2025-06-04T11:45:43.960" v="48" actId="1076"/>
          <ac:picMkLst>
            <pc:docMk/>
            <pc:sldMk cId="0" sldId="281"/>
            <ac:picMk id="305" creationId="{00000000-0000-0000-0000-000000000000}"/>
          </ac:picMkLst>
        </pc:picChg>
      </pc:sldChg>
      <pc:sldChg chg="modSp">
        <pc:chgData name="Benhar Charles Velankanni" userId="S::benhar.velankanni@relevantz.com::3362e219-c834-491f-9854-1ab1850ed95b" providerId="AD" clId="Web-{4BB0B625-0A3F-F891-772A-E3B19C12F2A8}" dt="2025-06-04T11:33:31.526" v="29" actId="20577"/>
        <pc:sldMkLst>
          <pc:docMk/>
          <pc:sldMk cId="0" sldId="283"/>
        </pc:sldMkLst>
        <pc:spChg chg="mod">
          <ac:chgData name="Benhar Charles Velankanni" userId="S::benhar.velankanni@relevantz.com::3362e219-c834-491f-9854-1ab1850ed95b" providerId="AD" clId="Web-{4BB0B625-0A3F-F891-772A-E3B19C12F2A8}" dt="2025-06-04T11:33:31.526" v="29" actId="20577"/>
          <ac:spMkLst>
            <pc:docMk/>
            <pc:sldMk cId="0" sldId="283"/>
            <ac:spMk id="318" creationId="{00000000-0000-0000-0000-000000000000}"/>
          </ac:spMkLst>
        </pc:spChg>
      </pc:sldChg>
      <pc:sldChg chg="modSp">
        <pc:chgData name="Benhar Charles Velankanni" userId="S::benhar.velankanni@relevantz.com::3362e219-c834-491f-9854-1ab1850ed95b" providerId="AD" clId="Web-{4BB0B625-0A3F-F891-772A-E3B19C12F2A8}" dt="2025-06-04T11:33:40.729" v="30" actId="20577"/>
        <pc:sldMkLst>
          <pc:docMk/>
          <pc:sldMk cId="0" sldId="285"/>
        </pc:sldMkLst>
        <pc:spChg chg="mod">
          <ac:chgData name="Benhar Charles Velankanni" userId="S::benhar.velankanni@relevantz.com::3362e219-c834-491f-9854-1ab1850ed95b" providerId="AD" clId="Web-{4BB0B625-0A3F-F891-772A-E3B19C12F2A8}" dt="2025-06-04T11:33:40.729" v="30" actId="20577"/>
          <ac:spMkLst>
            <pc:docMk/>
            <pc:sldMk cId="0" sldId="285"/>
            <ac:spMk id="333" creationId="{00000000-0000-0000-0000-000000000000}"/>
          </ac:spMkLst>
        </pc:spChg>
      </pc:sldChg>
      <pc:sldChg chg="modSp">
        <pc:chgData name="Benhar Charles Velankanni" userId="S::benhar.velankanni@relevantz.com::3362e219-c834-491f-9854-1ab1850ed95b" providerId="AD" clId="Web-{4BB0B625-0A3F-F891-772A-E3B19C12F2A8}" dt="2025-06-04T11:33:45.761" v="31" actId="20577"/>
        <pc:sldMkLst>
          <pc:docMk/>
          <pc:sldMk cId="0" sldId="286"/>
        </pc:sldMkLst>
        <pc:spChg chg="mod">
          <ac:chgData name="Benhar Charles Velankanni" userId="S::benhar.velankanni@relevantz.com::3362e219-c834-491f-9854-1ab1850ed95b" providerId="AD" clId="Web-{4BB0B625-0A3F-F891-772A-E3B19C12F2A8}" dt="2025-06-04T11:33:45.761" v="31" actId="20577"/>
          <ac:spMkLst>
            <pc:docMk/>
            <pc:sldMk cId="0" sldId="286"/>
            <ac:spMk id="340" creationId="{00000000-0000-0000-0000-000000000000}"/>
          </ac:spMkLst>
        </pc:spChg>
      </pc:sldChg>
      <pc:sldChg chg="del">
        <pc:chgData name="Benhar Charles Velankanni" userId="S::benhar.velankanni@relevantz.com::3362e219-c834-491f-9854-1ab1850ed95b" providerId="AD" clId="Web-{4BB0B625-0A3F-F891-772A-E3B19C12F2A8}" dt="2025-06-04T12:39:35.345" v="237"/>
        <pc:sldMkLst>
          <pc:docMk/>
          <pc:sldMk cId="0" sldId="287"/>
        </pc:sldMkLst>
      </pc:sldChg>
      <pc:sldChg chg="modSp">
        <pc:chgData name="Benhar Charles Velankanni" userId="S::benhar.velankanni@relevantz.com::3362e219-c834-491f-9854-1ab1850ed95b" providerId="AD" clId="Web-{4BB0B625-0A3F-F891-772A-E3B19C12F2A8}" dt="2025-06-04T11:33:57.793" v="32" actId="20577"/>
        <pc:sldMkLst>
          <pc:docMk/>
          <pc:sldMk cId="0" sldId="288"/>
        </pc:sldMkLst>
        <pc:spChg chg="mod">
          <ac:chgData name="Benhar Charles Velankanni" userId="S::benhar.velankanni@relevantz.com::3362e219-c834-491f-9854-1ab1850ed95b" providerId="AD" clId="Web-{4BB0B625-0A3F-F891-772A-E3B19C12F2A8}" dt="2025-06-04T11:33:57.793" v="32" actId="20577"/>
          <ac:spMkLst>
            <pc:docMk/>
            <pc:sldMk cId="0" sldId="288"/>
            <ac:spMk id="354" creationId="{00000000-0000-0000-0000-000000000000}"/>
          </ac:spMkLst>
        </pc:spChg>
      </pc:sldChg>
      <pc:sldChg chg="modSp">
        <pc:chgData name="Benhar Charles Velankanni" userId="S::benhar.velankanni@relevantz.com::3362e219-c834-491f-9854-1ab1850ed95b" providerId="AD" clId="Web-{4BB0B625-0A3F-F891-772A-E3B19C12F2A8}" dt="2025-06-04T11:34:09.199" v="34" actId="14100"/>
        <pc:sldMkLst>
          <pc:docMk/>
          <pc:sldMk cId="0" sldId="290"/>
        </pc:sldMkLst>
        <pc:spChg chg="mod">
          <ac:chgData name="Benhar Charles Velankanni" userId="S::benhar.velankanni@relevantz.com::3362e219-c834-491f-9854-1ab1850ed95b" providerId="AD" clId="Web-{4BB0B625-0A3F-F891-772A-E3B19C12F2A8}" dt="2025-06-04T11:34:09.199" v="34" actId="14100"/>
          <ac:spMkLst>
            <pc:docMk/>
            <pc:sldMk cId="0" sldId="290"/>
            <ac:spMk id="366" creationId="{00000000-0000-0000-0000-000000000000}"/>
          </ac:spMkLst>
        </pc:spChg>
      </pc:sldChg>
      <pc:sldChg chg="modSp">
        <pc:chgData name="Benhar Charles Velankanni" userId="S::benhar.velankanni@relevantz.com::3362e219-c834-491f-9854-1ab1850ed95b" providerId="AD" clId="Web-{4BB0B625-0A3F-F891-772A-E3B19C12F2A8}" dt="2025-06-04T11:34:21.559" v="35" actId="20577"/>
        <pc:sldMkLst>
          <pc:docMk/>
          <pc:sldMk cId="0" sldId="292"/>
        </pc:sldMkLst>
        <pc:spChg chg="mod">
          <ac:chgData name="Benhar Charles Velankanni" userId="S::benhar.velankanni@relevantz.com::3362e219-c834-491f-9854-1ab1850ed95b" providerId="AD" clId="Web-{4BB0B625-0A3F-F891-772A-E3B19C12F2A8}" dt="2025-06-04T11:34:21.559" v="35" actId="20577"/>
          <ac:spMkLst>
            <pc:docMk/>
            <pc:sldMk cId="0" sldId="292"/>
            <ac:spMk id="378" creationId="{00000000-0000-0000-0000-000000000000}"/>
          </ac:spMkLst>
        </pc:spChg>
      </pc:sldChg>
      <pc:sldChg chg="modSp">
        <pc:chgData name="Benhar Charles Velankanni" userId="S::benhar.velankanni@relevantz.com::3362e219-c834-491f-9854-1ab1850ed95b" providerId="AD" clId="Web-{4BB0B625-0A3F-F891-772A-E3B19C12F2A8}" dt="2025-06-04T11:34:30.888" v="36" actId="20577"/>
        <pc:sldMkLst>
          <pc:docMk/>
          <pc:sldMk cId="0" sldId="294"/>
        </pc:sldMkLst>
        <pc:spChg chg="mod">
          <ac:chgData name="Benhar Charles Velankanni" userId="S::benhar.velankanni@relevantz.com::3362e219-c834-491f-9854-1ab1850ed95b" providerId="AD" clId="Web-{4BB0B625-0A3F-F891-772A-E3B19C12F2A8}" dt="2025-06-04T11:34:30.888" v="36" actId="20577"/>
          <ac:spMkLst>
            <pc:docMk/>
            <pc:sldMk cId="0" sldId="294"/>
            <ac:spMk id="390" creationId="{00000000-0000-0000-0000-000000000000}"/>
          </ac:spMkLst>
        </pc:spChg>
      </pc:sldChg>
      <pc:sldChg chg="modSp">
        <pc:chgData name="Benhar Charles Velankanni" userId="S::benhar.velankanni@relevantz.com::3362e219-c834-491f-9854-1ab1850ed95b" providerId="AD" clId="Web-{4BB0B625-0A3F-F891-772A-E3B19C12F2A8}" dt="2025-06-04T11:35:47.375" v="38" actId="20577"/>
        <pc:sldMkLst>
          <pc:docMk/>
          <pc:sldMk cId="0" sldId="297"/>
        </pc:sldMkLst>
        <pc:spChg chg="mod">
          <ac:chgData name="Benhar Charles Velankanni" userId="S::benhar.velankanni@relevantz.com::3362e219-c834-491f-9854-1ab1850ed95b" providerId="AD" clId="Web-{4BB0B625-0A3F-F891-772A-E3B19C12F2A8}" dt="2025-06-04T11:35:47.375" v="38" actId="20577"/>
          <ac:spMkLst>
            <pc:docMk/>
            <pc:sldMk cId="0" sldId="297"/>
            <ac:spMk id="408" creationId="{00000000-0000-0000-0000-000000000000}"/>
          </ac:spMkLst>
        </pc:spChg>
      </pc:sldChg>
      <pc:sldChg chg="modSp">
        <pc:chgData name="Benhar Charles Velankanni" userId="S::benhar.velankanni@relevantz.com::3362e219-c834-491f-9854-1ab1850ed95b" providerId="AD" clId="Web-{4BB0B625-0A3F-F891-772A-E3B19C12F2A8}" dt="2025-06-04T11:36:07.813" v="40" actId="20577"/>
        <pc:sldMkLst>
          <pc:docMk/>
          <pc:sldMk cId="0" sldId="303"/>
        </pc:sldMkLst>
        <pc:spChg chg="mod">
          <ac:chgData name="Benhar Charles Velankanni" userId="S::benhar.velankanni@relevantz.com::3362e219-c834-491f-9854-1ab1850ed95b" providerId="AD" clId="Web-{4BB0B625-0A3F-F891-772A-E3B19C12F2A8}" dt="2025-06-04T11:36:07.813" v="40" actId="20577"/>
          <ac:spMkLst>
            <pc:docMk/>
            <pc:sldMk cId="0" sldId="303"/>
            <ac:spMk id="447" creationId="{00000000-0000-0000-0000-000000000000}"/>
          </ac:spMkLst>
        </pc:spChg>
      </pc:sldChg>
      <pc:sldChg chg="modSp">
        <pc:chgData name="Benhar Charles Velankanni" userId="S::benhar.velankanni@relevantz.com::3362e219-c834-491f-9854-1ab1850ed95b" providerId="AD" clId="Web-{4BB0B625-0A3F-F891-772A-E3B19C12F2A8}" dt="2025-06-04T11:36:11.048" v="41" actId="20577"/>
        <pc:sldMkLst>
          <pc:docMk/>
          <pc:sldMk cId="0" sldId="305"/>
        </pc:sldMkLst>
        <pc:spChg chg="mod">
          <ac:chgData name="Benhar Charles Velankanni" userId="S::benhar.velankanni@relevantz.com::3362e219-c834-491f-9854-1ab1850ed95b" providerId="AD" clId="Web-{4BB0B625-0A3F-F891-772A-E3B19C12F2A8}" dt="2025-06-04T11:36:11.048" v="41" actId="20577"/>
          <ac:spMkLst>
            <pc:docMk/>
            <pc:sldMk cId="0" sldId="305"/>
            <ac:spMk id="459" creationId="{00000000-0000-0000-0000-000000000000}"/>
          </ac:spMkLst>
        </pc:spChg>
      </pc:sldChg>
      <pc:sldChg chg="modSp">
        <pc:chgData name="Benhar Charles Velankanni" userId="S::benhar.velankanni@relevantz.com::3362e219-c834-491f-9854-1ab1850ed95b" providerId="AD" clId="Web-{4BB0B625-0A3F-F891-772A-E3B19C12F2A8}" dt="2025-06-04T11:36:22.579" v="42" actId="20577"/>
        <pc:sldMkLst>
          <pc:docMk/>
          <pc:sldMk cId="0" sldId="306"/>
        </pc:sldMkLst>
        <pc:spChg chg="mod">
          <ac:chgData name="Benhar Charles Velankanni" userId="S::benhar.velankanni@relevantz.com::3362e219-c834-491f-9854-1ab1850ed95b" providerId="AD" clId="Web-{4BB0B625-0A3F-F891-772A-E3B19C12F2A8}" dt="2025-06-04T11:36:22.579" v="42" actId="20577"/>
          <ac:spMkLst>
            <pc:docMk/>
            <pc:sldMk cId="0" sldId="306"/>
            <ac:spMk id="465" creationId="{00000000-0000-0000-0000-000000000000}"/>
          </ac:spMkLst>
        </pc:spChg>
      </pc:sldChg>
      <pc:sldChg chg="modSp">
        <pc:chgData name="Benhar Charles Velankanni" userId="S::benhar.velankanni@relevantz.com::3362e219-c834-491f-9854-1ab1850ed95b" providerId="AD" clId="Web-{4BB0B625-0A3F-F891-772A-E3B19C12F2A8}" dt="2025-06-04T11:36:29.861" v="43" actId="20577"/>
        <pc:sldMkLst>
          <pc:docMk/>
          <pc:sldMk cId="0" sldId="307"/>
        </pc:sldMkLst>
        <pc:spChg chg="mod">
          <ac:chgData name="Benhar Charles Velankanni" userId="S::benhar.velankanni@relevantz.com::3362e219-c834-491f-9854-1ab1850ed95b" providerId="AD" clId="Web-{4BB0B625-0A3F-F891-772A-E3B19C12F2A8}" dt="2025-06-04T11:36:29.861" v="43" actId="20577"/>
          <ac:spMkLst>
            <pc:docMk/>
            <pc:sldMk cId="0" sldId="307"/>
            <ac:spMk id="471" creationId="{00000000-0000-0000-0000-000000000000}"/>
          </ac:spMkLst>
        </pc:spChg>
      </pc:sldChg>
      <pc:sldChg chg="modSp">
        <pc:chgData name="Benhar Charles Velankanni" userId="S::benhar.velankanni@relevantz.com::3362e219-c834-491f-9854-1ab1850ed95b" providerId="AD" clId="Web-{4BB0B625-0A3F-F891-772A-E3B19C12F2A8}" dt="2025-06-04T11:36:44.971" v="44" actId="20577"/>
        <pc:sldMkLst>
          <pc:docMk/>
          <pc:sldMk cId="0" sldId="308"/>
        </pc:sldMkLst>
        <pc:spChg chg="mod">
          <ac:chgData name="Benhar Charles Velankanni" userId="S::benhar.velankanni@relevantz.com::3362e219-c834-491f-9854-1ab1850ed95b" providerId="AD" clId="Web-{4BB0B625-0A3F-F891-772A-E3B19C12F2A8}" dt="2025-06-04T11:36:44.971" v="44" actId="20577"/>
          <ac:spMkLst>
            <pc:docMk/>
            <pc:sldMk cId="0" sldId="308"/>
            <ac:spMk id="477" creationId="{00000000-0000-0000-0000-000000000000}"/>
          </ac:spMkLst>
        </pc:spChg>
      </pc:sldChg>
      <pc:sldChg chg="modSp">
        <pc:chgData name="Benhar Charles Velankanni" userId="S::benhar.velankanni@relevantz.com::3362e219-c834-491f-9854-1ab1850ed95b" providerId="AD" clId="Web-{4BB0B625-0A3F-F891-772A-E3B19C12F2A8}" dt="2025-06-04T11:36:51.674" v="45" actId="20577"/>
        <pc:sldMkLst>
          <pc:docMk/>
          <pc:sldMk cId="0" sldId="309"/>
        </pc:sldMkLst>
        <pc:spChg chg="mod">
          <ac:chgData name="Benhar Charles Velankanni" userId="S::benhar.velankanni@relevantz.com::3362e219-c834-491f-9854-1ab1850ed95b" providerId="AD" clId="Web-{4BB0B625-0A3F-F891-772A-E3B19C12F2A8}" dt="2025-06-04T11:36:51.674" v="45" actId="20577"/>
          <ac:spMkLst>
            <pc:docMk/>
            <pc:sldMk cId="0" sldId="309"/>
            <ac:spMk id="483" creationId="{00000000-0000-0000-0000-000000000000}"/>
          </ac:spMkLst>
        </pc:spChg>
      </pc:sldChg>
      <pc:sldChg chg="add">
        <pc:chgData name="Benhar Charles Velankanni" userId="S::benhar.velankanni@relevantz.com::3362e219-c834-491f-9854-1ab1850ed95b" providerId="AD" clId="Web-{4BB0B625-0A3F-F891-772A-E3B19C12F2A8}" dt="2025-06-04T11:24:24.474" v="1"/>
        <pc:sldMkLst>
          <pc:docMk/>
          <pc:sldMk cId="1240859306" sldId="314"/>
        </pc:sldMkLst>
      </pc:sldChg>
      <pc:sldChg chg="addSp delSp modSp add replId">
        <pc:chgData name="Benhar Charles Velankanni" userId="S::benhar.velankanni@relevantz.com::3362e219-c834-491f-9854-1ab1850ed95b" providerId="AD" clId="Web-{4BB0B625-0A3F-F891-772A-E3B19C12F2A8}" dt="2025-06-04T11:55:58.780" v="92" actId="14100"/>
        <pc:sldMkLst>
          <pc:docMk/>
          <pc:sldMk cId="1389982991" sldId="315"/>
        </pc:sldMkLst>
        <pc:spChg chg="mod">
          <ac:chgData name="Benhar Charles Velankanni" userId="S::benhar.velankanni@relevantz.com::3362e219-c834-491f-9854-1ab1850ed95b" providerId="AD" clId="Web-{4BB0B625-0A3F-F891-772A-E3B19C12F2A8}" dt="2025-06-04T11:55:58.780" v="92" actId="14100"/>
          <ac:spMkLst>
            <pc:docMk/>
            <pc:sldMk cId="1389982991" sldId="315"/>
            <ac:spMk id="199" creationId="{B59D194C-ADE6-A15A-65FD-6486EE74EFE9}"/>
          </ac:spMkLst>
        </pc:spChg>
        <pc:spChg chg="add del mod">
          <ac:chgData name="Benhar Charles Velankanni" userId="S::benhar.velankanni@relevantz.com::3362e219-c834-491f-9854-1ab1850ed95b" providerId="AD" clId="Web-{4BB0B625-0A3F-F891-772A-E3B19C12F2A8}" dt="2025-06-04T11:52:31.257" v="55" actId="20577"/>
          <ac:spMkLst>
            <pc:docMk/>
            <pc:sldMk cId="1389982991" sldId="315"/>
            <ac:spMk id="200" creationId="{125EB004-5CB3-31DD-9103-59DDE515169B}"/>
          </ac:spMkLst>
        </pc:spChg>
      </pc:sldChg>
      <pc:sldChg chg="addSp modSp add replId">
        <pc:chgData name="Benhar Charles Velankanni" userId="S::benhar.velankanni@relevantz.com::3362e219-c834-491f-9854-1ab1850ed95b" providerId="AD" clId="Web-{4BB0B625-0A3F-F891-772A-E3B19C12F2A8}" dt="2025-06-04T12:01:41.403" v="106" actId="14100"/>
        <pc:sldMkLst>
          <pc:docMk/>
          <pc:sldMk cId="878616613" sldId="316"/>
        </pc:sldMkLst>
        <pc:spChg chg="add mod">
          <ac:chgData name="Benhar Charles Velankanni" userId="S::benhar.velankanni@relevantz.com::3362e219-c834-491f-9854-1ab1850ed95b" providerId="AD" clId="Web-{4BB0B625-0A3F-F891-772A-E3B19C12F2A8}" dt="2025-06-04T11:58:47.162" v="100" actId="1076"/>
          <ac:spMkLst>
            <pc:docMk/>
            <pc:sldMk cId="878616613" sldId="316"/>
            <ac:spMk id="2" creationId="{872DCDF9-86CC-BC83-7717-981AC9397CCD}"/>
          </ac:spMkLst>
        </pc:spChg>
        <pc:spChg chg="mod">
          <ac:chgData name="Benhar Charles Velankanni" userId="S::benhar.velankanni@relevantz.com::3362e219-c834-491f-9854-1ab1850ed95b" providerId="AD" clId="Web-{4BB0B625-0A3F-F891-772A-E3B19C12F2A8}" dt="2025-06-04T12:01:41.403" v="106" actId="14100"/>
          <ac:spMkLst>
            <pc:docMk/>
            <pc:sldMk cId="878616613" sldId="316"/>
            <ac:spMk id="199" creationId="{7504B529-B537-D346-6C01-1C2D57ADF30F}"/>
          </ac:spMkLst>
        </pc:spChg>
        <pc:spChg chg="mod">
          <ac:chgData name="Benhar Charles Velankanni" userId="S::benhar.velankanni@relevantz.com::3362e219-c834-491f-9854-1ab1850ed95b" providerId="AD" clId="Web-{4BB0B625-0A3F-F891-772A-E3B19C12F2A8}" dt="2025-06-04T11:53:05.571" v="64" actId="20577"/>
          <ac:spMkLst>
            <pc:docMk/>
            <pc:sldMk cId="878616613" sldId="316"/>
            <ac:spMk id="200" creationId="{A9121030-519C-CFEA-AA9B-CCAC6AD67FD6}"/>
          </ac:spMkLst>
        </pc:spChg>
      </pc:sldChg>
      <pc:sldChg chg="addSp delSp modSp add ord replId">
        <pc:chgData name="Benhar Charles Velankanni" userId="S::benhar.velankanni@relevantz.com::3362e219-c834-491f-9854-1ab1850ed95b" providerId="AD" clId="Web-{4BB0B625-0A3F-F891-772A-E3B19C12F2A8}" dt="2025-06-04T12:21:28.893" v="119"/>
        <pc:sldMkLst>
          <pc:docMk/>
          <pc:sldMk cId="4085850579" sldId="317"/>
        </pc:sldMkLst>
        <pc:spChg chg="add del mod">
          <ac:chgData name="Benhar Charles Velankanni" userId="S::benhar.velankanni@relevantz.com::3362e219-c834-491f-9854-1ab1850ed95b" providerId="AD" clId="Web-{4BB0B625-0A3F-F891-772A-E3B19C12F2A8}" dt="2025-06-04T12:20:54.204" v="112"/>
          <ac:spMkLst>
            <pc:docMk/>
            <pc:sldMk cId="4085850579" sldId="317"/>
            <ac:spMk id="3" creationId="{DFAD0EF4-4427-1FA3-3CCF-31E1C538D027}"/>
          </ac:spMkLst>
        </pc:spChg>
        <pc:spChg chg="del">
          <ac:chgData name="Benhar Charles Velankanni" userId="S::benhar.velankanni@relevantz.com::3362e219-c834-491f-9854-1ab1850ed95b" providerId="AD" clId="Web-{4BB0B625-0A3F-F891-772A-E3B19C12F2A8}" dt="2025-06-04T12:20:36.640" v="108"/>
          <ac:spMkLst>
            <pc:docMk/>
            <pc:sldMk cId="4085850579" sldId="317"/>
            <ac:spMk id="187" creationId="{26D8F9A4-F74E-FB5D-E61D-2CE69DA75EE4}"/>
          </ac:spMkLst>
        </pc:spChg>
        <pc:spChg chg="mod">
          <ac:chgData name="Benhar Charles Velankanni" userId="S::benhar.velankanni@relevantz.com::3362e219-c834-491f-9854-1ab1850ed95b" providerId="AD" clId="Web-{4BB0B625-0A3F-F891-772A-E3B19C12F2A8}" dt="2025-06-04T12:21:02.548" v="114" actId="20577"/>
          <ac:spMkLst>
            <pc:docMk/>
            <pc:sldMk cId="4085850579" sldId="317"/>
            <ac:spMk id="188" creationId="{D452CEC5-034E-60DF-A81E-AFC8B790BEE6}"/>
          </ac:spMkLst>
        </pc:spChg>
        <pc:graphicFrameChg chg="add mod modGraphic">
          <ac:chgData name="Benhar Charles Velankanni" userId="S::benhar.velankanni@relevantz.com::3362e219-c834-491f-9854-1ab1850ed95b" providerId="AD" clId="Web-{4BB0B625-0A3F-F891-772A-E3B19C12F2A8}" dt="2025-06-04T12:21:28.893" v="119"/>
          <ac:graphicFrameMkLst>
            <pc:docMk/>
            <pc:sldMk cId="4085850579" sldId="317"/>
            <ac:graphicFrameMk id="5" creationId="{F3DCECEF-AA3D-B301-1836-5252DCB00A0F}"/>
          </ac:graphicFrameMkLst>
        </pc:graphicFrameChg>
      </pc:sldChg>
      <pc:sldChg chg="add del replId">
        <pc:chgData name="Benhar Charles Velankanni" userId="S::benhar.velankanni@relevantz.com::3362e219-c834-491f-9854-1ab1850ed95b" providerId="AD" clId="Web-{4BB0B625-0A3F-F891-772A-E3B19C12F2A8}" dt="2025-06-04T12:20:40.718" v="110"/>
        <pc:sldMkLst>
          <pc:docMk/>
          <pc:sldMk cId="659107585" sldId="318"/>
        </pc:sldMkLst>
      </pc:sldChg>
      <pc:sldChg chg="addSp delSp modSp add replId delAnim">
        <pc:chgData name="Benhar Charles Velankanni" userId="S::benhar.velankanni@relevantz.com::3362e219-c834-491f-9854-1ab1850ed95b" providerId="AD" clId="Web-{4BB0B625-0A3F-F891-772A-E3B19C12F2A8}" dt="2025-06-04T12:24:45.251" v="130"/>
        <pc:sldMkLst>
          <pc:docMk/>
          <pc:sldMk cId="3948225039" sldId="318"/>
        </pc:sldMkLst>
        <pc:spChg chg="add del mod">
          <ac:chgData name="Benhar Charles Velankanni" userId="S::benhar.velankanni@relevantz.com::3362e219-c834-491f-9854-1ab1850ed95b" providerId="AD" clId="Web-{4BB0B625-0A3F-F891-772A-E3B19C12F2A8}" dt="2025-06-04T12:24:11.952" v="123"/>
          <ac:spMkLst>
            <pc:docMk/>
            <pc:sldMk cId="3948225039" sldId="318"/>
            <ac:spMk id="3" creationId="{7804F87A-CEC9-45D6-17BF-989FD7CF9B72}"/>
          </ac:spMkLst>
        </pc:spChg>
        <pc:spChg chg="del">
          <ac:chgData name="Benhar Charles Velankanni" userId="S::benhar.velankanni@relevantz.com::3362e219-c834-491f-9854-1ab1850ed95b" providerId="AD" clId="Web-{4BB0B625-0A3F-F891-772A-E3B19C12F2A8}" dt="2025-06-04T12:24:06.045" v="122"/>
          <ac:spMkLst>
            <pc:docMk/>
            <pc:sldMk cId="3948225039" sldId="318"/>
            <ac:spMk id="218" creationId="{D0A5BEEE-A734-5AC7-1196-AF284AA4991E}"/>
          </ac:spMkLst>
        </pc:spChg>
        <pc:graphicFrameChg chg="add mod modGraphic">
          <ac:chgData name="Benhar Charles Velankanni" userId="S::benhar.velankanni@relevantz.com::3362e219-c834-491f-9854-1ab1850ed95b" providerId="AD" clId="Web-{4BB0B625-0A3F-F891-772A-E3B19C12F2A8}" dt="2025-06-04T12:24:45.251" v="130"/>
          <ac:graphicFrameMkLst>
            <pc:docMk/>
            <pc:sldMk cId="3948225039" sldId="318"/>
            <ac:graphicFrameMk id="5" creationId="{10D91901-AD94-7BC1-4D8C-F974353110F2}"/>
          </ac:graphicFrameMkLst>
        </pc:graphicFrameChg>
        <pc:picChg chg="del">
          <ac:chgData name="Benhar Charles Velankanni" userId="S::benhar.velankanni@relevantz.com::3362e219-c834-491f-9854-1ab1850ed95b" providerId="AD" clId="Web-{4BB0B625-0A3F-F891-772A-E3B19C12F2A8}" dt="2025-06-04T12:24:03.670" v="121"/>
          <ac:picMkLst>
            <pc:docMk/>
            <pc:sldMk cId="3948225039" sldId="318"/>
            <ac:picMk id="220" creationId="{7D2F4B0A-F459-7F69-E281-9760A97C266C}"/>
          </ac:picMkLst>
        </pc:picChg>
      </pc:sldChg>
      <pc:sldChg chg="add replId">
        <pc:chgData name="Benhar Charles Velankanni" userId="S::benhar.velankanni@relevantz.com::3362e219-c834-491f-9854-1ab1850ed95b" providerId="AD" clId="Web-{4BB0B625-0A3F-F891-772A-E3B19C12F2A8}" dt="2025-06-04T12:25:30.989" v="131"/>
        <pc:sldMkLst>
          <pc:docMk/>
          <pc:sldMk cId="2631080072" sldId="319"/>
        </pc:sldMkLst>
      </pc:sldChg>
      <pc:sldChg chg="add del replId">
        <pc:chgData name="Benhar Charles Velankanni" userId="S::benhar.velankanni@relevantz.com::3362e219-c834-491f-9854-1ab1850ed95b" providerId="AD" clId="Web-{4BB0B625-0A3F-F891-772A-E3B19C12F2A8}" dt="2025-06-04T12:25:46.333" v="136"/>
        <pc:sldMkLst>
          <pc:docMk/>
          <pc:sldMk cId="2185672167" sldId="320"/>
        </pc:sldMkLst>
      </pc:sldChg>
      <pc:sldChg chg="addSp delSp modSp add replId">
        <pc:chgData name="Benhar Charles Velankanni" userId="S::benhar.velankanni@relevantz.com::3362e219-c834-491f-9854-1ab1850ed95b" providerId="AD" clId="Web-{4BB0B625-0A3F-F891-772A-E3B19C12F2A8}" dt="2025-06-04T12:28:51.175" v="170" actId="1076"/>
        <pc:sldMkLst>
          <pc:docMk/>
          <pc:sldMk cId="3274934980" sldId="320"/>
        </pc:sldMkLst>
        <pc:graphicFrameChg chg="add mod modGraphic">
          <ac:chgData name="Benhar Charles Velankanni" userId="S::benhar.velankanni@relevantz.com::3362e219-c834-491f-9854-1ab1850ed95b" providerId="AD" clId="Web-{4BB0B625-0A3F-F891-772A-E3B19C12F2A8}" dt="2025-06-04T12:28:51.175" v="170" actId="1076"/>
          <ac:graphicFrameMkLst>
            <pc:docMk/>
            <pc:sldMk cId="3274934980" sldId="320"/>
            <ac:graphicFrameMk id="3" creationId="{63D6F631-6F8E-4D57-2730-F7BA460507FF}"/>
          </ac:graphicFrameMkLst>
        </pc:graphicFrameChg>
        <pc:picChg chg="del">
          <ac:chgData name="Benhar Charles Velankanni" userId="S::benhar.velankanni@relevantz.com::3362e219-c834-491f-9854-1ab1850ed95b" providerId="AD" clId="Web-{4BB0B625-0A3F-F891-772A-E3B19C12F2A8}" dt="2025-06-04T12:27:28.356" v="151"/>
          <ac:picMkLst>
            <pc:docMk/>
            <pc:sldMk cId="3274934980" sldId="320"/>
            <ac:picMk id="241" creationId="{A05DEA01-7842-5D55-674F-333E14A3259D}"/>
          </ac:picMkLst>
        </pc:picChg>
      </pc:sldChg>
      <pc:sldChg chg="addSp delSp modSp add replId">
        <pc:chgData name="Benhar Charles Velankanni" userId="S::benhar.velankanni@relevantz.com::3362e219-c834-491f-9854-1ab1850ed95b" providerId="AD" clId="Web-{4BB0B625-0A3F-F891-772A-E3B19C12F2A8}" dt="2025-06-04T12:30:54.168" v="179"/>
        <pc:sldMkLst>
          <pc:docMk/>
          <pc:sldMk cId="656414694" sldId="321"/>
        </pc:sldMkLst>
        <pc:spChg chg="add del mod">
          <ac:chgData name="Benhar Charles Velankanni" userId="S::benhar.velankanni@relevantz.com::3362e219-c834-491f-9854-1ab1850ed95b" providerId="AD" clId="Web-{4BB0B625-0A3F-F891-772A-E3B19C12F2A8}" dt="2025-06-04T12:30:20.696" v="173"/>
          <ac:spMkLst>
            <pc:docMk/>
            <pc:sldMk cId="656414694" sldId="321"/>
            <ac:spMk id="3" creationId="{F84CD262-D7F7-A496-8E60-FF453F79BFD3}"/>
          </ac:spMkLst>
        </pc:spChg>
        <pc:spChg chg="del">
          <ac:chgData name="Benhar Charles Velankanni" userId="S::benhar.velankanni@relevantz.com::3362e219-c834-491f-9854-1ab1850ed95b" providerId="AD" clId="Web-{4BB0B625-0A3F-F891-772A-E3B19C12F2A8}" dt="2025-06-04T12:30:13.071" v="172"/>
          <ac:spMkLst>
            <pc:docMk/>
            <pc:sldMk cId="656414694" sldId="321"/>
            <ac:spMk id="246" creationId="{8C4569CE-0003-6836-2DBD-CA8F6AE1DD32}"/>
          </ac:spMkLst>
        </pc:spChg>
        <pc:graphicFrameChg chg="add mod modGraphic">
          <ac:chgData name="Benhar Charles Velankanni" userId="S::benhar.velankanni@relevantz.com::3362e219-c834-491f-9854-1ab1850ed95b" providerId="AD" clId="Web-{4BB0B625-0A3F-F891-772A-E3B19C12F2A8}" dt="2025-06-04T12:30:54.168" v="179"/>
          <ac:graphicFrameMkLst>
            <pc:docMk/>
            <pc:sldMk cId="656414694" sldId="321"/>
            <ac:graphicFrameMk id="5" creationId="{BEF0CB82-2A2D-30E5-4589-80F539F8F0C5}"/>
          </ac:graphicFrameMkLst>
        </pc:graphicFrameChg>
      </pc:sldChg>
      <pc:sldChg chg="addSp delSp modSp add replId">
        <pc:chgData name="Benhar Charles Velankanni" userId="S::benhar.velankanni@relevantz.com::3362e219-c834-491f-9854-1ab1850ed95b" providerId="AD" clId="Web-{4BB0B625-0A3F-F891-772A-E3B19C12F2A8}" dt="2025-06-04T12:34:00.212" v="202" actId="1076"/>
        <pc:sldMkLst>
          <pc:docMk/>
          <pc:sldMk cId="593881469" sldId="322"/>
        </pc:sldMkLst>
        <pc:spChg chg="add del mod">
          <ac:chgData name="Benhar Charles Velankanni" userId="S::benhar.velankanni@relevantz.com::3362e219-c834-491f-9854-1ab1850ed95b" providerId="AD" clId="Web-{4BB0B625-0A3F-F891-772A-E3B19C12F2A8}" dt="2025-06-04T12:33:48.836" v="198"/>
          <ac:spMkLst>
            <pc:docMk/>
            <pc:sldMk cId="593881469" sldId="322"/>
            <ac:spMk id="3" creationId="{AED7024D-8B4D-F884-CE4B-04A9D123E8DF}"/>
          </ac:spMkLst>
        </pc:spChg>
        <pc:spChg chg="del">
          <ac:chgData name="Benhar Charles Velankanni" userId="S::benhar.velankanni@relevantz.com::3362e219-c834-491f-9854-1ab1850ed95b" providerId="AD" clId="Web-{4BB0B625-0A3F-F891-772A-E3B19C12F2A8}" dt="2025-06-04T12:33:40.226" v="197"/>
          <ac:spMkLst>
            <pc:docMk/>
            <pc:sldMk cId="593881469" sldId="322"/>
            <ac:spMk id="264" creationId="{CF6F34E9-97A9-0E1C-D82D-C2C8EDB62AFB}"/>
          </ac:spMkLst>
        </pc:spChg>
        <pc:graphicFrameChg chg="add mod modGraphic">
          <ac:chgData name="Benhar Charles Velankanni" userId="S::benhar.velankanni@relevantz.com::3362e219-c834-491f-9854-1ab1850ed95b" providerId="AD" clId="Web-{4BB0B625-0A3F-F891-772A-E3B19C12F2A8}" dt="2025-06-04T12:34:00.212" v="202" actId="1076"/>
          <ac:graphicFrameMkLst>
            <pc:docMk/>
            <pc:sldMk cId="593881469" sldId="322"/>
            <ac:graphicFrameMk id="5" creationId="{67EE279D-7963-C890-5E8D-748323517591}"/>
          </ac:graphicFrameMkLst>
        </pc:graphicFrameChg>
      </pc:sldChg>
      <pc:sldChg chg="add del replId">
        <pc:chgData name="Benhar Charles Velankanni" userId="S::benhar.velankanni@relevantz.com::3362e219-c834-491f-9854-1ab1850ed95b" providerId="AD" clId="Web-{4BB0B625-0A3F-F891-772A-E3B19C12F2A8}" dt="2025-06-04T12:32:10.954" v="182"/>
        <pc:sldMkLst>
          <pc:docMk/>
          <pc:sldMk cId="2586614738" sldId="322"/>
        </pc:sldMkLst>
      </pc:sldChg>
      <pc:sldChg chg="delSp add del replId">
        <pc:chgData name="Benhar Charles Velankanni" userId="S::benhar.velankanni@relevantz.com::3362e219-c834-491f-9854-1ab1850ed95b" providerId="AD" clId="Web-{4BB0B625-0A3F-F891-772A-E3B19C12F2A8}" dt="2025-06-04T12:32:25.346" v="187"/>
        <pc:sldMkLst>
          <pc:docMk/>
          <pc:sldMk cId="3831474407" sldId="322"/>
        </pc:sldMkLst>
        <pc:spChg chg="del">
          <ac:chgData name="Benhar Charles Velankanni" userId="S::benhar.velankanni@relevantz.com::3362e219-c834-491f-9854-1ab1850ed95b" providerId="AD" clId="Web-{4BB0B625-0A3F-F891-772A-E3B19C12F2A8}" dt="2025-06-04T12:32:18.033" v="184"/>
          <ac:spMkLst>
            <pc:docMk/>
            <pc:sldMk cId="3831474407" sldId="322"/>
            <ac:spMk id="3" creationId="{B3F58B39-C5A9-9194-3445-D9A3B1E102D2}"/>
          </ac:spMkLst>
        </pc:spChg>
      </pc:sldChg>
      <pc:sldChg chg="add del replId">
        <pc:chgData name="Benhar Charles Velankanni" userId="S::benhar.velankanni@relevantz.com::3362e219-c834-491f-9854-1ab1850ed95b" providerId="AD" clId="Web-{4BB0B625-0A3F-F891-772A-E3B19C12F2A8}" dt="2025-06-04T12:32:22.674" v="186"/>
        <pc:sldMkLst>
          <pc:docMk/>
          <pc:sldMk cId="579958269" sldId="323"/>
        </pc:sldMkLst>
      </pc:sldChg>
      <pc:sldChg chg="addSp delSp modSp add replId">
        <pc:chgData name="Benhar Charles Velankanni" userId="S::benhar.velankanni@relevantz.com::3362e219-c834-491f-9854-1ab1850ed95b" providerId="AD" clId="Web-{4BB0B625-0A3F-F891-772A-E3B19C12F2A8}" dt="2025-06-04T12:35:11.889" v="210"/>
        <pc:sldMkLst>
          <pc:docMk/>
          <pc:sldMk cId="3420108366" sldId="323"/>
        </pc:sldMkLst>
        <pc:spChg chg="add del mod">
          <ac:chgData name="Benhar Charles Velankanni" userId="S::benhar.velankanni@relevantz.com::3362e219-c834-491f-9854-1ab1850ed95b" providerId="AD" clId="Web-{4BB0B625-0A3F-F891-772A-E3B19C12F2A8}" dt="2025-06-04T12:34:52.528" v="205"/>
          <ac:spMkLst>
            <pc:docMk/>
            <pc:sldMk cId="3420108366" sldId="323"/>
            <ac:spMk id="3" creationId="{CD4D74A6-CB7C-8244-9DA9-2AE25730D274}"/>
          </ac:spMkLst>
        </pc:spChg>
        <pc:spChg chg="del">
          <ac:chgData name="Benhar Charles Velankanni" userId="S::benhar.velankanni@relevantz.com::3362e219-c834-491f-9854-1ab1850ed95b" providerId="AD" clId="Web-{4BB0B625-0A3F-F891-772A-E3B19C12F2A8}" dt="2025-06-04T12:34:49.012" v="204"/>
          <ac:spMkLst>
            <pc:docMk/>
            <pc:sldMk cId="3420108366" sldId="323"/>
            <ac:spMk id="282" creationId="{B7E98563-54FB-2BA3-4955-E092CB3AADB8}"/>
          </ac:spMkLst>
        </pc:spChg>
        <pc:graphicFrameChg chg="add mod modGraphic">
          <ac:chgData name="Benhar Charles Velankanni" userId="S::benhar.velankanni@relevantz.com::3362e219-c834-491f-9854-1ab1850ed95b" providerId="AD" clId="Web-{4BB0B625-0A3F-F891-772A-E3B19C12F2A8}" dt="2025-06-04T12:35:11.889" v="210"/>
          <ac:graphicFrameMkLst>
            <pc:docMk/>
            <pc:sldMk cId="3420108366" sldId="323"/>
            <ac:graphicFrameMk id="5" creationId="{13A311E8-E552-52E0-A14C-318CC1137A99}"/>
          </ac:graphicFrameMkLst>
        </pc:graphicFrameChg>
      </pc:sldChg>
      <pc:sldChg chg="addSp delSp modSp add replId delAnim">
        <pc:chgData name="Benhar Charles Velankanni" userId="S::benhar.velankanni@relevantz.com::3362e219-c834-491f-9854-1ab1850ed95b" providerId="AD" clId="Web-{4BB0B625-0A3F-F891-772A-E3B19C12F2A8}" dt="2025-06-04T12:36:30.019" v="220"/>
        <pc:sldMkLst>
          <pc:docMk/>
          <pc:sldMk cId="3608658414" sldId="324"/>
        </pc:sldMkLst>
        <pc:spChg chg="add del mod">
          <ac:chgData name="Benhar Charles Velankanni" userId="S::benhar.velankanni@relevantz.com::3362e219-c834-491f-9854-1ab1850ed95b" providerId="AD" clId="Web-{4BB0B625-0A3F-F891-772A-E3B19C12F2A8}" dt="2025-06-04T12:36:06.533" v="214"/>
          <ac:spMkLst>
            <pc:docMk/>
            <pc:sldMk cId="3608658414" sldId="324"/>
            <ac:spMk id="3" creationId="{31315552-C24A-692E-FE57-6A63984381BB}"/>
          </ac:spMkLst>
        </pc:spChg>
        <pc:spChg chg="del">
          <ac:chgData name="Benhar Charles Velankanni" userId="S::benhar.velankanni@relevantz.com::3362e219-c834-491f-9854-1ab1850ed95b" providerId="AD" clId="Web-{4BB0B625-0A3F-F891-772A-E3B19C12F2A8}" dt="2025-06-04T12:36:02.924" v="212"/>
          <ac:spMkLst>
            <pc:docMk/>
            <pc:sldMk cId="3608658414" sldId="324"/>
            <ac:spMk id="318" creationId="{1C639050-49FF-4F5E-CD7C-ABEC3E0F0147}"/>
          </ac:spMkLst>
        </pc:spChg>
        <pc:graphicFrameChg chg="add mod modGraphic">
          <ac:chgData name="Benhar Charles Velankanni" userId="S::benhar.velankanni@relevantz.com::3362e219-c834-491f-9854-1ab1850ed95b" providerId="AD" clId="Web-{4BB0B625-0A3F-F891-772A-E3B19C12F2A8}" dt="2025-06-04T12:36:30.019" v="220"/>
          <ac:graphicFrameMkLst>
            <pc:docMk/>
            <pc:sldMk cId="3608658414" sldId="324"/>
            <ac:graphicFrameMk id="5" creationId="{2525CF94-1475-95A7-7D57-167B6AC41BE8}"/>
          </ac:graphicFrameMkLst>
        </pc:graphicFrameChg>
        <pc:picChg chg="del">
          <ac:chgData name="Benhar Charles Velankanni" userId="S::benhar.velankanni@relevantz.com::3362e219-c834-491f-9854-1ab1850ed95b" providerId="AD" clId="Web-{4BB0B625-0A3F-F891-772A-E3B19C12F2A8}" dt="2025-06-04T12:36:08.705" v="215"/>
          <ac:picMkLst>
            <pc:docMk/>
            <pc:sldMk cId="3608658414" sldId="324"/>
            <ac:picMk id="320" creationId="{31798D33-9F70-0A80-6974-A416B3FBCE3F}"/>
          </ac:picMkLst>
        </pc:picChg>
        <pc:picChg chg="del">
          <ac:chgData name="Benhar Charles Velankanni" userId="S::benhar.velankanni@relevantz.com::3362e219-c834-491f-9854-1ab1850ed95b" providerId="AD" clId="Web-{4BB0B625-0A3F-F891-772A-E3B19C12F2A8}" dt="2025-06-04T12:36:04.236" v="213"/>
          <ac:picMkLst>
            <pc:docMk/>
            <pc:sldMk cId="3608658414" sldId="324"/>
            <ac:picMk id="321" creationId="{1B0F296B-6680-8BAD-1FCF-2C84A011D474}"/>
          </ac:picMkLst>
        </pc:picChg>
      </pc:sldChg>
      <pc:sldChg chg="addSp delSp modSp add replId delAnim">
        <pc:chgData name="Benhar Charles Velankanni" userId="S::benhar.velankanni@relevantz.com::3362e219-c834-491f-9854-1ab1850ed95b" providerId="AD" clId="Web-{4BB0B625-0A3F-F891-772A-E3B19C12F2A8}" dt="2025-06-04T12:38:09.026" v="226"/>
        <pc:sldMkLst>
          <pc:docMk/>
          <pc:sldMk cId="1819496393" sldId="325"/>
        </pc:sldMkLst>
        <pc:graphicFrameChg chg="add mod modGraphic">
          <ac:chgData name="Benhar Charles Velankanni" userId="S::benhar.velankanni@relevantz.com::3362e219-c834-491f-9854-1ab1850ed95b" providerId="AD" clId="Web-{4BB0B625-0A3F-F891-772A-E3B19C12F2A8}" dt="2025-06-04T12:38:09.026" v="226"/>
          <ac:graphicFrameMkLst>
            <pc:docMk/>
            <pc:sldMk cId="1819496393" sldId="325"/>
            <ac:graphicFrameMk id="3" creationId="{87949C1D-34CC-16DE-23DE-B131ED3E479E}"/>
          </ac:graphicFrameMkLst>
        </pc:graphicFrameChg>
        <pc:picChg chg="del">
          <ac:chgData name="Benhar Charles Velankanni" userId="S::benhar.velankanni@relevantz.com::3362e219-c834-491f-9854-1ab1850ed95b" providerId="AD" clId="Web-{4BB0B625-0A3F-F891-772A-E3B19C12F2A8}" dt="2025-06-04T12:37:55.510" v="222"/>
          <ac:picMkLst>
            <pc:docMk/>
            <pc:sldMk cId="1819496393" sldId="325"/>
            <ac:picMk id="328" creationId="{22905B28-E419-9CD1-17A6-7F5AE34BFEEE}"/>
          </ac:picMkLst>
        </pc:picChg>
      </pc:sldChg>
      <pc:sldChg chg="addSp delSp modSp add replId delAnim">
        <pc:chgData name="Benhar Charles Velankanni" userId="S::benhar.velankanni@relevantz.com::3362e219-c834-491f-9854-1ab1850ed95b" providerId="AD" clId="Web-{4BB0B625-0A3F-F891-772A-E3B19C12F2A8}" dt="2025-06-04T12:39:10.609" v="236"/>
        <pc:sldMkLst>
          <pc:docMk/>
          <pc:sldMk cId="813771826" sldId="326"/>
        </pc:sldMkLst>
        <pc:spChg chg="add del mod">
          <ac:chgData name="Benhar Charles Velankanni" userId="S::benhar.velankanni@relevantz.com::3362e219-c834-491f-9854-1ab1850ed95b" providerId="AD" clId="Web-{4BB0B625-0A3F-F891-772A-E3B19C12F2A8}" dt="2025-06-04T12:38:52.545" v="230"/>
          <ac:spMkLst>
            <pc:docMk/>
            <pc:sldMk cId="813771826" sldId="326"/>
            <ac:spMk id="3" creationId="{3CE5C29A-27AC-2600-A5C5-404284E7B467}"/>
          </ac:spMkLst>
        </pc:spChg>
        <pc:spChg chg="del">
          <ac:chgData name="Benhar Charles Velankanni" userId="S::benhar.velankanni@relevantz.com::3362e219-c834-491f-9854-1ab1850ed95b" providerId="AD" clId="Web-{4BB0B625-0A3F-F891-772A-E3B19C12F2A8}" dt="2025-06-04T12:38:43.263" v="229"/>
          <ac:spMkLst>
            <pc:docMk/>
            <pc:sldMk cId="813771826" sldId="326"/>
            <ac:spMk id="340" creationId="{59587297-1149-0595-337E-ADC35D0B520D}"/>
          </ac:spMkLst>
        </pc:spChg>
        <pc:graphicFrameChg chg="add mod modGraphic">
          <ac:chgData name="Benhar Charles Velankanni" userId="S::benhar.velankanni@relevantz.com::3362e219-c834-491f-9854-1ab1850ed95b" providerId="AD" clId="Web-{4BB0B625-0A3F-F891-772A-E3B19C12F2A8}" dt="2025-06-04T12:39:10.609" v="236"/>
          <ac:graphicFrameMkLst>
            <pc:docMk/>
            <pc:sldMk cId="813771826" sldId="326"/>
            <ac:graphicFrameMk id="5" creationId="{4FB50E4F-AECC-FB12-0CFA-1B42350C6591}"/>
          </ac:graphicFrameMkLst>
        </pc:graphicFrameChg>
        <pc:picChg chg="del">
          <ac:chgData name="Benhar Charles Velankanni" userId="S::benhar.velankanni@relevantz.com::3362e219-c834-491f-9854-1ab1850ed95b" providerId="AD" clId="Web-{4BB0B625-0A3F-F891-772A-E3B19C12F2A8}" dt="2025-06-04T12:38:41.404" v="228"/>
          <ac:picMkLst>
            <pc:docMk/>
            <pc:sldMk cId="813771826" sldId="326"/>
            <ac:picMk id="342" creationId="{1BB14074-31A6-92A6-E14D-F3B48CE230BA}"/>
          </ac:picMkLst>
        </pc:picChg>
      </pc:sldChg>
      <pc:sldChg chg="addSp delSp modSp add replId delAnim">
        <pc:chgData name="Benhar Charles Velankanni" userId="S::benhar.velankanni@relevantz.com::3362e219-c834-491f-9854-1ab1850ed95b" providerId="AD" clId="Web-{4BB0B625-0A3F-F891-772A-E3B19C12F2A8}" dt="2025-06-04T12:40:19.239" v="247"/>
        <pc:sldMkLst>
          <pc:docMk/>
          <pc:sldMk cId="2596445856" sldId="327"/>
        </pc:sldMkLst>
        <pc:spChg chg="add del mod">
          <ac:chgData name="Benhar Charles Velankanni" userId="S::benhar.velankanni@relevantz.com::3362e219-c834-491f-9854-1ab1850ed95b" providerId="AD" clId="Web-{4BB0B625-0A3F-F891-772A-E3B19C12F2A8}" dt="2025-06-04T12:40:05.347" v="241"/>
          <ac:spMkLst>
            <pc:docMk/>
            <pc:sldMk cId="2596445856" sldId="327"/>
            <ac:spMk id="3" creationId="{EB94A7B5-3882-E78C-1139-F84537972E76}"/>
          </ac:spMkLst>
        </pc:spChg>
        <pc:spChg chg="del">
          <ac:chgData name="Benhar Charles Velankanni" userId="S::benhar.velankanni@relevantz.com::3362e219-c834-491f-9854-1ab1850ed95b" providerId="AD" clId="Web-{4BB0B625-0A3F-F891-772A-E3B19C12F2A8}" dt="2025-06-04T12:39:58.221" v="240"/>
          <ac:spMkLst>
            <pc:docMk/>
            <pc:sldMk cId="2596445856" sldId="327"/>
            <ac:spMk id="354" creationId="{BAAA65D0-6DEB-5E87-B793-C3C8E99E1860}"/>
          </ac:spMkLst>
        </pc:spChg>
        <pc:graphicFrameChg chg="add mod modGraphic">
          <ac:chgData name="Benhar Charles Velankanni" userId="S::benhar.velankanni@relevantz.com::3362e219-c834-491f-9854-1ab1850ed95b" providerId="AD" clId="Web-{4BB0B625-0A3F-F891-772A-E3B19C12F2A8}" dt="2025-06-04T12:40:19.239" v="247"/>
          <ac:graphicFrameMkLst>
            <pc:docMk/>
            <pc:sldMk cId="2596445856" sldId="327"/>
            <ac:graphicFrameMk id="5" creationId="{3EFB308C-CEEA-FDE9-F437-EA99B1650A87}"/>
          </ac:graphicFrameMkLst>
        </pc:graphicFrameChg>
        <pc:picChg chg="del">
          <ac:chgData name="Benhar Charles Velankanni" userId="S::benhar.velankanni@relevantz.com::3362e219-c834-491f-9854-1ab1850ed95b" providerId="AD" clId="Web-{4BB0B625-0A3F-F891-772A-E3B19C12F2A8}" dt="2025-06-04T12:39:56.081" v="239"/>
          <ac:picMkLst>
            <pc:docMk/>
            <pc:sldMk cId="2596445856" sldId="327"/>
            <ac:picMk id="356" creationId="{B984C28F-990F-CD48-CC75-21863E5A2112}"/>
          </ac:picMkLst>
        </pc:picChg>
      </pc:sldChg>
    </pc:docChg>
  </pc:docChgLst>
  <pc:docChgLst>
    <pc:chgData name="Benhar Charles Velankanni" userId="S::benhar.velankanni@relevantz.com::3362e219-c834-491f-9854-1ab1850ed95b" providerId="AD" clId="Web-{B40E3FFB-5E89-61FA-FF01-295DEB25B7BC}"/>
    <pc:docChg chg="addSld delSld modSld sldOrd">
      <pc:chgData name="Benhar Charles Velankanni" userId="S::benhar.velankanni@relevantz.com::3362e219-c834-491f-9854-1ab1850ed95b" providerId="AD" clId="Web-{B40E3FFB-5E89-61FA-FF01-295DEB25B7BC}" dt="2025-06-04T15:55:20.593" v="346"/>
      <pc:docMkLst>
        <pc:docMk/>
      </pc:docMkLst>
      <pc:sldChg chg="ord">
        <pc:chgData name="Benhar Charles Velankanni" userId="S::benhar.velankanni@relevantz.com::3362e219-c834-491f-9854-1ab1850ed95b" providerId="AD" clId="Web-{B40E3FFB-5E89-61FA-FF01-295DEB25B7BC}" dt="2025-06-04T15:08:53.328" v="246"/>
        <pc:sldMkLst>
          <pc:docMk/>
          <pc:sldMk cId="0" sldId="269"/>
        </pc:sldMkLst>
      </pc:sldChg>
      <pc:sldChg chg="addSp delSp modSp">
        <pc:chgData name="Benhar Charles Velankanni" userId="S::benhar.velankanni@relevantz.com::3362e219-c834-491f-9854-1ab1850ed95b" providerId="AD" clId="Web-{B40E3FFB-5E89-61FA-FF01-295DEB25B7BC}" dt="2025-06-04T13:50:15.800" v="27" actId="1076"/>
        <pc:sldMkLst>
          <pc:docMk/>
          <pc:sldMk cId="0" sldId="290"/>
        </pc:sldMkLst>
        <pc:graphicFrameChg chg="add mod modGraphic">
          <ac:chgData name="Benhar Charles Velankanni" userId="S::benhar.velankanni@relevantz.com::3362e219-c834-491f-9854-1ab1850ed95b" providerId="AD" clId="Web-{B40E3FFB-5E89-61FA-FF01-295DEB25B7BC}" dt="2025-06-04T13:50:15.800" v="27" actId="1076"/>
          <ac:graphicFrameMkLst>
            <pc:docMk/>
            <pc:sldMk cId="0" sldId="290"/>
            <ac:graphicFrameMk id="3" creationId="{778E00DB-8913-26BB-D679-1CCDDEFBA491}"/>
          </ac:graphicFrameMkLst>
        </pc:graphicFrameChg>
        <pc:picChg chg="del">
          <ac:chgData name="Benhar Charles Velankanni" userId="S::benhar.velankanni@relevantz.com::3362e219-c834-491f-9854-1ab1850ed95b" providerId="AD" clId="Web-{B40E3FFB-5E89-61FA-FF01-295DEB25B7BC}" dt="2025-06-04T13:48:08.133" v="0"/>
          <ac:picMkLst>
            <pc:docMk/>
            <pc:sldMk cId="0" sldId="290"/>
            <ac:picMk id="368" creationId="{00000000-0000-0000-0000-000000000000}"/>
          </ac:picMkLst>
        </pc:picChg>
      </pc:sldChg>
      <pc:sldChg chg="addSp delSp modSp delAnim">
        <pc:chgData name="Benhar Charles Velankanni" userId="S::benhar.velankanni@relevantz.com::3362e219-c834-491f-9854-1ab1850ed95b" providerId="AD" clId="Web-{B40E3FFB-5E89-61FA-FF01-295DEB25B7BC}" dt="2025-06-04T13:54:10.990" v="59" actId="1076"/>
        <pc:sldMkLst>
          <pc:docMk/>
          <pc:sldMk cId="0" sldId="292"/>
        </pc:sldMkLst>
        <pc:graphicFrameChg chg="add del mod">
          <ac:chgData name="Benhar Charles Velankanni" userId="S::benhar.velankanni@relevantz.com::3362e219-c834-491f-9854-1ab1850ed95b" providerId="AD" clId="Web-{B40E3FFB-5E89-61FA-FF01-295DEB25B7BC}" dt="2025-06-04T13:54:05.646" v="58"/>
          <ac:graphicFrameMkLst>
            <pc:docMk/>
            <pc:sldMk cId="0" sldId="292"/>
            <ac:graphicFrameMk id="3" creationId="{1D7F9396-6667-3B04-927A-5DAB20704B95}"/>
          </ac:graphicFrameMkLst>
        </pc:graphicFrameChg>
        <pc:graphicFrameChg chg="add">
          <ac:chgData name="Benhar Charles Velankanni" userId="S::benhar.velankanni@relevantz.com::3362e219-c834-491f-9854-1ab1850ed95b" providerId="AD" clId="Web-{B40E3FFB-5E89-61FA-FF01-295DEB25B7BC}" dt="2025-06-04T13:54:00.005" v="57"/>
          <ac:graphicFrameMkLst>
            <pc:docMk/>
            <pc:sldMk cId="0" sldId="292"/>
            <ac:graphicFrameMk id="5" creationId="{DBACB548-CB9D-43B3-821E-54E683CA5359}"/>
          </ac:graphicFrameMkLst>
        </pc:graphicFrameChg>
        <pc:picChg chg="del">
          <ac:chgData name="Benhar Charles Velankanni" userId="S::benhar.velankanni@relevantz.com::3362e219-c834-491f-9854-1ab1850ed95b" providerId="AD" clId="Web-{B40E3FFB-5E89-61FA-FF01-295DEB25B7BC}" dt="2025-06-04T13:50:48.802" v="30"/>
          <ac:picMkLst>
            <pc:docMk/>
            <pc:sldMk cId="0" sldId="292"/>
            <ac:picMk id="380" creationId="{00000000-0000-0000-0000-000000000000}"/>
          </ac:picMkLst>
        </pc:picChg>
      </pc:sldChg>
      <pc:sldChg chg="addSp delSp modSp">
        <pc:chgData name="Benhar Charles Velankanni" userId="S::benhar.velankanni@relevantz.com::3362e219-c834-491f-9854-1ab1850ed95b" providerId="AD" clId="Web-{B40E3FFB-5E89-61FA-FF01-295DEB25B7BC}" dt="2025-06-04T13:57:44.570" v="138"/>
        <pc:sldMkLst>
          <pc:docMk/>
          <pc:sldMk cId="0" sldId="298"/>
        </pc:sldMkLst>
        <pc:graphicFrameChg chg="add mod modGraphic">
          <ac:chgData name="Benhar Charles Velankanni" userId="S::benhar.velankanni@relevantz.com::3362e219-c834-491f-9854-1ab1850ed95b" providerId="AD" clId="Web-{B40E3FFB-5E89-61FA-FF01-295DEB25B7BC}" dt="2025-06-04T13:57:44.570" v="138"/>
          <ac:graphicFrameMkLst>
            <pc:docMk/>
            <pc:sldMk cId="0" sldId="298"/>
            <ac:graphicFrameMk id="3" creationId="{48DDA73F-2397-2BDE-2841-0CBFAF3764CD}"/>
          </ac:graphicFrameMkLst>
        </pc:graphicFrameChg>
        <pc:graphicFrameChg chg="add del mod">
          <ac:chgData name="Benhar Charles Velankanni" userId="S::benhar.velankanni@relevantz.com::3362e219-c834-491f-9854-1ab1850ed95b" providerId="AD" clId="Web-{B40E3FFB-5E89-61FA-FF01-295DEB25B7BC}" dt="2025-06-04T13:57:24.771" v="133"/>
          <ac:graphicFrameMkLst>
            <pc:docMk/>
            <pc:sldMk cId="0" sldId="298"/>
            <ac:graphicFrameMk id="5" creationId="{C079AF71-A93C-CF32-6B66-E64ED6A32C30}"/>
          </ac:graphicFrameMkLst>
        </pc:graphicFrameChg>
        <pc:picChg chg="del">
          <ac:chgData name="Benhar Charles Velankanni" userId="S::benhar.velankanni@relevantz.com::3362e219-c834-491f-9854-1ab1850ed95b" providerId="AD" clId="Web-{B40E3FFB-5E89-61FA-FF01-295DEB25B7BC}" dt="2025-06-04T13:56:33.611" v="69"/>
          <ac:picMkLst>
            <pc:docMk/>
            <pc:sldMk cId="0" sldId="298"/>
            <ac:picMk id="416" creationId="{00000000-0000-0000-0000-000000000000}"/>
          </ac:picMkLst>
        </pc:picChg>
      </pc:sldChg>
      <pc:sldChg chg="addSp delSp modSp">
        <pc:chgData name="Benhar Charles Velankanni" userId="S::benhar.velankanni@relevantz.com::3362e219-c834-491f-9854-1ab1850ed95b" providerId="AD" clId="Web-{B40E3FFB-5E89-61FA-FF01-295DEB25B7BC}" dt="2025-06-04T14:01:21.649" v="155"/>
        <pc:sldMkLst>
          <pc:docMk/>
          <pc:sldMk cId="0" sldId="299"/>
        </pc:sldMkLst>
        <pc:graphicFrameChg chg="add mod modGraphic">
          <ac:chgData name="Benhar Charles Velankanni" userId="S::benhar.velankanni@relevantz.com::3362e219-c834-491f-9854-1ab1850ed95b" providerId="AD" clId="Web-{B40E3FFB-5E89-61FA-FF01-295DEB25B7BC}" dt="2025-06-04T14:01:21.649" v="155"/>
          <ac:graphicFrameMkLst>
            <pc:docMk/>
            <pc:sldMk cId="0" sldId="299"/>
            <ac:graphicFrameMk id="3" creationId="{2FD996BC-D839-A332-0039-8D6AA3C43C9F}"/>
          </ac:graphicFrameMkLst>
        </pc:graphicFrameChg>
        <pc:picChg chg="del">
          <ac:chgData name="Benhar Charles Velankanni" userId="S::benhar.velankanni@relevantz.com::3362e219-c834-491f-9854-1ab1850ed95b" providerId="AD" clId="Web-{B40E3FFB-5E89-61FA-FF01-295DEB25B7BC}" dt="2025-06-04T13:59:07.232" v="148"/>
          <ac:picMkLst>
            <pc:docMk/>
            <pc:sldMk cId="0" sldId="299"/>
            <ac:picMk id="423" creationId="{00000000-0000-0000-0000-000000000000}"/>
          </ac:picMkLst>
        </pc:picChg>
      </pc:sldChg>
      <pc:sldChg chg="addSp delSp modSp">
        <pc:chgData name="Benhar Charles Velankanni" userId="S::benhar.velankanni@relevantz.com::3362e219-c834-491f-9854-1ab1850ed95b" providerId="AD" clId="Web-{B40E3FFB-5E89-61FA-FF01-295DEB25B7BC}" dt="2025-06-04T14:02:24.670" v="162"/>
        <pc:sldMkLst>
          <pc:docMk/>
          <pc:sldMk cId="0" sldId="300"/>
        </pc:sldMkLst>
        <pc:graphicFrameChg chg="add mod modGraphic">
          <ac:chgData name="Benhar Charles Velankanni" userId="S::benhar.velankanni@relevantz.com::3362e219-c834-491f-9854-1ab1850ed95b" providerId="AD" clId="Web-{B40E3FFB-5E89-61FA-FF01-295DEB25B7BC}" dt="2025-06-04T14:02:24.670" v="162"/>
          <ac:graphicFrameMkLst>
            <pc:docMk/>
            <pc:sldMk cId="0" sldId="300"/>
            <ac:graphicFrameMk id="3" creationId="{3D7E240D-973B-36F4-24A3-4C3CE01BADF7}"/>
          </ac:graphicFrameMkLst>
        </pc:graphicFrameChg>
        <pc:picChg chg="del">
          <ac:chgData name="Benhar Charles Velankanni" userId="S::benhar.velankanni@relevantz.com::3362e219-c834-491f-9854-1ab1850ed95b" providerId="AD" clId="Web-{B40E3FFB-5E89-61FA-FF01-295DEB25B7BC}" dt="2025-06-04T14:02:08.169" v="156"/>
          <ac:picMkLst>
            <pc:docMk/>
            <pc:sldMk cId="0" sldId="300"/>
            <ac:picMk id="430" creationId="{00000000-0000-0000-0000-000000000000}"/>
          </ac:picMkLst>
        </pc:picChg>
      </pc:sldChg>
      <pc:sldChg chg="addSp delSp modSp">
        <pc:chgData name="Benhar Charles Velankanni" userId="S::benhar.velankanni@relevantz.com::3362e219-c834-491f-9854-1ab1850ed95b" providerId="AD" clId="Web-{B40E3FFB-5E89-61FA-FF01-295DEB25B7BC}" dt="2025-06-04T14:06:55.535" v="203"/>
        <pc:sldMkLst>
          <pc:docMk/>
          <pc:sldMk cId="0" sldId="301"/>
        </pc:sldMkLst>
        <pc:graphicFrameChg chg="add mod modGraphic">
          <ac:chgData name="Benhar Charles Velankanni" userId="S::benhar.velankanni@relevantz.com::3362e219-c834-491f-9854-1ab1850ed95b" providerId="AD" clId="Web-{B40E3FFB-5E89-61FA-FF01-295DEB25B7BC}" dt="2025-06-04T14:06:55.535" v="203"/>
          <ac:graphicFrameMkLst>
            <pc:docMk/>
            <pc:sldMk cId="0" sldId="301"/>
            <ac:graphicFrameMk id="3" creationId="{42349725-964E-D6B5-15A6-1192BC6B5A6F}"/>
          </ac:graphicFrameMkLst>
        </pc:graphicFrameChg>
        <pc:graphicFrameChg chg="add del mod modGraphic">
          <ac:chgData name="Benhar Charles Velankanni" userId="S::benhar.velankanni@relevantz.com::3362e219-c834-491f-9854-1ab1850ed95b" providerId="AD" clId="Web-{B40E3FFB-5E89-61FA-FF01-295DEB25B7BC}" dt="2025-06-04T14:06:25.267" v="196"/>
          <ac:graphicFrameMkLst>
            <pc:docMk/>
            <pc:sldMk cId="0" sldId="301"/>
            <ac:graphicFrameMk id="5" creationId="{C21D5ACA-D02C-2972-0B1E-D888F1E71A01}"/>
          </ac:graphicFrameMkLst>
        </pc:graphicFrameChg>
        <pc:graphicFrameChg chg="add del">
          <ac:chgData name="Benhar Charles Velankanni" userId="S::benhar.velankanni@relevantz.com::3362e219-c834-491f-9854-1ab1850ed95b" providerId="AD" clId="Web-{B40E3FFB-5E89-61FA-FF01-295DEB25B7BC}" dt="2025-06-04T14:04:50.166" v="174"/>
          <ac:graphicFrameMkLst>
            <pc:docMk/>
            <pc:sldMk cId="0" sldId="301"/>
            <ac:graphicFrameMk id="6" creationId="{AC019E44-22E9-4878-3E87-69DAB4E90FAA}"/>
          </ac:graphicFrameMkLst>
        </pc:graphicFrameChg>
        <pc:picChg chg="del">
          <ac:chgData name="Benhar Charles Velankanni" userId="S::benhar.velankanni@relevantz.com::3362e219-c834-491f-9854-1ab1850ed95b" providerId="AD" clId="Web-{B40E3FFB-5E89-61FA-FF01-295DEB25B7BC}" dt="2025-06-04T14:02:32.655" v="163"/>
          <ac:picMkLst>
            <pc:docMk/>
            <pc:sldMk cId="0" sldId="301"/>
            <ac:picMk id="437" creationId="{00000000-0000-0000-0000-000000000000}"/>
          </ac:picMkLst>
        </pc:picChg>
      </pc:sldChg>
      <pc:sldChg chg="addSp delSp modSp">
        <pc:chgData name="Benhar Charles Velankanni" userId="S::benhar.velankanni@relevantz.com::3362e219-c834-491f-9854-1ab1850ed95b" providerId="AD" clId="Web-{B40E3FFB-5E89-61FA-FF01-295DEB25B7BC}" dt="2025-06-04T15:02:52.783" v="229" actId="1076"/>
        <pc:sldMkLst>
          <pc:docMk/>
          <pc:sldMk cId="0" sldId="306"/>
        </pc:sldMkLst>
        <pc:spChg chg="add del mod">
          <ac:chgData name="Benhar Charles Velankanni" userId="S::benhar.velankanni@relevantz.com::3362e219-c834-491f-9854-1ab1850ed95b" providerId="AD" clId="Web-{B40E3FFB-5E89-61FA-FF01-295DEB25B7BC}" dt="2025-06-04T15:02:25.174" v="220"/>
          <ac:spMkLst>
            <pc:docMk/>
            <pc:sldMk cId="0" sldId="306"/>
            <ac:spMk id="3" creationId="{9ABD00F4-7692-658B-02F2-96FCB31E52B0}"/>
          </ac:spMkLst>
        </pc:spChg>
        <pc:spChg chg="del">
          <ac:chgData name="Benhar Charles Velankanni" userId="S::benhar.velankanni@relevantz.com::3362e219-c834-491f-9854-1ab1850ed95b" providerId="AD" clId="Web-{B40E3FFB-5E89-61FA-FF01-295DEB25B7BC}" dt="2025-06-04T15:02:04.312" v="217"/>
          <ac:spMkLst>
            <pc:docMk/>
            <pc:sldMk cId="0" sldId="306"/>
            <ac:spMk id="465" creationId="{00000000-0000-0000-0000-000000000000}"/>
          </ac:spMkLst>
        </pc:spChg>
        <pc:graphicFrameChg chg="add mod modGraphic">
          <ac:chgData name="Benhar Charles Velankanni" userId="S::benhar.velankanni@relevantz.com::3362e219-c834-491f-9854-1ab1850ed95b" providerId="AD" clId="Web-{B40E3FFB-5E89-61FA-FF01-295DEB25B7BC}" dt="2025-06-04T15:02:52.783" v="229" actId="1076"/>
          <ac:graphicFrameMkLst>
            <pc:docMk/>
            <pc:sldMk cId="0" sldId="306"/>
            <ac:graphicFrameMk id="5" creationId="{FEBAA6E7-712B-86F0-184C-2EB908BCFDFA}"/>
          </ac:graphicFrameMkLst>
        </pc:graphicFrameChg>
      </pc:sldChg>
      <pc:sldChg chg="modSp">
        <pc:chgData name="Benhar Charles Velankanni" userId="S::benhar.velankanni@relevantz.com::3362e219-c834-491f-9854-1ab1850ed95b" providerId="AD" clId="Web-{B40E3FFB-5E89-61FA-FF01-295DEB25B7BC}" dt="2025-06-04T15:21:28.779" v="344" actId="20577"/>
        <pc:sldMkLst>
          <pc:docMk/>
          <pc:sldMk cId="0" sldId="313"/>
        </pc:sldMkLst>
        <pc:spChg chg="mod">
          <ac:chgData name="Benhar Charles Velankanni" userId="S::benhar.velankanni@relevantz.com::3362e219-c834-491f-9854-1ab1850ed95b" providerId="AD" clId="Web-{B40E3FFB-5E89-61FA-FF01-295DEB25B7BC}" dt="2025-06-04T15:21:28.779" v="344" actId="20577"/>
          <ac:spMkLst>
            <pc:docMk/>
            <pc:sldMk cId="0" sldId="313"/>
            <ac:spMk id="509" creationId="{00000000-0000-0000-0000-000000000000}"/>
          </ac:spMkLst>
        </pc:spChg>
      </pc:sldChg>
      <pc:sldChg chg="modSp">
        <pc:chgData name="Benhar Charles Velankanni" userId="S::benhar.velankanni@relevantz.com::3362e219-c834-491f-9854-1ab1850ed95b" providerId="AD" clId="Web-{B40E3FFB-5E89-61FA-FF01-295DEB25B7BC}" dt="2025-06-04T15:03:55.082" v="230"/>
        <pc:sldMkLst>
          <pc:docMk/>
          <pc:sldMk cId="4085850579" sldId="317"/>
        </pc:sldMkLst>
        <pc:graphicFrameChg chg="modGraphic">
          <ac:chgData name="Benhar Charles Velankanni" userId="S::benhar.velankanni@relevantz.com::3362e219-c834-491f-9854-1ab1850ed95b" providerId="AD" clId="Web-{B40E3FFB-5E89-61FA-FF01-295DEB25B7BC}" dt="2025-06-04T15:03:55.082" v="230"/>
          <ac:graphicFrameMkLst>
            <pc:docMk/>
            <pc:sldMk cId="4085850579" sldId="317"/>
            <ac:graphicFrameMk id="5" creationId="{F3DCECEF-AA3D-B301-1836-5252DCB00A0F}"/>
          </ac:graphicFrameMkLst>
        </pc:graphicFrameChg>
      </pc:sldChg>
      <pc:sldChg chg="addSp delSp modSp">
        <pc:chgData name="Benhar Charles Velankanni" userId="S::benhar.velankanni@relevantz.com::3362e219-c834-491f-9854-1ab1850ed95b" providerId="AD" clId="Web-{B40E3FFB-5E89-61FA-FF01-295DEB25B7BC}" dt="2025-06-04T15:06:52.777" v="244"/>
        <pc:sldMkLst>
          <pc:docMk/>
          <pc:sldMk cId="3948225039" sldId="318"/>
        </pc:sldMkLst>
        <pc:graphicFrameChg chg="add mod modGraphic">
          <ac:chgData name="Benhar Charles Velankanni" userId="S::benhar.velankanni@relevantz.com::3362e219-c834-491f-9854-1ab1850ed95b" providerId="AD" clId="Web-{B40E3FFB-5E89-61FA-FF01-295DEB25B7BC}" dt="2025-06-04T15:06:52.777" v="244"/>
          <ac:graphicFrameMkLst>
            <pc:docMk/>
            <pc:sldMk cId="3948225039" sldId="318"/>
            <ac:graphicFrameMk id="3" creationId="{10DC9657-AE9E-CFAB-23FB-0D1EB08C733F}"/>
          </ac:graphicFrameMkLst>
        </pc:graphicFrameChg>
        <pc:graphicFrameChg chg="del">
          <ac:chgData name="Benhar Charles Velankanni" userId="S::benhar.velankanni@relevantz.com::3362e219-c834-491f-9854-1ab1850ed95b" providerId="AD" clId="Web-{B40E3FFB-5E89-61FA-FF01-295DEB25B7BC}" dt="2025-06-04T15:05:34.852" v="231"/>
          <ac:graphicFrameMkLst>
            <pc:docMk/>
            <pc:sldMk cId="3948225039" sldId="318"/>
            <ac:graphicFrameMk id="5" creationId="{10D91901-AD94-7BC1-4D8C-F974353110F2}"/>
          </ac:graphicFrameMkLst>
        </pc:graphicFrameChg>
      </pc:sldChg>
      <pc:sldChg chg="ord">
        <pc:chgData name="Benhar Charles Velankanni" userId="S::benhar.velankanni@relevantz.com::3362e219-c834-491f-9854-1ab1850ed95b" providerId="AD" clId="Web-{B40E3FFB-5E89-61FA-FF01-295DEB25B7BC}" dt="2025-06-04T15:10:16.660" v="262"/>
        <pc:sldMkLst>
          <pc:docMk/>
          <pc:sldMk cId="2631080072" sldId="319"/>
        </pc:sldMkLst>
      </pc:sldChg>
      <pc:sldChg chg="modNotes">
        <pc:chgData name="Benhar Charles Velankanni" userId="S::benhar.velankanni@relevantz.com::3362e219-c834-491f-9854-1ab1850ed95b" providerId="AD" clId="Web-{B40E3FFB-5E89-61FA-FF01-295DEB25B7BC}" dt="2025-06-04T15:55:20.593" v="346"/>
        <pc:sldMkLst>
          <pc:docMk/>
          <pc:sldMk cId="3274934980" sldId="320"/>
        </pc:sldMkLst>
      </pc:sldChg>
      <pc:sldChg chg="addSp delSp modSp add replId delAnim">
        <pc:chgData name="Benhar Charles Velankanni" userId="S::benhar.velankanni@relevantz.com::3362e219-c834-491f-9854-1ab1850ed95b" providerId="AD" clId="Web-{B40E3FFB-5E89-61FA-FF01-295DEB25B7BC}" dt="2025-06-04T13:54:15.209" v="60"/>
        <pc:sldMkLst>
          <pc:docMk/>
          <pc:sldMk cId="1331273169" sldId="328"/>
        </pc:sldMkLst>
        <pc:spChg chg="add del mod">
          <ac:chgData name="Benhar Charles Velankanni" userId="S::benhar.velankanni@relevantz.com::3362e219-c834-491f-9854-1ab1850ed95b" providerId="AD" clId="Web-{B40E3FFB-5E89-61FA-FF01-295DEB25B7BC}" dt="2025-06-04T13:52:28.795" v="41"/>
          <ac:spMkLst>
            <pc:docMk/>
            <pc:sldMk cId="1331273169" sldId="328"/>
            <ac:spMk id="3" creationId="{CE48AF5D-3218-C61C-732E-E5C80296BDE0}"/>
          </ac:spMkLst>
        </pc:spChg>
        <pc:spChg chg="del">
          <ac:chgData name="Benhar Charles Velankanni" userId="S::benhar.velankanni@relevantz.com::3362e219-c834-491f-9854-1ab1850ed95b" providerId="AD" clId="Web-{B40E3FFB-5E89-61FA-FF01-295DEB25B7BC}" dt="2025-06-04T13:51:42.838" v="31"/>
          <ac:spMkLst>
            <pc:docMk/>
            <pc:sldMk cId="1331273169" sldId="328"/>
            <ac:spMk id="378" creationId="{B0468A84-57C3-1CA9-AA76-9932DF686D4C}"/>
          </ac:spMkLst>
        </pc:spChg>
        <pc:graphicFrameChg chg="add del mod modGraphic">
          <ac:chgData name="Benhar Charles Velankanni" userId="S::benhar.velankanni@relevantz.com::3362e219-c834-491f-9854-1ab1850ed95b" providerId="AD" clId="Web-{B40E3FFB-5E89-61FA-FF01-295DEB25B7BC}" dt="2025-06-04T13:53:56.473" v="56"/>
          <ac:graphicFrameMkLst>
            <pc:docMk/>
            <pc:sldMk cId="1331273169" sldId="328"/>
            <ac:graphicFrameMk id="5" creationId="{DBACB548-CB9D-43B3-821E-54E683CA5359}"/>
          </ac:graphicFrameMkLst>
        </pc:graphicFrameChg>
        <pc:graphicFrameChg chg="mod">
          <ac:chgData name="Benhar Charles Velankanni" userId="S::benhar.velankanni@relevantz.com::3362e219-c834-491f-9854-1ab1850ed95b" providerId="AD" clId="Web-{B40E3FFB-5E89-61FA-FF01-295DEB25B7BC}" dt="2025-06-04T13:54:15.209" v="60"/>
          <ac:graphicFrameMkLst>
            <pc:docMk/>
            <pc:sldMk cId="1331273169" sldId="328"/>
            <ac:graphicFrameMk id="7" creationId="{1D7F9396-6667-3B04-927A-5DAB20704B95}"/>
          </ac:graphicFrameMkLst>
        </pc:graphicFrameChg>
        <pc:picChg chg="del">
          <ac:chgData name="Benhar Charles Velankanni" userId="S::benhar.velankanni@relevantz.com::3362e219-c834-491f-9854-1ab1850ed95b" providerId="AD" clId="Web-{B40E3FFB-5E89-61FA-FF01-295DEB25B7BC}" dt="2025-06-04T13:50:45.896" v="29"/>
          <ac:picMkLst>
            <pc:docMk/>
            <pc:sldMk cId="1331273169" sldId="328"/>
            <ac:picMk id="380" creationId="{FF7187CD-2219-C808-C4BD-CC5F896B6A6C}"/>
          </ac:picMkLst>
        </pc:picChg>
      </pc:sldChg>
      <pc:sldChg chg="addSp delSp modSp add replId">
        <pc:chgData name="Benhar Charles Velankanni" userId="S::benhar.velankanni@relevantz.com::3362e219-c834-491f-9854-1ab1850ed95b" providerId="AD" clId="Web-{B40E3FFB-5E89-61FA-FF01-295DEB25B7BC}" dt="2025-06-04T13:55:41.263" v="68" actId="1076"/>
        <pc:sldMkLst>
          <pc:docMk/>
          <pc:sldMk cId="1059031537" sldId="329"/>
        </pc:sldMkLst>
        <pc:spChg chg="add del mod">
          <ac:chgData name="Benhar Charles Velankanni" userId="S::benhar.velankanni@relevantz.com::3362e219-c834-491f-9854-1ab1850ed95b" providerId="AD" clId="Web-{B40E3FFB-5E89-61FA-FF01-295DEB25B7BC}" dt="2025-06-04T13:55:23.621" v="63"/>
          <ac:spMkLst>
            <pc:docMk/>
            <pc:sldMk cId="1059031537" sldId="329"/>
            <ac:spMk id="3" creationId="{D2AB8572-FF9E-8607-91EB-35CCC0907F9A}"/>
          </ac:spMkLst>
        </pc:spChg>
        <pc:spChg chg="del">
          <ac:chgData name="Benhar Charles Velankanni" userId="S::benhar.velankanni@relevantz.com::3362e219-c834-491f-9854-1ab1850ed95b" providerId="AD" clId="Web-{B40E3FFB-5E89-61FA-FF01-295DEB25B7BC}" dt="2025-06-04T13:55:17.933" v="62"/>
          <ac:spMkLst>
            <pc:docMk/>
            <pc:sldMk cId="1059031537" sldId="329"/>
            <ac:spMk id="390" creationId="{A2591873-6DD9-1F5B-2A93-9676497ACEED}"/>
          </ac:spMkLst>
        </pc:spChg>
        <pc:graphicFrameChg chg="add mod modGraphic">
          <ac:chgData name="Benhar Charles Velankanni" userId="S::benhar.velankanni@relevantz.com::3362e219-c834-491f-9854-1ab1850ed95b" providerId="AD" clId="Web-{B40E3FFB-5E89-61FA-FF01-295DEB25B7BC}" dt="2025-06-04T13:55:41.263" v="68" actId="1076"/>
          <ac:graphicFrameMkLst>
            <pc:docMk/>
            <pc:sldMk cId="1059031537" sldId="329"/>
            <ac:graphicFrameMk id="5" creationId="{AC6F4B21-661F-585F-4D65-E2AA8FA950A0}"/>
          </ac:graphicFrameMkLst>
        </pc:graphicFrameChg>
      </pc:sldChg>
      <pc:sldChg chg="delSp modSp add replId">
        <pc:chgData name="Benhar Charles Velankanni" userId="S::benhar.velankanni@relevantz.com::3362e219-c834-491f-9854-1ab1850ed95b" providerId="AD" clId="Web-{B40E3FFB-5E89-61FA-FF01-295DEB25B7BC}" dt="2025-06-04T13:58:22.729" v="147"/>
        <pc:sldMkLst>
          <pc:docMk/>
          <pc:sldMk cId="3923450393" sldId="330"/>
        </pc:sldMkLst>
        <pc:graphicFrameChg chg="del">
          <ac:chgData name="Benhar Charles Velankanni" userId="S::benhar.velankanni@relevantz.com::3362e219-c834-491f-9854-1ab1850ed95b" providerId="AD" clId="Web-{B40E3FFB-5E89-61FA-FF01-295DEB25B7BC}" dt="2025-06-04T13:57:54.852" v="139"/>
          <ac:graphicFrameMkLst>
            <pc:docMk/>
            <pc:sldMk cId="3923450393" sldId="330"/>
            <ac:graphicFrameMk id="3" creationId="{961B6C24-58D9-103F-AE6A-23EC51BD8932}"/>
          </ac:graphicFrameMkLst>
        </pc:graphicFrameChg>
        <pc:graphicFrameChg chg="mod modGraphic">
          <ac:chgData name="Benhar Charles Velankanni" userId="S::benhar.velankanni@relevantz.com::3362e219-c834-491f-9854-1ab1850ed95b" providerId="AD" clId="Web-{B40E3FFB-5E89-61FA-FF01-295DEB25B7BC}" dt="2025-06-04T13:58:22.729" v="147"/>
          <ac:graphicFrameMkLst>
            <pc:docMk/>
            <pc:sldMk cId="3923450393" sldId="330"/>
            <ac:graphicFrameMk id="5" creationId="{27D2225F-E9CE-5476-986C-FCCCE1DACF96}"/>
          </ac:graphicFrameMkLst>
        </pc:graphicFrameChg>
      </pc:sldChg>
      <pc:sldChg chg="delSp modSp add replId">
        <pc:chgData name="Benhar Charles Velankanni" userId="S::benhar.velankanni@relevantz.com::3362e219-c834-491f-9854-1ab1850ed95b" providerId="AD" clId="Web-{B40E3FFB-5E89-61FA-FF01-295DEB25B7BC}" dt="2025-06-04T14:05:50.296" v="189"/>
        <pc:sldMkLst>
          <pc:docMk/>
          <pc:sldMk cId="135159625" sldId="331"/>
        </pc:sldMkLst>
        <pc:graphicFrameChg chg="del">
          <ac:chgData name="Benhar Charles Velankanni" userId="S::benhar.velankanni@relevantz.com::3362e219-c834-491f-9854-1ab1850ed95b" providerId="AD" clId="Web-{B40E3FFB-5E89-61FA-FF01-295DEB25B7BC}" dt="2025-06-04T14:05:05.761" v="177"/>
          <ac:graphicFrameMkLst>
            <pc:docMk/>
            <pc:sldMk cId="135159625" sldId="331"/>
            <ac:graphicFrameMk id="3" creationId="{D5A3D408-79B5-E020-F815-152FFEF179BB}"/>
          </ac:graphicFrameMkLst>
        </pc:graphicFrameChg>
        <pc:graphicFrameChg chg="mod modGraphic">
          <ac:chgData name="Benhar Charles Velankanni" userId="S::benhar.velankanni@relevantz.com::3362e219-c834-491f-9854-1ab1850ed95b" providerId="AD" clId="Web-{B40E3FFB-5E89-61FA-FF01-295DEB25B7BC}" dt="2025-06-04T14:05:50.296" v="189"/>
          <ac:graphicFrameMkLst>
            <pc:docMk/>
            <pc:sldMk cId="135159625" sldId="331"/>
            <ac:graphicFrameMk id="5" creationId="{A9E4A6BD-4188-2981-A87B-5BD4F3D07621}"/>
          </ac:graphicFrameMkLst>
        </pc:graphicFrameChg>
      </pc:sldChg>
      <pc:sldChg chg="addSp delSp modSp add replId">
        <pc:chgData name="Benhar Charles Velankanni" userId="S::benhar.velankanni@relevantz.com::3362e219-c834-491f-9854-1ab1850ed95b" providerId="AD" clId="Web-{B40E3FFB-5E89-61FA-FF01-295DEB25B7BC}" dt="2025-06-04T15:01:28.717" v="216"/>
        <pc:sldMkLst>
          <pc:docMk/>
          <pc:sldMk cId="2863528705" sldId="332"/>
        </pc:sldMkLst>
        <pc:spChg chg="add del mod">
          <ac:chgData name="Benhar Charles Velankanni" userId="S::benhar.velankanni@relevantz.com::3362e219-c834-491f-9854-1ab1850ed95b" providerId="AD" clId="Web-{B40E3FFB-5E89-61FA-FF01-295DEB25B7BC}" dt="2025-06-04T15:00:59.372" v="207"/>
          <ac:spMkLst>
            <pc:docMk/>
            <pc:sldMk cId="2863528705" sldId="332"/>
            <ac:spMk id="3" creationId="{A02B0334-9B10-D7B8-8E6E-D3A1D17327FD}"/>
          </ac:spMkLst>
        </pc:spChg>
        <pc:spChg chg="del">
          <ac:chgData name="Benhar Charles Velankanni" userId="S::benhar.velankanni@relevantz.com::3362e219-c834-491f-9854-1ab1850ed95b" providerId="AD" clId="Web-{B40E3FFB-5E89-61FA-FF01-295DEB25B7BC}" dt="2025-06-04T15:00:52.575" v="205"/>
          <ac:spMkLst>
            <pc:docMk/>
            <pc:sldMk cId="2863528705" sldId="332"/>
            <ac:spMk id="447" creationId="{CCD7A0E0-C107-6EC8-D2F8-6FE4968885E7}"/>
          </ac:spMkLst>
        </pc:spChg>
        <pc:graphicFrameChg chg="add mod modGraphic">
          <ac:chgData name="Benhar Charles Velankanni" userId="S::benhar.velankanni@relevantz.com::3362e219-c834-491f-9854-1ab1850ed95b" providerId="AD" clId="Web-{B40E3FFB-5E89-61FA-FF01-295DEB25B7BC}" dt="2025-06-04T15:01:28.717" v="216"/>
          <ac:graphicFrameMkLst>
            <pc:docMk/>
            <pc:sldMk cId="2863528705" sldId="332"/>
            <ac:graphicFrameMk id="5" creationId="{05A716D7-8EA8-AC24-5484-BC93D6BA9888}"/>
          </ac:graphicFrameMkLst>
        </pc:graphicFrameChg>
        <pc:picChg chg="del">
          <ac:chgData name="Benhar Charles Velankanni" userId="S::benhar.velankanni@relevantz.com::3362e219-c834-491f-9854-1ab1850ed95b" providerId="AD" clId="Web-{B40E3FFB-5E89-61FA-FF01-295DEB25B7BC}" dt="2025-06-04T15:00:53.778" v="206"/>
          <ac:picMkLst>
            <pc:docMk/>
            <pc:sldMk cId="2863528705" sldId="332"/>
            <ac:picMk id="449" creationId="{39E1B664-DCF9-E123-8BAD-F18287B4E8E5}"/>
          </ac:picMkLst>
        </pc:picChg>
      </pc:sldChg>
      <pc:sldChg chg="addSp delSp modSp add replId delAnim">
        <pc:chgData name="Benhar Charles Velankanni" userId="S::benhar.velankanni@relevantz.com::3362e219-c834-491f-9854-1ab1850ed95b" providerId="AD" clId="Web-{B40E3FFB-5E89-61FA-FF01-295DEB25B7BC}" dt="2025-06-04T15:09:55.440" v="261"/>
        <pc:sldMkLst>
          <pc:docMk/>
          <pc:sldMk cId="1241844368" sldId="333"/>
        </pc:sldMkLst>
        <pc:spChg chg="add del mod">
          <ac:chgData name="Benhar Charles Velankanni" userId="S::benhar.velankanni@relevantz.com::3362e219-c834-491f-9854-1ab1850ed95b" providerId="AD" clId="Web-{B40E3FFB-5E89-61FA-FF01-295DEB25B7BC}" dt="2025-06-04T15:09:21.986" v="252"/>
          <ac:spMkLst>
            <pc:docMk/>
            <pc:sldMk cId="1241844368" sldId="333"/>
            <ac:spMk id="3" creationId="{6E10526C-ED92-38AF-EEB7-33BDA865822D}"/>
          </ac:spMkLst>
        </pc:spChg>
        <pc:spChg chg="del">
          <ac:chgData name="Benhar Charles Velankanni" userId="S::benhar.velankanni@relevantz.com::3362e219-c834-491f-9854-1ab1850ed95b" providerId="AD" clId="Web-{B40E3FFB-5E89-61FA-FF01-295DEB25B7BC}" dt="2025-06-04T15:09:10.548" v="249"/>
          <ac:spMkLst>
            <pc:docMk/>
            <pc:sldMk cId="1241844368" sldId="333"/>
            <ac:spMk id="225" creationId="{27C17BB4-1C23-E006-7C7F-3F83B563A8EC}"/>
          </ac:spMkLst>
        </pc:spChg>
        <pc:graphicFrameChg chg="add mod modGraphic">
          <ac:chgData name="Benhar Charles Velankanni" userId="S::benhar.velankanni@relevantz.com::3362e219-c834-491f-9854-1ab1850ed95b" providerId="AD" clId="Web-{B40E3FFB-5E89-61FA-FF01-295DEB25B7BC}" dt="2025-06-04T15:09:55.440" v="261"/>
          <ac:graphicFrameMkLst>
            <pc:docMk/>
            <pc:sldMk cId="1241844368" sldId="333"/>
            <ac:graphicFrameMk id="5" creationId="{3C53C8AA-12E0-F355-3375-5467908655AD}"/>
          </ac:graphicFrameMkLst>
        </pc:graphicFrameChg>
        <pc:picChg chg="del">
          <ac:chgData name="Benhar Charles Velankanni" userId="S::benhar.velankanni@relevantz.com::3362e219-c834-491f-9854-1ab1850ed95b" providerId="AD" clId="Web-{B40E3FFB-5E89-61FA-FF01-295DEB25B7BC}" dt="2025-06-04T15:09:06.063" v="248"/>
          <ac:picMkLst>
            <pc:docMk/>
            <pc:sldMk cId="1241844368" sldId="333"/>
            <ac:picMk id="227" creationId="{4BCEC4CA-8613-3B5B-B8EB-7D693177455C}"/>
          </ac:picMkLst>
        </pc:picChg>
      </pc:sldChg>
      <pc:sldChg chg="add del replId">
        <pc:chgData name="Benhar Charles Velankanni" userId="S::benhar.velankanni@relevantz.com::3362e219-c834-491f-9854-1ab1850ed95b" providerId="AD" clId="Web-{B40E3FFB-5E89-61FA-FF01-295DEB25B7BC}" dt="2025-06-04T15:09:23.892" v="254"/>
        <pc:sldMkLst>
          <pc:docMk/>
          <pc:sldMk cId="1313834256" sldId="334"/>
        </pc:sldMkLst>
      </pc:sldChg>
      <pc:sldChg chg="add del replId">
        <pc:chgData name="Benhar Charles Velankanni" userId="S::benhar.velankanni@relevantz.com::3362e219-c834-491f-9854-1ab1850ed95b" providerId="AD" clId="Web-{B40E3FFB-5E89-61FA-FF01-295DEB25B7BC}" dt="2025-06-04T15:09:17.095" v="251"/>
        <pc:sldMkLst>
          <pc:docMk/>
          <pc:sldMk cId="1797344506" sldId="334"/>
        </pc:sldMkLst>
      </pc:sldChg>
      <pc:sldChg chg="addSp delSp modSp add delAnim">
        <pc:chgData name="Benhar Charles Velankanni" userId="S::benhar.velankanni@relevantz.com::3362e219-c834-491f-9854-1ab1850ed95b" providerId="AD" clId="Web-{B40E3FFB-5E89-61FA-FF01-295DEB25B7BC}" dt="2025-06-04T15:13:43.105" v="308"/>
        <pc:sldMkLst>
          <pc:docMk/>
          <pc:sldMk cId="3279807068" sldId="334"/>
        </pc:sldMkLst>
        <pc:spChg chg="add del mod">
          <ac:chgData name="Benhar Charles Velankanni" userId="S::benhar.velankanni@relevantz.com::3362e219-c834-491f-9854-1ab1850ed95b" providerId="AD" clId="Web-{B40E3FFB-5E89-61FA-FF01-295DEB25B7BC}" dt="2025-06-04T15:11:55.929" v="268"/>
          <ac:spMkLst>
            <pc:docMk/>
            <pc:sldMk cId="3279807068" sldId="334"/>
            <ac:spMk id="3" creationId="{82AFF313-52DD-111F-4A6C-DC27731D72F6}"/>
          </ac:spMkLst>
        </pc:spChg>
        <pc:spChg chg="del mod">
          <ac:chgData name="Benhar Charles Velankanni" userId="S::benhar.velankanni@relevantz.com::3362e219-c834-491f-9854-1ab1850ed95b" providerId="AD" clId="Web-{B40E3FFB-5E89-61FA-FF01-295DEB25B7BC}" dt="2025-06-04T15:11:51.866" v="266"/>
          <ac:spMkLst>
            <pc:docMk/>
            <pc:sldMk cId="3279807068" sldId="334"/>
            <ac:spMk id="295" creationId="{00000000-0000-0000-0000-000000000000}"/>
          </ac:spMkLst>
        </pc:spChg>
        <pc:graphicFrameChg chg="add mod modGraphic">
          <ac:chgData name="Benhar Charles Velankanni" userId="S::benhar.velankanni@relevantz.com::3362e219-c834-491f-9854-1ab1850ed95b" providerId="AD" clId="Web-{B40E3FFB-5E89-61FA-FF01-295DEB25B7BC}" dt="2025-06-04T15:13:43.105" v="308"/>
          <ac:graphicFrameMkLst>
            <pc:docMk/>
            <pc:sldMk cId="3279807068" sldId="334"/>
            <ac:graphicFrameMk id="5" creationId="{C94909C6-FDF1-9CF0-B76C-9701A09F9A57}"/>
          </ac:graphicFrameMkLst>
        </pc:graphicFrameChg>
        <pc:graphicFrameChg chg="add del mod">
          <ac:chgData name="Benhar Charles Velankanni" userId="S::benhar.velankanni@relevantz.com::3362e219-c834-491f-9854-1ab1850ed95b" providerId="AD" clId="Web-{B40E3FFB-5E89-61FA-FF01-295DEB25B7BC}" dt="2025-06-04T15:13:19.057" v="301"/>
          <ac:graphicFrameMkLst>
            <pc:docMk/>
            <pc:sldMk cId="3279807068" sldId="334"/>
            <ac:graphicFrameMk id="7" creationId="{425F90CA-2A8F-FC7B-5F3C-0A916CEF76E4}"/>
          </ac:graphicFrameMkLst>
        </pc:graphicFrameChg>
        <pc:picChg chg="del">
          <ac:chgData name="Benhar Charles Velankanni" userId="S::benhar.velankanni@relevantz.com::3362e219-c834-491f-9854-1ab1850ed95b" providerId="AD" clId="Web-{B40E3FFB-5E89-61FA-FF01-295DEB25B7BC}" dt="2025-06-04T15:11:45.319" v="264"/>
          <ac:picMkLst>
            <pc:docMk/>
            <pc:sldMk cId="3279807068" sldId="334"/>
            <ac:picMk id="297" creationId="{00000000-0000-0000-0000-000000000000}"/>
          </ac:picMkLst>
        </pc:picChg>
        <pc:picChg chg="del">
          <ac:chgData name="Benhar Charles Velankanni" userId="S::benhar.velankanni@relevantz.com::3362e219-c834-491f-9854-1ab1850ed95b" providerId="AD" clId="Web-{B40E3FFB-5E89-61FA-FF01-295DEB25B7BC}" dt="2025-06-04T15:11:52.898" v="267"/>
          <ac:picMkLst>
            <pc:docMk/>
            <pc:sldMk cId="3279807068" sldId="334"/>
            <ac:picMk id="298" creationId="{00000000-0000-0000-0000-000000000000}"/>
          </ac:picMkLst>
        </pc:picChg>
      </pc:sldChg>
      <pc:sldChg chg="add del">
        <pc:chgData name="Benhar Charles Velankanni" userId="S::benhar.velankanni@relevantz.com::3362e219-c834-491f-9854-1ab1850ed95b" providerId="AD" clId="Web-{B40E3FFB-5E89-61FA-FF01-295DEB25B7BC}" dt="2025-06-04T15:12:03.664" v="270"/>
        <pc:sldMkLst>
          <pc:docMk/>
          <pc:sldMk cId="415392672" sldId="335"/>
        </pc:sldMkLst>
      </pc:sldChg>
      <pc:sldChg chg="delSp modSp add replId">
        <pc:chgData name="Benhar Charles Velankanni" userId="S::benhar.velankanni@relevantz.com::3362e219-c834-491f-9854-1ab1850ed95b" providerId="AD" clId="Web-{B40E3FFB-5E89-61FA-FF01-295DEB25B7BC}" dt="2025-06-04T15:14:21.482" v="314"/>
        <pc:sldMkLst>
          <pc:docMk/>
          <pc:sldMk cId="476002841" sldId="335"/>
        </pc:sldMkLst>
        <pc:graphicFrameChg chg="del">
          <ac:chgData name="Benhar Charles Velankanni" userId="S::benhar.velankanni@relevantz.com::3362e219-c834-491f-9854-1ab1850ed95b" providerId="AD" clId="Web-{B40E3FFB-5E89-61FA-FF01-295DEB25B7BC}" dt="2025-06-04T15:12:37.853" v="275"/>
          <ac:graphicFrameMkLst>
            <pc:docMk/>
            <pc:sldMk cId="476002841" sldId="335"/>
            <ac:graphicFrameMk id="5" creationId="{21FC73F3-42D7-F710-783F-E307455141E1}"/>
          </ac:graphicFrameMkLst>
        </pc:graphicFrameChg>
        <pc:graphicFrameChg chg="mod modGraphic">
          <ac:chgData name="Benhar Charles Velankanni" userId="S::benhar.velankanni@relevantz.com::3362e219-c834-491f-9854-1ab1850ed95b" providerId="AD" clId="Web-{B40E3FFB-5E89-61FA-FF01-295DEB25B7BC}" dt="2025-06-04T15:14:21.482" v="314"/>
          <ac:graphicFrameMkLst>
            <pc:docMk/>
            <pc:sldMk cId="476002841" sldId="335"/>
            <ac:graphicFrameMk id="7" creationId="{B1AD0364-C6D0-68FC-2166-687E3A9194B5}"/>
          </ac:graphicFrameMkLst>
        </pc:graphicFrameChg>
      </pc:sldChg>
      <pc:sldChg chg="addSp delSp modSp add replId delAnim">
        <pc:chgData name="Benhar Charles Velankanni" userId="S::benhar.velankanni@relevantz.com::3362e219-c834-491f-9854-1ab1850ed95b" providerId="AD" clId="Web-{B40E3FFB-5E89-61FA-FF01-295DEB25B7BC}" dt="2025-06-04T15:16:23.611" v="332"/>
        <pc:sldMkLst>
          <pc:docMk/>
          <pc:sldMk cId="2616356292" sldId="336"/>
        </pc:sldMkLst>
        <pc:spChg chg="add del mod">
          <ac:chgData name="Benhar Charles Velankanni" userId="S::benhar.velankanni@relevantz.com::3362e219-c834-491f-9854-1ab1850ed95b" providerId="AD" clId="Web-{B40E3FFB-5E89-61FA-FF01-295DEB25B7BC}" dt="2025-06-04T15:15:29.594" v="319"/>
          <ac:spMkLst>
            <pc:docMk/>
            <pc:sldMk cId="2616356292" sldId="336"/>
            <ac:spMk id="3" creationId="{36ABF1B6-987F-2180-C4C5-1762EE179C64}"/>
          </ac:spMkLst>
        </pc:spChg>
        <pc:spChg chg="del">
          <ac:chgData name="Benhar Charles Velankanni" userId="S::benhar.velankanni@relevantz.com::3362e219-c834-491f-9854-1ab1850ed95b" providerId="AD" clId="Web-{B40E3FFB-5E89-61FA-FF01-295DEB25B7BC}" dt="2025-06-04T15:15:25.093" v="318"/>
          <ac:spMkLst>
            <pc:docMk/>
            <pc:sldMk cId="2616356292" sldId="336"/>
            <ac:spMk id="303" creationId="{E78CCCAA-0A2A-6952-E98C-8F618F8BFDBD}"/>
          </ac:spMkLst>
        </pc:spChg>
        <pc:graphicFrameChg chg="add mod modGraphic">
          <ac:chgData name="Benhar Charles Velankanni" userId="S::benhar.velankanni@relevantz.com::3362e219-c834-491f-9854-1ab1850ed95b" providerId="AD" clId="Web-{B40E3FFB-5E89-61FA-FF01-295DEB25B7BC}" dt="2025-06-04T15:16:23.611" v="332"/>
          <ac:graphicFrameMkLst>
            <pc:docMk/>
            <pc:sldMk cId="2616356292" sldId="336"/>
            <ac:graphicFrameMk id="5" creationId="{A8EF8B6C-EFE3-A143-D396-F73C4683AAC7}"/>
          </ac:graphicFrameMkLst>
        </pc:graphicFrameChg>
        <pc:picChg chg="del">
          <ac:chgData name="Benhar Charles Velankanni" userId="S::benhar.velankanni@relevantz.com::3362e219-c834-491f-9854-1ab1850ed95b" providerId="AD" clId="Web-{B40E3FFB-5E89-61FA-FF01-295DEB25B7BC}" dt="2025-06-04T15:15:20.374" v="316"/>
          <ac:picMkLst>
            <pc:docMk/>
            <pc:sldMk cId="2616356292" sldId="336"/>
            <ac:picMk id="305" creationId="{1F08C78F-CD75-7A86-CBAE-F3738CD4DDFE}"/>
          </ac:picMkLst>
        </pc:picChg>
        <pc:picChg chg="del">
          <ac:chgData name="Benhar Charles Velankanni" userId="S::benhar.velankanni@relevantz.com::3362e219-c834-491f-9854-1ab1850ed95b" providerId="AD" clId="Web-{B40E3FFB-5E89-61FA-FF01-295DEB25B7BC}" dt="2025-06-04T15:15:21.640" v="317"/>
          <ac:picMkLst>
            <pc:docMk/>
            <pc:sldMk cId="2616356292" sldId="336"/>
            <ac:picMk id="306" creationId="{C46FFE2C-1293-0727-A14F-F4CC98BE4735}"/>
          </ac:picMkLst>
        </pc:picChg>
      </pc:sldChg>
      <pc:sldChg chg="addSp delSp modSp add replId">
        <pc:chgData name="Benhar Charles Velankanni" userId="S::benhar.velankanni@relevantz.com::3362e219-c834-491f-9854-1ab1850ed95b" providerId="AD" clId="Web-{B40E3FFB-5E89-61FA-FF01-295DEB25B7BC}" dt="2025-06-04T15:20:24.636" v="342" actId="1076"/>
        <pc:sldMkLst>
          <pc:docMk/>
          <pc:sldMk cId="2264971171" sldId="337"/>
        </pc:sldMkLst>
        <pc:graphicFrameChg chg="add mod modGraphic">
          <ac:chgData name="Benhar Charles Velankanni" userId="S::benhar.velankanni@relevantz.com::3362e219-c834-491f-9854-1ab1850ed95b" providerId="AD" clId="Web-{B40E3FFB-5E89-61FA-FF01-295DEB25B7BC}" dt="2025-06-04T15:20:24.636" v="342" actId="1076"/>
          <ac:graphicFrameMkLst>
            <pc:docMk/>
            <pc:sldMk cId="2264971171" sldId="337"/>
            <ac:graphicFrameMk id="3" creationId="{E145B686-DE11-47E3-A36A-59F889F2C57D}"/>
          </ac:graphicFrameMkLst>
        </pc:graphicFrameChg>
        <pc:graphicFrameChg chg="del">
          <ac:chgData name="Benhar Charles Velankanni" userId="S::benhar.velankanni@relevantz.com::3362e219-c834-491f-9854-1ab1850ed95b" providerId="AD" clId="Web-{B40E3FFB-5E89-61FA-FF01-295DEB25B7BC}" dt="2025-06-04T15:18:33.882" v="334"/>
          <ac:graphicFrameMkLst>
            <pc:docMk/>
            <pc:sldMk cId="2264971171" sldId="337"/>
            <ac:graphicFrameMk id="5" creationId="{E011B328-8451-1421-FC0E-51027C8C1334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3576357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7625e78053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1" name="Google Shape;401;g27625e78053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7907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2475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64689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79337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11706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96717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88155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3025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70245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4328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65498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1D788180-48D0-3F11-C4E4-C59942538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>
            <a:extLst>
              <a:ext uri="{FF2B5EF4-FFF2-40B4-BE49-F238E27FC236}">
                <a16:creationId xmlns:a16="http://schemas.microsoft.com/office/drawing/2014/main" id="{07712EC2-8234-B5ED-A179-A251219CDA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>
            <a:extLst>
              <a:ext uri="{FF2B5EF4-FFF2-40B4-BE49-F238E27FC236}">
                <a16:creationId xmlns:a16="http://schemas.microsoft.com/office/drawing/2014/main" id="{B786A3D3-CF9C-043B-5DF9-2480B946EB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86186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CAEC23B0-2098-6E8D-2B56-871064FEB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>
            <a:extLst>
              <a:ext uri="{FF2B5EF4-FFF2-40B4-BE49-F238E27FC236}">
                <a16:creationId xmlns:a16="http://schemas.microsoft.com/office/drawing/2014/main" id="{CC139F30-5130-26D5-D868-1C13FCCF26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>
            <a:extLst>
              <a:ext uri="{FF2B5EF4-FFF2-40B4-BE49-F238E27FC236}">
                <a16:creationId xmlns:a16="http://schemas.microsoft.com/office/drawing/2014/main" id="{041749D5-72E4-3E6A-B8DF-373C68BF4C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14404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386B4032-3F50-F576-4583-AD4A66244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>
            <a:extLst>
              <a:ext uri="{FF2B5EF4-FFF2-40B4-BE49-F238E27FC236}">
                <a16:creationId xmlns:a16="http://schemas.microsoft.com/office/drawing/2014/main" id="{D6839384-0958-5129-AA50-ABAE0F234F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>
            <a:extLst>
              <a:ext uri="{FF2B5EF4-FFF2-40B4-BE49-F238E27FC236}">
                <a16:creationId xmlns:a16="http://schemas.microsoft.com/office/drawing/2014/main" id="{F591A47D-12EA-059E-67CC-B3AA8DD3F5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07907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5971ABC4-C928-4797-40DC-F9323A0C8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>
            <a:extLst>
              <a:ext uri="{FF2B5EF4-FFF2-40B4-BE49-F238E27FC236}">
                <a16:creationId xmlns:a16="http://schemas.microsoft.com/office/drawing/2014/main" id="{AA0B0265-8BF4-6262-154A-216D3C65F5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>
            <a:extLst>
              <a:ext uri="{FF2B5EF4-FFF2-40B4-BE49-F238E27FC236}">
                <a16:creationId xmlns:a16="http://schemas.microsoft.com/office/drawing/2014/main" id="{95F98ED7-202F-5690-7387-FAB2A874BB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89830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A3D2480A-96EA-BE59-8482-3C1246084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>
            <a:extLst>
              <a:ext uri="{FF2B5EF4-FFF2-40B4-BE49-F238E27FC236}">
                <a16:creationId xmlns:a16="http://schemas.microsoft.com/office/drawing/2014/main" id="{FA8EE6DB-A388-26EA-BD14-0038FD4987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>
            <a:extLst>
              <a:ext uri="{FF2B5EF4-FFF2-40B4-BE49-F238E27FC236}">
                <a16:creationId xmlns:a16="http://schemas.microsoft.com/office/drawing/2014/main" id="{58DF3ACE-D6B9-9392-816D-DA30628021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00568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0617EE5E-8BC9-7F89-27DA-2782CF5D6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>
            <a:extLst>
              <a:ext uri="{FF2B5EF4-FFF2-40B4-BE49-F238E27FC236}">
                <a16:creationId xmlns:a16="http://schemas.microsoft.com/office/drawing/2014/main" id="{08B7804D-3A05-3CD7-9AF3-1FEE4D7E6E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>
            <a:extLst>
              <a:ext uri="{FF2B5EF4-FFF2-40B4-BE49-F238E27FC236}">
                <a16:creationId xmlns:a16="http://schemas.microsoft.com/office/drawing/2014/main" id="{4A628A9F-39B8-2A67-0A74-F304870B4E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60838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7D8A1B67-4EF6-FE84-F289-F679B6FE5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>
            <a:extLst>
              <a:ext uri="{FF2B5EF4-FFF2-40B4-BE49-F238E27FC236}">
                <a16:creationId xmlns:a16="http://schemas.microsoft.com/office/drawing/2014/main" id="{E3EB28FE-D3F7-6C19-7A4D-1221BF0A17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>
            <a:extLst>
              <a:ext uri="{FF2B5EF4-FFF2-40B4-BE49-F238E27FC236}">
                <a16:creationId xmlns:a16="http://schemas.microsoft.com/office/drawing/2014/main" id="{781CA599-FCA4-E5D2-D572-8470258399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5691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F7E6273C-3DBA-2F81-2DC3-111C75487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>
            <a:extLst>
              <a:ext uri="{FF2B5EF4-FFF2-40B4-BE49-F238E27FC236}">
                <a16:creationId xmlns:a16="http://schemas.microsoft.com/office/drawing/2014/main" id="{2CA3BC06-8910-1E21-9B08-56882FC825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>
            <a:extLst>
              <a:ext uri="{FF2B5EF4-FFF2-40B4-BE49-F238E27FC236}">
                <a16:creationId xmlns:a16="http://schemas.microsoft.com/office/drawing/2014/main" id="{7CF86398-BFB7-4668-4778-7A9CC6EB5F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3174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8A8BB3F9-FD0E-3E10-816E-6CC12B771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>
            <a:extLst>
              <a:ext uri="{FF2B5EF4-FFF2-40B4-BE49-F238E27FC236}">
                <a16:creationId xmlns:a16="http://schemas.microsoft.com/office/drawing/2014/main" id="{E215875A-140E-EB31-D025-C1BB5483F0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>
            <a:extLst>
              <a:ext uri="{FF2B5EF4-FFF2-40B4-BE49-F238E27FC236}">
                <a16:creationId xmlns:a16="http://schemas.microsoft.com/office/drawing/2014/main" id="{272C70E6-B2F0-4273-803B-BAE3C27D6C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70831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B8323906-731A-735E-B734-FC5BC4B98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>
            <a:extLst>
              <a:ext uri="{FF2B5EF4-FFF2-40B4-BE49-F238E27FC236}">
                <a16:creationId xmlns:a16="http://schemas.microsoft.com/office/drawing/2014/main" id="{5A21DF3E-3B3C-97BC-17F2-1092707C2F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>
            <a:extLst>
              <a:ext uri="{FF2B5EF4-FFF2-40B4-BE49-F238E27FC236}">
                <a16:creationId xmlns:a16="http://schemas.microsoft.com/office/drawing/2014/main" id="{5CA23B34-9CA8-3348-80A6-3F727BDF76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66932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162F8F36-DCD1-F202-20DC-8E83151EB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>
            <a:extLst>
              <a:ext uri="{FF2B5EF4-FFF2-40B4-BE49-F238E27FC236}">
                <a16:creationId xmlns:a16="http://schemas.microsoft.com/office/drawing/2014/main" id="{DB83DD04-1890-1A94-913B-533285D06A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>
            <a:extLst>
              <a:ext uri="{FF2B5EF4-FFF2-40B4-BE49-F238E27FC236}">
                <a16:creationId xmlns:a16="http://schemas.microsoft.com/office/drawing/2014/main" id="{46CD7911-A217-06D9-7513-0C935E30EB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87927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7" name="Google Shape;48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28606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5" name="Google Shape;49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98637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7" name="Google Shape;50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9500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 - White ">
  <p:cSld name="TITLE_1_1_1_1_1_1_1_1_1_1_1_1_1_2">
    <p:bg>
      <p:bgPr>
        <a:noFill/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0"/>
          <p:cNvSpPr txBox="1">
            <a:spLocks noGrp="1"/>
          </p:cNvSpPr>
          <p:nvPr>
            <p:ph type="title"/>
          </p:nvPr>
        </p:nvSpPr>
        <p:spPr>
          <a:xfrm>
            <a:off x="457200" y="1070150"/>
            <a:ext cx="4769100" cy="25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Proxima Nova"/>
              <a:buNone/>
              <a:defRPr sz="4000" b="0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/>
          <p:nvPr/>
        </p:nvSpPr>
        <p:spPr>
          <a:xfrm rot="10800000" flipH="1">
            <a:off x="457200" y="809428"/>
            <a:ext cx="3276300" cy="104400"/>
          </a:xfrm>
          <a:prstGeom prst="rect">
            <a:avLst/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1">
  <p:cSld name="CUSTOM_2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3"/>
          <p:cNvSpPr txBox="1"/>
          <p:nvPr/>
        </p:nvSpPr>
        <p:spPr>
          <a:xfrm>
            <a:off x="2099100" y="1456925"/>
            <a:ext cx="5262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" sz="4400" b="0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rPr>
              <a:t>THANK YOU</a:t>
            </a:r>
            <a:endParaRPr sz="4400" b="0" i="0" u="none" strike="noStrike" cap="none">
              <a:solidFill>
                <a:schemeClr val="accen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" name="Google Shape;20;p23"/>
          <p:cNvSpPr txBox="1">
            <a:spLocks noGrp="1"/>
          </p:cNvSpPr>
          <p:nvPr>
            <p:ph type="subTitle" idx="1"/>
          </p:nvPr>
        </p:nvSpPr>
        <p:spPr>
          <a:xfrm>
            <a:off x="2092775" y="2305650"/>
            <a:ext cx="52719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23" name="Google Shape;23;p23"/>
          <p:cNvSpPr/>
          <p:nvPr/>
        </p:nvSpPr>
        <p:spPr>
          <a:xfrm>
            <a:off x="2166199" y="3057550"/>
            <a:ext cx="6492300" cy="27900"/>
          </a:xfrm>
          <a:prstGeom prst="rect">
            <a:avLst/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uble coulmn">
  <p:cSld name="TITLE_1_1_1_1_1_1">
    <p:bg>
      <p:bgPr>
        <a:noFill/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>
            <a:spLocks noGrp="1"/>
          </p:cNvSpPr>
          <p:nvPr>
            <p:ph type="subTitle" idx="1"/>
          </p:nvPr>
        </p:nvSpPr>
        <p:spPr>
          <a:xfrm>
            <a:off x="460075" y="929725"/>
            <a:ext cx="37572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body" idx="2"/>
          </p:nvPr>
        </p:nvSpPr>
        <p:spPr>
          <a:xfrm>
            <a:off x="450500" y="1293950"/>
            <a:ext cx="3853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36" name="Google Shape;36;p25"/>
          <p:cNvSpPr txBox="1">
            <a:spLocks noGrp="1"/>
          </p:cNvSpPr>
          <p:nvPr>
            <p:ph type="subTitle" idx="3"/>
          </p:nvPr>
        </p:nvSpPr>
        <p:spPr>
          <a:xfrm>
            <a:off x="4843175" y="929725"/>
            <a:ext cx="37572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body" idx="4"/>
          </p:nvPr>
        </p:nvSpPr>
        <p:spPr>
          <a:xfrm>
            <a:off x="4833600" y="1293950"/>
            <a:ext cx="3853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sldNum" idx="12"/>
          </p:nvPr>
        </p:nvSpPr>
        <p:spPr>
          <a:xfrm>
            <a:off x="8472450" y="4712700"/>
            <a:ext cx="548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25"/>
          <p:cNvSpPr txBox="1"/>
          <p:nvPr/>
        </p:nvSpPr>
        <p:spPr>
          <a:xfrm>
            <a:off x="3763400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999999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  For Internal use only      </a:t>
            </a:r>
            <a:endParaRPr sz="800" b="0" i="0" u="none" strike="noStrike" cap="none">
              <a:solidFill>
                <a:srgbClr val="999999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2" name="Google Shape;42;p25"/>
          <p:cNvSpPr txBox="1">
            <a:spLocks noGrp="1"/>
          </p:cNvSpPr>
          <p:nvPr>
            <p:ph type="title"/>
          </p:nvPr>
        </p:nvSpPr>
        <p:spPr>
          <a:xfrm>
            <a:off x="469650" y="287550"/>
            <a:ext cx="82173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column with image">
  <p:cSld name="TITLE_1_1_1_1_1_1_1">
    <p:bg>
      <p:bgPr>
        <a:noFill/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6"/>
          <p:cNvSpPr>
            <a:spLocks noGrp="1"/>
          </p:cNvSpPr>
          <p:nvPr>
            <p:ph type="pic" idx="2"/>
          </p:nvPr>
        </p:nvSpPr>
        <p:spPr>
          <a:xfrm>
            <a:off x="5027125" y="0"/>
            <a:ext cx="41169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26"/>
          <p:cNvSpPr txBox="1"/>
          <p:nvPr/>
        </p:nvSpPr>
        <p:spPr>
          <a:xfrm>
            <a:off x="3423325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999999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  For Internal use only      </a:t>
            </a:r>
            <a:endParaRPr sz="800" b="0" i="0" u="none" strike="noStrike" cap="none">
              <a:solidFill>
                <a:srgbClr val="999999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6" name="Google Shape;46;p26"/>
          <p:cNvSpPr txBox="1">
            <a:spLocks noGrp="1"/>
          </p:cNvSpPr>
          <p:nvPr>
            <p:ph type="subTitle" idx="1"/>
          </p:nvPr>
        </p:nvSpPr>
        <p:spPr>
          <a:xfrm>
            <a:off x="460075" y="1082125"/>
            <a:ext cx="37572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body" idx="3"/>
          </p:nvPr>
        </p:nvSpPr>
        <p:spPr>
          <a:xfrm>
            <a:off x="450500" y="1446350"/>
            <a:ext cx="3853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49" name="Google Shape;49;p26"/>
          <p:cNvSpPr txBox="1">
            <a:spLocks noGrp="1"/>
          </p:cNvSpPr>
          <p:nvPr>
            <p:ph type="sldNum" idx="12"/>
          </p:nvPr>
        </p:nvSpPr>
        <p:spPr>
          <a:xfrm>
            <a:off x="8472450" y="4712700"/>
            <a:ext cx="548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title"/>
          </p:nvPr>
        </p:nvSpPr>
        <p:spPr>
          <a:xfrm>
            <a:off x="469650" y="287550"/>
            <a:ext cx="42846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file desciption">
  <p:cSld name="TITLE_1_1_1_1_1_1_1_1_1">
    <p:bg>
      <p:bgPr>
        <a:noFill/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7"/>
          <p:cNvSpPr txBox="1">
            <a:spLocks noGrp="1"/>
          </p:cNvSpPr>
          <p:nvPr>
            <p:ph type="subTitle" idx="1"/>
          </p:nvPr>
        </p:nvSpPr>
        <p:spPr>
          <a:xfrm>
            <a:off x="460075" y="929725"/>
            <a:ext cx="8217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27"/>
          <p:cNvSpPr/>
          <p:nvPr/>
        </p:nvSpPr>
        <p:spPr>
          <a:xfrm>
            <a:off x="896150" y="1428175"/>
            <a:ext cx="1437900" cy="1437900"/>
          </a:xfrm>
          <a:prstGeom prst="donut">
            <a:avLst>
              <a:gd name="adj" fmla="val 5329"/>
            </a:avLst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7"/>
          <p:cNvSpPr>
            <a:spLocks noGrp="1"/>
          </p:cNvSpPr>
          <p:nvPr>
            <p:ph type="pic" idx="2"/>
          </p:nvPr>
        </p:nvSpPr>
        <p:spPr>
          <a:xfrm>
            <a:off x="953750" y="1485825"/>
            <a:ext cx="1322700" cy="1322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6" name="Google Shape;56;p27"/>
          <p:cNvSpPr txBox="1">
            <a:spLocks noGrp="1"/>
          </p:cNvSpPr>
          <p:nvPr>
            <p:ph type="body" idx="3"/>
          </p:nvPr>
        </p:nvSpPr>
        <p:spPr>
          <a:xfrm>
            <a:off x="450500" y="2952050"/>
            <a:ext cx="2329200" cy="14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57" name="Google Shape;57;p27"/>
          <p:cNvSpPr/>
          <p:nvPr/>
        </p:nvSpPr>
        <p:spPr>
          <a:xfrm>
            <a:off x="3859350" y="1428175"/>
            <a:ext cx="1437900" cy="1437900"/>
          </a:xfrm>
          <a:prstGeom prst="donut">
            <a:avLst>
              <a:gd name="adj" fmla="val 5329"/>
            </a:avLst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7"/>
          <p:cNvSpPr>
            <a:spLocks noGrp="1"/>
          </p:cNvSpPr>
          <p:nvPr>
            <p:ph type="pic" idx="4"/>
          </p:nvPr>
        </p:nvSpPr>
        <p:spPr>
          <a:xfrm>
            <a:off x="3916950" y="1485825"/>
            <a:ext cx="1322700" cy="1322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9" name="Google Shape;59;p27"/>
          <p:cNvSpPr txBox="1">
            <a:spLocks noGrp="1"/>
          </p:cNvSpPr>
          <p:nvPr>
            <p:ph type="body" idx="5"/>
          </p:nvPr>
        </p:nvSpPr>
        <p:spPr>
          <a:xfrm>
            <a:off x="3413700" y="2952050"/>
            <a:ext cx="2329200" cy="14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60" name="Google Shape;60;p27"/>
          <p:cNvSpPr/>
          <p:nvPr/>
        </p:nvSpPr>
        <p:spPr>
          <a:xfrm>
            <a:off x="6793825" y="1428175"/>
            <a:ext cx="1437900" cy="1437900"/>
          </a:xfrm>
          <a:prstGeom prst="donut">
            <a:avLst>
              <a:gd name="adj" fmla="val 5329"/>
            </a:avLst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7"/>
          <p:cNvSpPr>
            <a:spLocks noGrp="1"/>
          </p:cNvSpPr>
          <p:nvPr>
            <p:ph type="pic" idx="6"/>
          </p:nvPr>
        </p:nvSpPr>
        <p:spPr>
          <a:xfrm>
            <a:off x="6851425" y="1485825"/>
            <a:ext cx="1322700" cy="1322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2" name="Google Shape;62;p27"/>
          <p:cNvSpPr txBox="1">
            <a:spLocks noGrp="1"/>
          </p:cNvSpPr>
          <p:nvPr>
            <p:ph type="body" idx="7"/>
          </p:nvPr>
        </p:nvSpPr>
        <p:spPr>
          <a:xfrm>
            <a:off x="6348175" y="2952050"/>
            <a:ext cx="2329200" cy="14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sldNum" idx="12"/>
          </p:nvPr>
        </p:nvSpPr>
        <p:spPr>
          <a:xfrm>
            <a:off x="8472450" y="4712700"/>
            <a:ext cx="548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27"/>
          <p:cNvSpPr txBox="1"/>
          <p:nvPr/>
        </p:nvSpPr>
        <p:spPr>
          <a:xfrm>
            <a:off x="3763400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999999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  For Internal use only      </a:t>
            </a:r>
            <a:endParaRPr sz="800" b="0" i="0" u="none" strike="noStrike" cap="none">
              <a:solidFill>
                <a:srgbClr val="999999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7" name="Google Shape;67;p27"/>
          <p:cNvSpPr txBox="1">
            <a:spLocks noGrp="1"/>
          </p:cNvSpPr>
          <p:nvPr>
            <p:ph type="title"/>
          </p:nvPr>
        </p:nvSpPr>
        <p:spPr>
          <a:xfrm>
            <a:off x="469650" y="287550"/>
            <a:ext cx="82173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Pre -Tes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>
            <a:spLocks noGrp="1"/>
          </p:cNvSpPr>
          <p:nvPr>
            <p:ph type="title"/>
          </p:nvPr>
        </p:nvSpPr>
        <p:spPr>
          <a:xfrm>
            <a:off x="424543" y="143088"/>
            <a:ext cx="8319300" cy="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00" b="1" i="0" u="none" strike="noStrike" cap="none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" name="Google Shape;71;p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28"/>
          <p:cNvSpPr txBox="1">
            <a:spLocks noGrp="1"/>
          </p:cNvSpPr>
          <p:nvPr>
            <p:ph type="sldNum" idx="12"/>
          </p:nvPr>
        </p:nvSpPr>
        <p:spPr>
          <a:xfrm>
            <a:off x="689491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" name="Google Shape;73;p28" descr="C:\Users\rajthilaks\Desktop\LogoPNG.png"/>
          <p:cNvPicPr preferRelativeResize="0"/>
          <p:nvPr/>
        </p:nvPicPr>
        <p:blipFill rotWithShape="1">
          <a:blip r:embed="rId3">
            <a:alphaModFix/>
          </a:blip>
          <a:srcRect b="23652"/>
          <a:stretch/>
        </p:blipFill>
        <p:spPr>
          <a:xfrm>
            <a:off x="8398669" y="139151"/>
            <a:ext cx="579129" cy="23640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4" name="Google Shape;74;p28"/>
          <p:cNvGraphicFramePr/>
          <p:nvPr/>
        </p:nvGraphicFramePr>
        <p:xfrm>
          <a:off x="1317713" y="833000"/>
          <a:ext cx="6221200" cy="3742000"/>
        </p:xfrm>
        <a:graphic>
          <a:graphicData uri="http://schemas.openxmlformats.org/drawingml/2006/table">
            <a:tbl>
              <a:tblPr firstRow="1" bandRow="1">
                <a:noFill/>
                <a:tableStyleId>{51958573-18DD-4F4F-87A5-23D0A4D2D5AC}</a:tableStyleId>
              </a:tblPr>
              <a:tblGrid>
                <a:gridCol w="59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S.No.</a:t>
                      </a: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Question </a:t>
                      </a: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Answer Options</a:t>
                      </a:r>
                      <a:endParaRPr sz="1100" u="none" strike="noStrike" cap="none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 - White ">
  <p:cSld name="TITLE_1_1_1_1_1_1_1_1_1_1_1_1_1_2">
    <p:bg>
      <p:bgPr>
        <a:noFill/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2"/>
          <p:cNvSpPr txBox="1">
            <a:spLocks noGrp="1"/>
          </p:cNvSpPr>
          <p:nvPr>
            <p:ph type="title"/>
          </p:nvPr>
        </p:nvSpPr>
        <p:spPr>
          <a:xfrm>
            <a:off x="457200" y="1070150"/>
            <a:ext cx="4769100" cy="25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Proxima Nova"/>
              <a:buNone/>
              <a:defRPr sz="4000" b="0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78" name="Google Shape;78;p22"/>
          <p:cNvPicPr preferRelativeResize="0"/>
          <p:nvPr/>
        </p:nvPicPr>
        <p:blipFill rotWithShape="1">
          <a:blip r:embed="rId2">
            <a:alphaModFix/>
          </a:blip>
          <a:srcRect t="835" b="835"/>
          <a:stretch/>
        </p:blipFill>
        <p:spPr>
          <a:xfrm>
            <a:off x="7828161" y="4769500"/>
            <a:ext cx="858649" cy="164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" name="Google Shape;81;p22"/>
          <p:cNvGrpSpPr/>
          <p:nvPr/>
        </p:nvGrpSpPr>
        <p:grpSpPr>
          <a:xfrm>
            <a:off x="6588505" y="-28"/>
            <a:ext cx="2555491" cy="5143634"/>
            <a:chOff x="6484825" y="114035"/>
            <a:chExt cx="2659200" cy="5029465"/>
          </a:xfrm>
        </p:grpSpPr>
        <p:sp>
          <p:nvSpPr>
            <p:cNvPr id="82" name="Google Shape;82;p22"/>
            <p:cNvSpPr/>
            <p:nvPr/>
          </p:nvSpPr>
          <p:spPr>
            <a:xfrm rot="10800000">
              <a:off x="7629606" y="114035"/>
              <a:ext cx="1514400" cy="2285100"/>
            </a:xfrm>
            <a:prstGeom prst="rtTriangle">
              <a:avLst/>
            </a:prstGeom>
            <a:gradFill>
              <a:gsLst>
                <a:gs pos="0">
                  <a:srgbClr val="82297B"/>
                </a:gs>
                <a:gs pos="100000">
                  <a:srgbClr val="BF215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22"/>
            <p:cNvSpPr/>
            <p:nvPr/>
          </p:nvSpPr>
          <p:spPr>
            <a:xfrm rot="-5400000">
              <a:off x="5810725" y="1810200"/>
              <a:ext cx="4007400" cy="2659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uble line heading cover slide - White BG">
  <p:cSld name="TITLE_1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9"/>
          <p:cNvSpPr txBox="1">
            <a:spLocks noGrp="1"/>
          </p:cNvSpPr>
          <p:nvPr>
            <p:ph type="title"/>
          </p:nvPr>
        </p:nvSpPr>
        <p:spPr>
          <a:xfrm>
            <a:off x="3613500" y="1606150"/>
            <a:ext cx="5073300" cy="13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Proxima Nova"/>
              <a:buNone/>
              <a:defRPr sz="4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7" name="Google Shape;87;p29"/>
          <p:cNvSpPr txBox="1">
            <a:spLocks noGrp="1"/>
          </p:cNvSpPr>
          <p:nvPr>
            <p:ph type="subTitle" idx="1"/>
          </p:nvPr>
        </p:nvSpPr>
        <p:spPr>
          <a:xfrm>
            <a:off x="3651850" y="3111025"/>
            <a:ext cx="5034900" cy="3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8" name="Google Shape;88;p29"/>
          <p:cNvSpPr txBox="1"/>
          <p:nvPr/>
        </p:nvSpPr>
        <p:spPr>
          <a:xfrm>
            <a:off x="4258440" y="4657790"/>
            <a:ext cx="4428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rPr>
              <a:t>© 2022 Relevantz Technology Services, Inc. All rights reserved</a:t>
            </a:r>
            <a:endParaRPr sz="800" b="0" i="0" u="none" strike="noStrike" cap="none">
              <a:solidFill>
                <a:srgbClr val="99999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column">
  <p:cSld name="TITLE_1_1_1_1_1">
    <p:bg>
      <p:bgPr>
        <a:noFill/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0"/>
          <p:cNvSpPr txBox="1">
            <a:spLocks noGrp="1"/>
          </p:cNvSpPr>
          <p:nvPr>
            <p:ph type="title"/>
          </p:nvPr>
        </p:nvSpPr>
        <p:spPr>
          <a:xfrm>
            <a:off x="469650" y="287550"/>
            <a:ext cx="82173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" name="Google Shape;92;p30"/>
          <p:cNvSpPr txBox="1">
            <a:spLocks noGrp="1"/>
          </p:cNvSpPr>
          <p:nvPr>
            <p:ph type="subTitle" idx="1"/>
          </p:nvPr>
        </p:nvSpPr>
        <p:spPr>
          <a:xfrm>
            <a:off x="460075" y="929725"/>
            <a:ext cx="8217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" name="Google Shape;93;p30"/>
          <p:cNvSpPr txBox="1">
            <a:spLocks noGrp="1"/>
          </p:cNvSpPr>
          <p:nvPr>
            <p:ph type="body" idx="2"/>
          </p:nvPr>
        </p:nvSpPr>
        <p:spPr>
          <a:xfrm>
            <a:off x="450500" y="1293950"/>
            <a:ext cx="82173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95" name="Google Shape;95;p30"/>
          <p:cNvSpPr txBox="1">
            <a:spLocks noGrp="1"/>
          </p:cNvSpPr>
          <p:nvPr>
            <p:ph type="sldNum" idx="12"/>
          </p:nvPr>
        </p:nvSpPr>
        <p:spPr>
          <a:xfrm>
            <a:off x="8472450" y="4712700"/>
            <a:ext cx="548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30"/>
          <p:cNvSpPr txBox="1"/>
          <p:nvPr/>
        </p:nvSpPr>
        <p:spPr>
          <a:xfrm>
            <a:off x="3763400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999999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  For Internal use only      </a:t>
            </a:r>
            <a:endParaRPr sz="800" b="0" i="0" u="none" strike="noStrike" cap="none">
              <a:solidFill>
                <a:srgbClr val="999999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uble coulmn">
  <p:cSld name="TITLE_1_1_1_1_1_1">
    <p:bg>
      <p:bgPr>
        <a:noFill/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1"/>
          <p:cNvSpPr txBox="1">
            <a:spLocks noGrp="1"/>
          </p:cNvSpPr>
          <p:nvPr>
            <p:ph type="subTitle" idx="1"/>
          </p:nvPr>
        </p:nvSpPr>
        <p:spPr>
          <a:xfrm>
            <a:off x="460075" y="929725"/>
            <a:ext cx="37572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0" name="Google Shape;100;p31"/>
          <p:cNvSpPr txBox="1">
            <a:spLocks noGrp="1"/>
          </p:cNvSpPr>
          <p:nvPr>
            <p:ph type="body" idx="2"/>
          </p:nvPr>
        </p:nvSpPr>
        <p:spPr>
          <a:xfrm>
            <a:off x="450500" y="1293950"/>
            <a:ext cx="3853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01" name="Google Shape;101;p31"/>
          <p:cNvSpPr txBox="1">
            <a:spLocks noGrp="1"/>
          </p:cNvSpPr>
          <p:nvPr>
            <p:ph type="subTitle" idx="3"/>
          </p:nvPr>
        </p:nvSpPr>
        <p:spPr>
          <a:xfrm>
            <a:off x="4843175" y="929725"/>
            <a:ext cx="37572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31"/>
          <p:cNvSpPr txBox="1">
            <a:spLocks noGrp="1"/>
          </p:cNvSpPr>
          <p:nvPr>
            <p:ph type="body" idx="4"/>
          </p:nvPr>
        </p:nvSpPr>
        <p:spPr>
          <a:xfrm>
            <a:off x="4833600" y="1293950"/>
            <a:ext cx="3853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04" name="Google Shape;104;p31"/>
          <p:cNvSpPr txBox="1">
            <a:spLocks noGrp="1"/>
          </p:cNvSpPr>
          <p:nvPr>
            <p:ph type="sldNum" idx="12"/>
          </p:nvPr>
        </p:nvSpPr>
        <p:spPr>
          <a:xfrm>
            <a:off x="8472450" y="4712700"/>
            <a:ext cx="548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31"/>
          <p:cNvSpPr txBox="1"/>
          <p:nvPr/>
        </p:nvSpPr>
        <p:spPr>
          <a:xfrm>
            <a:off x="3763400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999999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  For Internal use only      </a:t>
            </a:r>
            <a:endParaRPr sz="800" b="0" i="0" u="none" strike="noStrike" cap="none">
              <a:solidFill>
                <a:srgbClr val="999999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7" name="Google Shape;107;p31"/>
          <p:cNvSpPr txBox="1">
            <a:spLocks noGrp="1"/>
          </p:cNvSpPr>
          <p:nvPr>
            <p:ph type="title"/>
          </p:nvPr>
        </p:nvSpPr>
        <p:spPr>
          <a:xfrm>
            <a:off x="469650" y="287550"/>
            <a:ext cx="82173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column with image">
  <p:cSld name="TITLE_1_1_1_1_1_1_1">
    <p:bg>
      <p:bgPr>
        <a:noFill/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2"/>
          <p:cNvSpPr>
            <a:spLocks noGrp="1"/>
          </p:cNvSpPr>
          <p:nvPr>
            <p:ph type="pic" idx="2"/>
          </p:nvPr>
        </p:nvSpPr>
        <p:spPr>
          <a:xfrm>
            <a:off x="5027125" y="0"/>
            <a:ext cx="41169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32"/>
          <p:cNvSpPr txBox="1"/>
          <p:nvPr/>
        </p:nvSpPr>
        <p:spPr>
          <a:xfrm>
            <a:off x="3423325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999999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  For Internal use only      </a:t>
            </a:r>
            <a:endParaRPr sz="800" b="0" i="0" u="none" strike="noStrike" cap="none">
              <a:solidFill>
                <a:srgbClr val="999999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1" name="Google Shape;111;p32"/>
          <p:cNvSpPr txBox="1">
            <a:spLocks noGrp="1"/>
          </p:cNvSpPr>
          <p:nvPr>
            <p:ph type="subTitle" idx="1"/>
          </p:nvPr>
        </p:nvSpPr>
        <p:spPr>
          <a:xfrm>
            <a:off x="460075" y="1082125"/>
            <a:ext cx="37572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" name="Google Shape;112;p32"/>
          <p:cNvSpPr txBox="1">
            <a:spLocks noGrp="1"/>
          </p:cNvSpPr>
          <p:nvPr>
            <p:ph type="body" idx="3"/>
          </p:nvPr>
        </p:nvSpPr>
        <p:spPr>
          <a:xfrm>
            <a:off x="450500" y="1446350"/>
            <a:ext cx="3853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pic>
        <p:nvPicPr>
          <p:cNvPr id="113" name="Google Shape;113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5082" y="4769500"/>
            <a:ext cx="858651" cy="16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2"/>
          <p:cNvSpPr txBox="1">
            <a:spLocks noGrp="1"/>
          </p:cNvSpPr>
          <p:nvPr>
            <p:ph type="sldNum" idx="12"/>
          </p:nvPr>
        </p:nvSpPr>
        <p:spPr>
          <a:xfrm>
            <a:off x="8472450" y="4712700"/>
            <a:ext cx="548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5" name="Google Shape;11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689200"/>
            <a:ext cx="61461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2"/>
          <p:cNvSpPr txBox="1">
            <a:spLocks noGrp="1"/>
          </p:cNvSpPr>
          <p:nvPr>
            <p:ph type="title"/>
          </p:nvPr>
        </p:nvSpPr>
        <p:spPr>
          <a:xfrm>
            <a:off x="469650" y="287550"/>
            <a:ext cx="42846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file desciption">
  <p:cSld name="TITLE_1_1_1_1_1_1_1_1_1">
    <p:bg>
      <p:bgPr>
        <a:noFill/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3"/>
          <p:cNvSpPr txBox="1">
            <a:spLocks noGrp="1"/>
          </p:cNvSpPr>
          <p:nvPr>
            <p:ph type="subTitle" idx="1"/>
          </p:nvPr>
        </p:nvSpPr>
        <p:spPr>
          <a:xfrm>
            <a:off x="460075" y="929725"/>
            <a:ext cx="8217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" name="Google Shape;119;p33"/>
          <p:cNvSpPr/>
          <p:nvPr/>
        </p:nvSpPr>
        <p:spPr>
          <a:xfrm>
            <a:off x="896150" y="1428175"/>
            <a:ext cx="1437900" cy="1437900"/>
          </a:xfrm>
          <a:prstGeom prst="donut">
            <a:avLst>
              <a:gd name="adj" fmla="val 5329"/>
            </a:avLst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3"/>
          <p:cNvSpPr>
            <a:spLocks noGrp="1"/>
          </p:cNvSpPr>
          <p:nvPr>
            <p:ph type="pic" idx="2"/>
          </p:nvPr>
        </p:nvSpPr>
        <p:spPr>
          <a:xfrm>
            <a:off x="953750" y="1485825"/>
            <a:ext cx="1322700" cy="1322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1" name="Google Shape;121;p33"/>
          <p:cNvSpPr txBox="1">
            <a:spLocks noGrp="1"/>
          </p:cNvSpPr>
          <p:nvPr>
            <p:ph type="body" idx="3"/>
          </p:nvPr>
        </p:nvSpPr>
        <p:spPr>
          <a:xfrm>
            <a:off x="450500" y="2952050"/>
            <a:ext cx="2329200" cy="14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22" name="Google Shape;122;p33"/>
          <p:cNvSpPr/>
          <p:nvPr/>
        </p:nvSpPr>
        <p:spPr>
          <a:xfrm>
            <a:off x="3859350" y="1428175"/>
            <a:ext cx="1437900" cy="1437900"/>
          </a:xfrm>
          <a:prstGeom prst="donut">
            <a:avLst>
              <a:gd name="adj" fmla="val 5329"/>
            </a:avLst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3"/>
          <p:cNvSpPr>
            <a:spLocks noGrp="1"/>
          </p:cNvSpPr>
          <p:nvPr>
            <p:ph type="pic" idx="4"/>
          </p:nvPr>
        </p:nvSpPr>
        <p:spPr>
          <a:xfrm>
            <a:off x="3916950" y="1485825"/>
            <a:ext cx="1322700" cy="1322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4" name="Google Shape;124;p33"/>
          <p:cNvSpPr txBox="1">
            <a:spLocks noGrp="1"/>
          </p:cNvSpPr>
          <p:nvPr>
            <p:ph type="body" idx="5"/>
          </p:nvPr>
        </p:nvSpPr>
        <p:spPr>
          <a:xfrm>
            <a:off x="3413700" y="2952050"/>
            <a:ext cx="2329200" cy="14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25" name="Google Shape;125;p33"/>
          <p:cNvSpPr/>
          <p:nvPr/>
        </p:nvSpPr>
        <p:spPr>
          <a:xfrm>
            <a:off x="6793825" y="1428175"/>
            <a:ext cx="1437900" cy="1437900"/>
          </a:xfrm>
          <a:prstGeom prst="donut">
            <a:avLst>
              <a:gd name="adj" fmla="val 5329"/>
            </a:avLst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3"/>
          <p:cNvSpPr>
            <a:spLocks noGrp="1"/>
          </p:cNvSpPr>
          <p:nvPr>
            <p:ph type="pic" idx="6"/>
          </p:nvPr>
        </p:nvSpPr>
        <p:spPr>
          <a:xfrm>
            <a:off x="6851425" y="1485825"/>
            <a:ext cx="1322700" cy="1322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7" name="Google Shape;127;p33"/>
          <p:cNvSpPr txBox="1">
            <a:spLocks noGrp="1"/>
          </p:cNvSpPr>
          <p:nvPr>
            <p:ph type="body" idx="7"/>
          </p:nvPr>
        </p:nvSpPr>
        <p:spPr>
          <a:xfrm>
            <a:off x="6348175" y="2952050"/>
            <a:ext cx="2329200" cy="14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29" name="Google Shape;129;p33"/>
          <p:cNvSpPr txBox="1">
            <a:spLocks noGrp="1"/>
          </p:cNvSpPr>
          <p:nvPr>
            <p:ph type="sldNum" idx="12"/>
          </p:nvPr>
        </p:nvSpPr>
        <p:spPr>
          <a:xfrm>
            <a:off x="8472450" y="4712700"/>
            <a:ext cx="548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33"/>
          <p:cNvSpPr txBox="1"/>
          <p:nvPr/>
        </p:nvSpPr>
        <p:spPr>
          <a:xfrm>
            <a:off x="3763400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999999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  For Internal use only      </a:t>
            </a:r>
            <a:endParaRPr sz="800" b="0" i="0" u="none" strike="noStrike" cap="none">
              <a:solidFill>
                <a:srgbClr val="999999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2" name="Google Shape;132;p33"/>
          <p:cNvSpPr txBox="1">
            <a:spLocks noGrp="1"/>
          </p:cNvSpPr>
          <p:nvPr>
            <p:ph type="title"/>
          </p:nvPr>
        </p:nvSpPr>
        <p:spPr>
          <a:xfrm>
            <a:off x="469650" y="287550"/>
            <a:ext cx="82173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1">
  <p:cSld name="CUSTOM_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4"/>
          <p:cNvSpPr txBox="1"/>
          <p:nvPr/>
        </p:nvSpPr>
        <p:spPr>
          <a:xfrm>
            <a:off x="2099100" y="1456925"/>
            <a:ext cx="5262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" sz="4400" b="0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rPr>
              <a:t>THANK YOU</a:t>
            </a:r>
            <a:endParaRPr sz="4400" b="0" i="0" u="none" strike="noStrike" cap="none">
              <a:solidFill>
                <a:schemeClr val="accen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5" name="Google Shape;135;p34"/>
          <p:cNvSpPr txBox="1">
            <a:spLocks noGrp="1"/>
          </p:cNvSpPr>
          <p:nvPr>
            <p:ph type="subTitle" idx="1"/>
          </p:nvPr>
        </p:nvSpPr>
        <p:spPr>
          <a:xfrm>
            <a:off x="2092775" y="2305650"/>
            <a:ext cx="52719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38" name="Google Shape;138;p34"/>
          <p:cNvSpPr/>
          <p:nvPr/>
        </p:nvSpPr>
        <p:spPr>
          <a:xfrm>
            <a:off x="2166199" y="3057550"/>
            <a:ext cx="6492300" cy="27900"/>
          </a:xfrm>
          <a:prstGeom prst="rect">
            <a:avLst/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3" r:id="rId3"/>
    <p:sldLayoutId id="2147483654" r:id="rId4"/>
    <p:sldLayoutId id="2147483655" r:id="rId5"/>
    <p:sldLayoutId id="2147483656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7625e78053_0_64"/>
          <p:cNvSpPr txBox="1"/>
          <p:nvPr/>
        </p:nvSpPr>
        <p:spPr>
          <a:xfrm>
            <a:off x="702325" y="1771000"/>
            <a:ext cx="6725400" cy="6636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90000"/>
              </a:lnSpc>
              <a:buSzPts val="4000"/>
            </a:pPr>
            <a:r>
              <a:rPr lang="en-IN" sz="40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</a:rPr>
              <a:t>JavaScript</a:t>
            </a:r>
          </a:p>
        </p:txBody>
      </p:sp>
    </p:spTree>
    <p:extLst>
      <p:ext uri="{BB962C8B-B14F-4D97-AF65-F5344CB8AC3E}">
        <p14:creationId xmlns:p14="http://schemas.microsoft.com/office/powerpoint/2010/main" val="187629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/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b="1" dirty="0"/>
              <a:t>ES6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1056670"/>
            <a:ext cx="858269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ES6 introduced many powerful features that make JavaScript easier and cleaner.</a:t>
            </a:r>
          </a:p>
          <a:p>
            <a:r>
              <a:rPr lang="en-US" dirty="0"/>
              <a:t>Important ones: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let &amp; </a:t>
            </a:r>
            <a:r>
              <a:rPr lang="en-US" dirty="0" err="1"/>
              <a:t>const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Template literals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Destructuring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Spread operator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Rest operator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Arrow functions</a:t>
            </a:r>
          </a:p>
        </p:txBody>
      </p:sp>
    </p:spTree>
    <p:extLst>
      <p:ext uri="{BB962C8B-B14F-4D97-AF65-F5344CB8AC3E}">
        <p14:creationId xmlns:p14="http://schemas.microsoft.com/office/powerpoint/2010/main" val="3876855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/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dirty="0"/>
              <a:t>let &amp; </a:t>
            </a:r>
            <a:r>
              <a:rPr lang="en-IN" sz="2400" dirty="0" err="1"/>
              <a:t>const</a:t>
            </a:r>
            <a:r>
              <a:rPr lang="en-IN" sz="2400" dirty="0"/>
              <a:t> Recap</a:t>
            </a:r>
            <a:endParaRPr lang="en-IN" sz="2400" b="1" dirty="0"/>
          </a:p>
        </p:txBody>
      </p:sp>
      <p:sp>
        <p:nvSpPr>
          <p:cNvPr id="4" name="Rectangle 3"/>
          <p:cNvSpPr/>
          <p:nvPr/>
        </p:nvSpPr>
        <p:spPr>
          <a:xfrm>
            <a:off x="381000" y="1056670"/>
            <a:ext cx="858269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let</a:t>
            </a:r>
          </a:p>
          <a:p>
            <a:endParaRPr lang="en-US" dirty="0"/>
          </a:p>
          <a:p>
            <a:r>
              <a:rPr lang="en-US" dirty="0"/>
              <a:t>Used for variables whose values can change.</a:t>
            </a:r>
          </a:p>
          <a:p>
            <a:endParaRPr lang="en-US" dirty="0"/>
          </a:p>
          <a:p>
            <a:r>
              <a:rPr lang="en-US" dirty="0"/>
              <a:t>let age = 25;</a:t>
            </a:r>
          </a:p>
          <a:p>
            <a:r>
              <a:rPr lang="en-US" dirty="0"/>
              <a:t>age = 30;</a:t>
            </a:r>
          </a:p>
          <a:p>
            <a:endParaRPr lang="en-US" dirty="0"/>
          </a:p>
          <a:p>
            <a:r>
              <a:rPr lang="en-US" b="1" dirty="0" err="1"/>
              <a:t>const</a:t>
            </a:r>
            <a:endParaRPr lang="en-US" b="1" dirty="0"/>
          </a:p>
          <a:p>
            <a:endParaRPr lang="en-US" dirty="0"/>
          </a:p>
          <a:p>
            <a:r>
              <a:rPr lang="en-US" dirty="0"/>
              <a:t>Used for variables that should not change.</a:t>
            </a:r>
          </a:p>
          <a:p>
            <a:endParaRPr lang="en-US" dirty="0"/>
          </a:p>
          <a:p>
            <a:r>
              <a:rPr lang="en-US" dirty="0" err="1"/>
              <a:t>const</a:t>
            </a:r>
            <a:r>
              <a:rPr lang="en-US" dirty="0"/>
              <a:t> pi = 3.14;</a:t>
            </a:r>
          </a:p>
          <a:p>
            <a:endParaRPr lang="en-US" dirty="0"/>
          </a:p>
          <a:p>
            <a:r>
              <a:rPr lang="en-US" dirty="0"/>
              <a:t>⚠ Cannot reassign:</a:t>
            </a:r>
          </a:p>
          <a:p>
            <a:endParaRPr lang="en-US" dirty="0"/>
          </a:p>
          <a:p>
            <a:r>
              <a:rPr lang="en-US" dirty="0"/>
              <a:t>pi = 3.141; ❌ Error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7617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/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dirty="0"/>
              <a:t>Template Literals</a:t>
            </a:r>
            <a:endParaRPr lang="en-IN" sz="2400" b="1" dirty="0"/>
          </a:p>
        </p:txBody>
      </p:sp>
      <p:sp>
        <p:nvSpPr>
          <p:cNvPr id="4" name="Rectangle 3"/>
          <p:cNvSpPr/>
          <p:nvPr/>
        </p:nvSpPr>
        <p:spPr>
          <a:xfrm>
            <a:off x="381000" y="1056670"/>
            <a:ext cx="8582696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Template literals allow string interpolation using </a:t>
            </a:r>
            <a:r>
              <a:rPr lang="en-IN" dirty="0" err="1"/>
              <a:t>backticks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b="1" dirty="0"/>
              <a:t>Old Method</a:t>
            </a:r>
          </a:p>
          <a:p>
            <a:r>
              <a:rPr lang="en-IN" dirty="0" err="1"/>
              <a:t>var</a:t>
            </a:r>
            <a:r>
              <a:rPr lang="en-IN" dirty="0"/>
              <a:t> name = "John";</a:t>
            </a:r>
          </a:p>
          <a:p>
            <a:r>
              <a:rPr lang="en-IN" dirty="0" err="1"/>
              <a:t>var</a:t>
            </a:r>
            <a:r>
              <a:rPr lang="en-IN" dirty="0"/>
              <a:t> message = "Hello " + name;</a:t>
            </a:r>
          </a:p>
          <a:p>
            <a:endParaRPr lang="en-IN" dirty="0"/>
          </a:p>
          <a:p>
            <a:r>
              <a:rPr lang="en-IN" b="1" dirty="0"/>
              <a:t>ES6 Method</a:t>
            </a:r>
          </a:p>
          <a:p>
            <a:r>
              <a:rPr lang="en-IN" dirty="0"/>
              <a:t>let name = "John";</a:t>
            </a:r>
          </a:p>
          <a:p>
            <a:r>
              <a:rPr lang="en-IN" dirty="0"/>
              <a:t>let message = `Hello ${name}`;</a:t>
            </a:r>
          </a:p>
          <a:p>
            <a:endParaRPr lang="en-IN" dirty="0"/>
          </a:p>
          <a:p>
            <a:r>
              <a:rPr lang="en-IN" b="1" dirty="0"/>
              <a:t>Multi-line strings</a:t>
            </a:r>
          </a:p>
          <a:p>
            <a:endParaRPr lang="en-IN" b="1" dirty="0"/>
          </a:p>
          <a:p>
            <a:r>
              <a:rPr lang="en-IN" dirty="0"/>
              <a:t>let text = `This is</a:t>
            </a:r>
          </a:p>
          <a:p>
            <a:r>
              <a:rPr lang="en-IN" dirty="0"/>
              <a:t>a multi line</a:t>
            </a:r>
          </a:p>
          <a:p>
            <a:r>
              <a:rPr lang="en-IN" dirty="0"/>
              <a:t>string`;</a:t>
            </a:r>
          </a:p>
        </p:txBody>
      </p:sp>
    </p:spTree>
    <p:extLst>
      <p:ext uri="{BB962C8B-B14F-4D97-AF65-F5344CB8AC3E}">
        <p14:creationId xmlns:p14="http://schemas.microsoft.com/office/powerpoint/2010/main" val="1857961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/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dirty="0" err="1"/>
              <a:t>Destructuring</a:t>
            </a:r>
            <a:endParaRPr lang="en-IN" sz="2400" b="1" dirty="0"/>
          </a:p>
        </p:txBody>
      </p:sp>
      <p:sp>
        <p:nvSpPr>
          <p:cNvPr id="4" name="Rectangle 3"/>
          <p:cNvSpPr/>
          <p:nvPr/>
        </p:nvSpPr>
        <p:spPr>
          <a:xfrm>
            <a:off x="381000" y="1056670"/>
            <a:ext cx="350198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Array </a:t>
            </a:r>
            <a:r>
              <a:rPr lang="en-US" b="1" dirty="0" err="1"/>
              <a:t>Destructuring</a:t>
            </a:r>
            <a:endParaRPr lang="en-US" b="1" dirty="0"/>
          </a:p>
          <a:p>
            <a:endParaRPr lang="en-US" b="1" dirty="0"/>
          </a:p>
          <a:p>
            <a:r>
              <a:rPr lang="en-US" dirty="0"/>
              <a:t>let numbers = [10,20,30];</a:t>
            </a:r>
          </a:p>
          <a:p>
            <a:endParaRPr lang="en-US" dirty="0"/>
          </a:p>
          <a:p>
            <a:r>
              <a:rPr lang="en-US" dirty="0"/>
              <a:t>let [</a:t>
            </a:r>
            <a:r>
              <a:rPr lang="en-US" dirty="0" err="1"/>
              <a:t>a,b,c</a:t>
            </a:r>
            <a:r>
              <a:rPr lang="en-US" dirty="0"/>
              <a:t>] = numbers;</a:t>
            </a:r>
          </a:p>
          <a:p>
            <a:endParaRPr lang="en-US" dirty="0"/>
          </a:p>
          <a:p>
            <a:r>
              <a:rPr lang="en-US" dirty="0"/>
              <a:t>console.log(a);</a:t>
            </a:r>
          </a:p>
          <a:p>
            <a:r>
              <a:rPr lang="en-US" dirty="0"/>
              <a:t>console.log(b);</a:t>
            </a:r>
          </a:p>
          <a:p>
            <a:r>
              <a:rPr lang="en-US" dirty="0"/>
              <a:t>console.log(c);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4377744" y="1009448"/>
            <a:ext cx="350198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Object </a:t>
            </a:r>
            <a:r>
              <a:rPr lang="en-US" b="1" dirty="0" err="1"/>
              <a:t>Destructuring</a:t>
            </a:r>
            <a:endParaRPr lang="en-US" b="1" dirty="0"/>
          </a:p>
          <a:p>
            <a:r>
              <a:rPr lang="en-US" dirty="0"/>
              <a:t>let person = {</a:t>
            </a:r>
          </a:p>
          <a:p>
            <a:r>
              <a:rPr lang="en-US" dirty="0"/>
              <a:t>    name: "John",</a:t>
            </a:r>
          </a:p>
          <a:p>
            <a:r>
              <a:rPr lang="en-US" dirty="0"/>
              <a:t>    age: 25</a:t>
            </a:r>
          </a:p>
          <a:p>
            <a:r>
              <a:rPr lang="en-US" dirty="0"/>
              <a:t>};</a:t>
            </a:r>
          </a:p>
          <a:p>
            <a:endParaRPr lang="en-US" dirty="0"/>
          </a:p>
          <a:p>
            <a:r>
              <a:rPr lang="en-US" dirty="0"/>
              <a:t>let {name, age} = person;</a:t>
            </a:r>
          </a:p>
          <a:p>
            <a:endParaRPr lang="en-US" dirty="0"/>
          </a:p>
          <a:p>
            <a:r>
              <a:rPr lang="en-US" dirty="0"/>
              <a:t>console.log(name);</a:t>
            </a:r>
          </a:p>
          <a:p>
            <a:r>
              <a:rPr lang="en-US" dirty="0"/>
              <a:t>console.log(age);</a:t>
            </a:r>
          </a:p>
        </p:txBody>
      </p:sp>
    </p:spTree>
    <p:extLst>
      <p:ext uri="{BB962C8B-B14F-4D97-AF65-F5344CB8AC3E}">
        <p14:creationId xmlns:p14="http://schemas.microsoft.com/office/powerpoint/2010/main" val="723188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/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dirty="0"/>
              <a:t>Spread Operator</a:t>
            </a:r>
            <a:endParaRPr lang="en-IN" sz="2400" b="1" dirty="0"/>
          </a:p>
        </p:txBody>
      </p:sp>
      <p:sp>
        <p:nvSpPr>
          <p:cNvPr id="4" name="Rectangle 3"/>
          <p:cNvSpPr/>
          <p:nvPr/>
        </p:nvSpPr>
        <p:spPr>
          <a:xfrm>
            <a:off x="381000" y="1056670"/>
            <a:ext cx="663154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Spread expands elements of an array or object.</a:t>
            </a:r>
          </a:p>
          <a:p>
            <a:endParaRPr lang="en-US" dirty="0"/>
          </a:p>
          <a:p>
            <a:r>
              <a:rPr lang="en-US" b="1" dirty="0"/>
              <a:t>Example</a:t>
            </a:r>
          </a:p>
          <a:p>
            <a:endParaRPr lang="en-US" b="1" dirty="0"/>
          </a:p>
          <a:p>
            <a:r>
              <a:rPr lang="en-US" dirty="0"/>
              <a:t>let arr1 = [1,2,3];</a:t>
            </a:r>
          </a:p>
          <a:p>
            <a:r>
              <a:rPr lang="en-US" dirty="0"/>
              <a:t>let arr2 = [...arr1,4,5];</a:t>
            </a:r>
          </a:p>
          <a:p>
            <a:endParaRPr lang="en-US" dirty="0"/>
          </a:p>
          <a:p>
            <a:r>
              <a:rPr lang="en-US" dirty="0"/>
              <a:t>console.log(arr2);</a:t>
            </a:r>
          </a:p>
          <a:p>
            <a:endParaRPr lang="en-US" dirty="0"/>
          </a:p>
          <a:p>
            <a:r>
              <a:rPr lang="en-US" b="1" dirty="0"/>
              <a:t>Output</a:t>
            </a:r>
          </a:p>
          <a:p>
            <a:endParaRPr lang="en-US" dirty="0"/>
          </a:p>
          <a:p>
            <a:r>
              <a:rPr lang="en-US" dirty="0"/>
              <a:t>[1,2,3,4,5]</a:t>
            </a:r>
          </a:p>
        </p:txBody>
      </p:sp>
    </p:spTree>
    <p:extLst>
      <p:ext uri="{BB962C8B-B14F-4D97-AF65-F5344CB8AC3E}">
        <p14:creationId xmlns:p14="http://schemas.microsoft.com/office/powerpoint/2010/main" val="961962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/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/>
              <a:t>Rest Operator</a:t>
            </a:r>
            <a:endParaRPr lang="en-IN" sz="2400" b="1" dirty="0"/>
          </a:p>
        </p:txBody>
      </p:sp>
      <p:sp>
        <p:nvSpPr>
          <p:cNvPr id="3" name="Rectangle 2"/>
          <p:cNvSpPr/>
          <p:nvPr/>
        </p:nvSpPr>
        <p:spPr>
          <a:xfrm>
            <a:off x="381000" y="1056670"/>
            <a:ext cx="6631546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Rest collects multiple values into an array.</a:t>
            </a:r>
          </a:p>
          <a:p>
            <a:endParaRPr lang="en-US" dirty="0"/>
          </a:p>
          <a:p>
            <a:r>
              <a:rPr lang="en-US" dirty="0"/>
              <a:t>function sum(...numbers){</a:t>
            </a:r>
          </a:p>
          <a:p>
            <a:r>
              <a:rPr lang="en-US" dirty="0"/>
              <a:t>    console.log(numbers);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sum(1,2,3,4);</a:t>
            </a:r>
          </a:p>
          <a:p>
            <a:endParaRPr lang="en-US" dirty="0"/>
          </a:p>
          <a:p>
            <a:r>
              <a:rPr lang="en-US" dirty="0"/>
              <a:t>Output</a:t>
            </a:r>
          </a:p>
          <a:p>
            <a:endParaRPr lang="en-US" dirty="0"/>
          </a:p>
          <a:p>
            <a:r>
              <a:rPr lang="en-US" dirty="0"/>
              <a:t>[1,2,3,4]</a:t>
            </a:r>
          </a:p>
        </p:txBody>
      </p:sp>
    </p:spTree>
    <p:extLst>
      <p:ext uri="{BB962C8B-B14F-4D97-AF65-F5344CB8AC3E}">
        <p14:creationId xmlns:p14="http://schemas.microsoft.com/office/powerpoint/2010/main" val="161452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/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dirty="0"/>
              <a:t>Arrow Functions</a:t>
            </a:r>
            <a:endParaRPr lang="en-IN" sz="2400" b="1" dirty="0"/>
          </a:p>
        </p:txBody>
      </p:sp>
      <p:sp>
        <p:nvSpPr>
          <p:cNvPr id="4" name="Rectangle 3"/>
          <p:cNvSpPr/>
          <p:nvPr/>
        </p:nvSpPr>
        <p:spPr>
          <a:xfrm>
            <a:off x="381000" y="1056670"/>
            <a:ext cx="663154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Arrow functions provide a </a:t>
            </a:r>
            <a:r>
              <a:rPr lang="en-US" b="1" dirty="0"/>
              <a:t>shorter syntax for writing functions</a:t>
            </a:r>
            <a:r>
              <a:rPr lang="en-U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Arrow functions (=&gt;), introduced in ECMAScript 2015 (ES6), provide a concise syntax for writing function expressions in JavaScript.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They have a more compact structure and key behavioral differences from traditional functions, primarily regarding the this keyword. </a:t>
            </a:r>
          </a:p>
          <a:p>
            <a:endParaRPr lang="en-US" dirty="0"/>
          </a:p>
          <a:p>
            <a:r>
              <a:rPr lang="en-US" b="1" dirty="0"/>
              <a:t>Normal Function</a:t>
            </a:r>
          </a:p>
          <a:p>
            <a:r>
              <a:rPr lang="en-US" dirty="0"/>
              <a:t>function add(</a:t>
            </a:r>
            <a:r>
              <a:rPr lang="en-US" dirty="0" err="1"/>
              <a:t>a,b</a:t>
            </a:r>
            <a:r>
              <a:rPr lang="en-US" dirty="0"/>
              <a:t>){</a:t>
            </a:r>
          </a:p>
          <a:p>
            <a:r>
              <a:rPr lang="en-US" dirty="0"/>
              <a:t>    return a + b;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b="1" dirty="0"/>
              <a:t>Arrow Function</a:t>
            </a:r>
          </a:p>
          <a:p>
            <a:r>
              <a:rPr lang="en-US" dirty="0" err="1"/>
              <a:t>const</a:t>
            </a:r>
            <a:r>
              <a:rPr lang="en-US" dirty="0"/>
              <a:t> add = (</a:t>
            </a:r>
            <a:r>
              <a:rPr lang="en-US" dirty="0" err="1"/>
              <a:t>a,b</a:t>
            </a:r>
            <a:r>
              <a:rPr lang="en-US" dirty="0"/>
              <a:t>) =&gt; {</a:t>
            </a:r>
          </a:p>
          <a:p>
            <a:r>
              <a:rPr lang="en-US" dirty="0"/>
              <a:t>    return a + b;</a:t>
            </a:r>
          </a:p>
          <a:p>
            <a:r>
              <a:rPr lang="en-US" dirty="0"/>
              <a:t>};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378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/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dirty="0"/>
              <a:t>Implicit Return</a:t>
            </a:r>
            <a:endParaRPr lang="en-IN" sz="2400" b="1" dirty="0"/>
          </a:p>
        </p:txBody>
      </p:sp>
      <p:sp>
        <p:nvSpPr>
          <p:cNvPr id="4" name="Rectangle 3"/>
          <p:cNvSpPr/>
          <p:nvPr/>
        </p:nvSpPr>
        <p:spPr>
          <a:xfrm>
            <a:off x="381000" y="1056670"/>
            <a:ext cx="663154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If a function has one expression, return is automatic.</a:t>
            </a:r>
          </a:p>
          <a:p>
            <a:endParaRPr lang="en-US" dirty="0"/>
          </a:p>
          <a:p>
            <a:r>
              <a:rPr lang="en-US" dirty="0" err="1"/>
              <a:t>const</a:t>
            </a:r>
            <a:r>
              <a:rPr lang="en-US" dirty="0"/>
              <a:t> add = (</a:t>
            </a:r>
            <a:r>
              <a:rPr lang="en-US" dirty="0" err="1"/>
              <a:t>a,b</a:t>
            </a:r>
            <a:r>
              <a:rPr lang="en-US" dirty="0"/>
              <a:t>) =&gt; a + b;</a:t>
            </a:r>
          </a:p>
        </p:txBody>
      </p:sp>
    </p:spTree>
    <p:extLst>
      <p:ext uri="{BB962C8B-B14F-4D97-AF65-F5344CB8AC3E}">
        <p14:creationId xmlns:p14="http://schemas.microsoft.com/office/powerpoint/2010/main" val="543534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/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dirty="0"/>
              <a:t>Use Cases</a:t>
            </a:r>
            <a:endParaRPr lang="en-IN" sz="2400" b="1" dirty="0"/>
          </a:p>
        </p:txBody>
      </p:sp>
      <p:sp>
        <p:nvSpPr>
          <p:cNvPr id="2" name="Rectangle 1"/>
          <p:cNvSpPr/>
          <p:nvPr/>
        </p:nvSpPr>
        <p:spPr>
          <a:xfrm>
            <a:off x="381000" y="1087202"/>
            <a:ext cx="722397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Best use cases for arrow functions: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Short functions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Array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Callbacks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Functional programming</a:t>
            </a:r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r>
              <a:rPr lang="en-US" dirty="0"/>
              <a:t>let numbers = [1,2,3,4];</a:t>
            </a:r>
          </a:p>
          <a:p>
            <a:endParaRPr lang="en-US" dirty="0"/>
          </a:p>
          <a:p>
            <a:r>
              <a:rPr lang="en-US" dirty="0"/>
              <a:t>let doubled = </a:t>
            </a:r>
            <a:r>
              <a:rPr lang="en-US" dirty="0" err="1"/>
              <a:t>numbers.map</a:t>
            </a:r>
            <a:r>
              <a:rPr lang="en-US" dirty="0"/>
              <a:t>(n =&gt; n * 2);</a:t>
            </a:r>
          </a:p>
          <a:p>
            <a:endParaRPr lang="en-US" dirty="0"/>
          </a:p>
          <a:p>
            <a:r>
              <a:rPr lang="en-US" dirty="0"/>
              <a:t>console.log(doubled);</a:t>
            </a:r>
          </a:p>
        </p:txBody>
      </p:sp>
    </p:spTree>
    <p:extLst>
      <p:ext uri="{BB962C8B-B14F-4D97-AF65-F5344CB8AC3E}">
        <p14:creationId xmlns:p14="http://schemas.microsoft.com/office/powerpoint/2010/main" val="886667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/>
          <p:cNvSpPr txBox="1"/>
          <p:nvPr/>
        </p:nvSpPr>
        <p:spPr>
          <a:xfrm>
            <a:off x="380999" y="321000"/>
            <a:ext cx="6419045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dirty="0"/>
              <a:t>Limitations of Arrow Function</a:t>
            </a:r>
            <a:endParaRPr lang="en-IN" sz="2400" b="1" dirty="0"/>
          </a:p>
        </p:txBody>
      </p:sp>
      <p:sp>
        <p:nvSpPr>
          <p:cNvPr id="2" name="Rectangle 1"/>
          <p:cNvSpPr/>
          <p:nvPr/>
        </p:nvSpPr>
        <p:spPr>
          <a:xfrm>
            <a:off x="381000" y="1087202"/>
            <a:ext cx="722397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Do not use arrow functions for: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Object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Constructors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this binding is required</a:t>
            </a:r>
          </a:p>
          <a:p>
            <a:endParaRPr lang="en-US" dirty="0"/>
          </a:p>
          <a:p>
            <a:r>
              <a:rPr lang="en-US" dirty="0"/>
              <a:t>Example Problem</a:t>
            </a:r>
          </a:p>
          <a:p>
            <a:endParaRPr lang="en-US" dirty="0"/>
          </a:p>
          <a:p>
            <a:r>
              <a:rPr lang="en-US" dirty="0" err="1"/>
              <a:t>const</a:t>
            </a:r>
            <a:r>
              <a:rPr lang="en-US" dirty="0"/>
              <a:t> person = {</a:t>
            </a:r>
          </a:p>
          <a:p>
            <a:r>
              <a:rPr lang="en-US" dirty="0"/>
              <a:t>    name: "John",</a:t>
            </a:r>
          </a:p>
          <a:p>
            <a:r>
              <a:rPr lang="en-US" dirty="0"/>
              <a:t>    greet: () =&gt; {</a:t>
            </a:r>
          </a:p>
          <a:p>
            <a:r>
              <a:rPr lang="en-US" dirty="0"/>
              <a:t>        console.log(this.name);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 err="1"/>
              <a:t>person.greet</a:t>
            </a:r>
            <a:r>
              <a:rPr lang="en-US" dirty="0"/>
              <a:t>(); // undefined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3715555" y="3170636"/>
            <a:ext cx="4572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err="1"/>
              <a:t>const</a:t>
            </a:r>
            <a:r>
              <a:rPr lang="en-IN" dirty="0"/>
              <a:t> person = {</a:t>
            </a:r>
            <a:br>
              <a:rPr lang="en-IN" dirty="0"/>
            </a:br>
            <a:r>
              <a:rPr lang="en-IN" dirty="0"/>
              <a:t>name: "John",</a:t>
            </a:r>
            <a:br>
              <a:rPr lang="en-IN" dirty="0"/>
            </a:br>
            <a:r>
              <a:rPr lang="en-IN" dirty="0"/>
              <a:t>greet() {</a:t>
            </a:r>
            <a:br>
              <a:rPr lang="en-IN" dirty="0"/>
            </a:br>
            <a:r>
              <a:rPr lang="en-IN" dirty="0"/>
              <a:t>console.log(this.name);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person.greet</a:t>
            </a:r>
            <a:r>
              <a:rPr lang="en-IN" dirty="0"/>
              <a:t>(); //John</a:t>
            </a:r>
          </a:p>
        </p:txBody>
      </p:sp>
    </p:spTree>
    <p:extLst>
      <p:ext uri="{BB962C8B-B14F-4D97-AF65-F5344CB8AC3E}">
        <p14:creationId xmlns:p14="http://schemas.microsoft.com/office/powerpoint/2010/main" val="2184188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3BCA2F32-9644-8774-04AB-6959A8514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>
            <a:extLst>
              <a:ext uri="{FF2B5EF4-FFF2-40B4-BE49-F238E27FC236}">
                <a16:creationId xmlns:a16="http://schemas.microsoft.com/office/drawing/2014/main" id="{4214715B-349D-C4BE-0CFA-99B848531833}"/>
              </a:ext>
            </a:extLst>
          </p:cNvPr>
          <p:cNvSpPr txBox="1"/>
          <p:nvPr/>
        </p:nvSpPr>
        <p:spPr>
          <a:xfrm>
            <a:off x="380999" y="321000"/>
            <a:ext cx="6419045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 dirty="0"/>
              <a:t>What is a Higher-Order Function?</a:t>
            </a:r>
            <a:endParaRPr lang="en-IN" sz="24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B2C2A0-27C3-10BD-5290-F27D5B69AAC9}"/>
              </a:ext>
            </a:extLst>
          </p:cNvPr>
          <p:cNvSpPr/>
          <p:nvPr/>
        </p:nvSpPr>
        <p:spPr>
          <a:xfrm>
            <a:off x="381000" y="1087202"/>
            <a:ext cx="722397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Higher-Order Function (HOF) is a function that:</a:t>
            </a:r>
          </a:p>
          <a:p>
            <a:endParaRPr lang="en-US" dirty="0"/>
          </a:p>
          <a:p>
            <a:r>
              <a:rPr lang="en-US" dirty="0"/>
              <a:t>• Takes another function as an argument</a:t>
            </a:r>
          </a:p>
          <a:p>
            <a:r>
              <a:rPr lang="en-US" dirty="0"/>
              <a:t>• Returns another function</a:t>
            </a:r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endParaRPr lang="en-US" dirty="0"/>
          </a:p>
          <a:p>
            <a:r>
              <a:rPr lang="en-US" dirty="0"/>
              <a:t>function execute(</a:t>
            </a:r>
            <a:r>
              <a:rPr lang="en-US" dirty="0" err="1"/>
              <a:t>fn</a:t>
            </a:r>
            <a:r>
              <a:rPr lang="en-US" dirty="0"/>
              <a:t>){</a:t>
            </a:r>
          </a:p>
          <a:p>
            <a:r>
              <a:rPr lang="en-US" dirty="0"/>
              <a:t>    </a:t>
            </a:r>
            <a:r>
              <a:rPr lang="en-US" dirty="0" err="1"/>
              <a:t>fn</a:t>
            </a:r>
            <a:r>
              <a:rPr lang="en-US" dirty="0"/>
              <a:t>();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function greet(){</a:t>
            </a:r>
          </a:p>
          <a:p>
            <a:r>
              <a:rPr lang="en-US" dirty="0"/>
              <a:t>    console.log("Hello");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execute(greet);</a:t>
            </a:r>
          </a:p>
          <a:p>
            <a:endParaRPr lang="en-US" dirty="0"/>
          </a:p>
          <a:p>
            <a:r>
              <a:rPr lang="en-US" dirty="0"/>
              <a:t>execute() → Higher-Order Function</a:t>
            </a:r>
          </a:p>
        </p:txBody>
      </p:sp>
    </p:spTree>
    <p:extLst>
      <p:ext uri="{BB962C8B-B14F-4D97-AF65-F5344CB8AC3E}">
        <p14:creationId xmlns:p14="http://schemas.microsoft.com/office/powerpoint/2010/main" val="3947070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9A6AFA38-5B80-914F-5A83-478EC3AFA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>
            <a:extLst>
              <a:ext uri="{FF2B5EF4-FFF2-40B4-BE49-F238E27FC236}">
                <a16:creationId xmlns:a16="http://schemas.microsoft.com/office/drawing/2014/main" id="{0E3DA5C6-FA48-9624-C103-0C3BB704990D}"/>
              </a:ext>
            </a:extLst>
          </p:cNvPr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dirty="0"/>
              <a:t>Functions as First-Class Citizens</a:t>
            </a:r>
            <a:endParaRPr lang="en-IN" sz="24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AFAC3E-D7BD-E1F5-BF7A-346E05618398}"/>
              </a:ext>
            </a:extLst>
          </p:cNvPr>
          <p:cNvSpPr/>
          <p:nvPr/>
        </p:nvSpPr>
        <p:spPr>
          <a:xfrm>
            <a:off x="381000" y="1087202"/>
            <a:ext cx="722397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programming, "functions as first-class citizens" (or first-class functions) means that functions are treated like any other value or data type in the language.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provides significant flexibility and enables powerful programming paradigms like functional programming.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This means you can: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Assign functions to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Pass functions as arguments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Return functions from other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Store functions in objects or arrays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3726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0190C528-F2AA-5CB4-4AD6-8356C3CFC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>
            <a:extLst>
              <a:ext uri="{FF2B5EF4-FFF2-40B4-BE49-F238E27FC236}">
                <a16:creationId xmlns:a16="http://schemas.microsoft.com/office/drawing/2014/main" id="{0B3CACBE-1B37-3D1D-4718-18D3638BE46C}"/>
              </a:ext>
            </a:extLst>
          </p:cNvPr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dirty="0"/>
              <a:t>Functions as First-Class Citizens</a:t>
            </a:r>
            <a:endParaRPr lang="en-IN" sz="24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A43DAC-1CB8-B606-2239-D479C36934BC}"/>
              </a:ext>
            </a:extLst>
          </p:cNvPr>
          <p:cNvSpPr/>
          <p:nvPr/>
        </p:nvSpPr>
        <p:spPr>
          <a:xfrm>
            <a:off x="381000" y="1087202"/>
            <a:ext cx="722397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Assign Function to a Variable</a:t>
            </a:r>
          </a:p>
          <a:p>
            <a:r>
              <a:rPr lang="en-US" dirty="0"/>
              <a:t>Functions can be stored in variables just like numbers.</a:t>
            </a:r>
          </a:p>
          <a:p>
            <a:r>
              <a:rPr lang="en-US" dirty="0"/>
              <a:t>const greet = function(name) {</a:t>
            </a:r>
            <a:br>
              <a:rPr lang="en-US" dirty="0"/>
            </a:br>
            <a:r>
              <a:rPr lang="en-US" dirty="0"/>
              <a:t>  return "Hello " + name;</a:t>
            </a:r>
            <a:br>
              <a:rPr lang="en-US" dirty="0"/>
            </a:br>
            <a:r>
              <a:rPr lang="en-US" dirty="0"/>
              <a:t>};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console.log(greet("John"));</a:t>
            </a:r>
          </a:p>
          <a:p>
            <a:r>
              <a:rPr lang="en-US" dirty="0"/>
              <a:t>Output</a:t>
            </a:r>
          </a:p>
          <a:p>
            <a:r>
              <a:rPr lang="en-US" dirty="0"/>
              <a:t>Hello John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355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30CF906B-EA2F-D5C5-756B-A976991C2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>
            <a:extLst>
              <a:ext uri="{FF2B5EF4-FFF2-40B4-BE49-F238E27FC236}">
                <a16:creationId xmlns:a16="http://schemas.microsoft.com/office/drawing/2014/main" id="{0CBDB359-E6D0-F1BC-8300-6104F3D2D792}"/>
              </a:ext>
            </a:extLst>
          </p:cNvPr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dirty="0"/>
              <a:t>Functions as First-Class Citizens</a:t>
            </a:r>
            <a:endParaRPr lang="en-IN" sz="24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7BBC15-4B30-7DDE-AE33-9D11A94F6E79}"/>
              </a:ext>
            </a:extLst>
          </p:cNvPr>
          <p:cNvSpPr/>
          <p:nvPr/>
        </p:nvSpPr>
        <p:spPr>
          <a:xfrm>
            <a:off x="381000" y="1087202"/>
            <a:ext cx="722397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Functions can be </a:t>
            </a:r>
            <a:r>
              <a:rPr lang="en-IN" b="1" dirty="0"/>
              <a:t>passed into other functions</a:t>
            </a:r>
            <a:r>
              <a:rPr lang="en-IN" dirty="0"/>
              <a:t>. </a:t>
            </a:r>
            <a:r>
              <a:rPr lang="en-US" dirty="0"/>
              <a:t>A </a:t>
            </a:r>
            <a:r>
              <a:rPr lang="en-US" b="1" dirty="0"/>
              <a:t>callback function</a:t>
            </a:r>
            <a:r>
              <a:rPr lang="en-US" dirty="0"/>
              <a:t> is a function that is </a:t>
            </a:r>
            <a:r>
              <a:rPr lang="en-US" b="1" dirty="0"/>
              <a:t>passed as an argument to another function and executed later</a:t>
            </a:r>
            <a:r>
              <a:rPr lang="en-US" dirty="0"/>
              <a:t>. </a:t>
            </a:r>
          </a:p>
          <a:p>
            <a:endParaRPr lang="en-IN" dirty="0"/>
          </a:p>
          <a:p>
            <a:r>
              <a:rPr lang="en-IN" dirty="0"/>
              <a:t>function </a:t>
            </a:r>
            <a:r>
              <a:rPr lang="en-IN" dirty="0" err="1"/>
              <a:t>processUser</a:t>
            </a:r>
            <a:r>
              <a:rPr lang="en-IN" dirty="0"/>
              <a:t>(name, callback) {</a:t>
            </a:r>
            <a:br>
              <a:rPr lang="en-IN" dirty="0"/>
            </a:br>
            <a:r>
              <a:rPr lang="en-IN" dirty="0"/>
              <a:t>  return callback(name);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function welcome(name) {</a:t>
            </a:r>
            <a:br>
              <a:rPr lang="en-IN" dirty="0"/>
            </a:br>
            <a:r>
              <a:rPr lang="en-IN" dirty="0"/>
              <a:t>  return "Welcome " + name;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console.log(</a:t>
            </a:r>
            <a:r>
              <a:rPr lang="en-IN" dirty="0" err="1"/>
              <a:t>processUser</a:t>
            </a:r>
            <a:r>
              <a:rPr lang="en-IN" dirty="0"/>
              <a:t>("Alice", welcome));</a:t>
            </a:r>
          </a:p>
          <a:p>
            <a:endParaRPr lang="en-IN" dirty="0"/>
          </a:p>
          <a:p>
            <a:r>
              <a:rPr lang="en-IN" dirty="0"/>
              <a:t>Output</a:t>
            </a:r>
          </a:p>
          <a:p>
            <a:r>
              <a:rPr lang="en-IN" dirty="0"/>
              <a:t>Welcome Alice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445CA-9C66-EC68-ADD0-4384630F3594}"/>
              </a:ext>
            </a:extLst>
          </p:cNvPr>
          <p:cNvSpPr txBox="1"/>
          <p:nvPr/>
        </p:nvSpPr>
        <p:spPr>
          <a:xfrm>
            <a:off x="4769223" y="1650072"/>
            <a:ext cx="399377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function </a:t>
            </a:r>
            <a:r>
              <a:rPr lang="en-IN" dirty="0" err="1"/>
              <a:t>processUser</a:t>
            </a:r>
            <a:r>
              <a:rPr lang="en-IN" dirty="0"/>
              <a:t>(callback){</a:t>
            </a:r>
          </a:p>
          <a:p>
            <a:r>
              <a:rPr lang="en-IN" dirty="0"/>
              <a:t>    console.log("Processing user...");</a:t>
            </a:r>
          </a:p>
          <a:p>
            <a:r>
              <a:rPr lang="en-IN" dirty="0"/>
              <a:t>    callback();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function greet(){</a:t>
            </a:r>
          </a:p>
          <a:p>
            <a:r>
              <a:rPr lang="en-IN" dirty="0"/>
              <a:t>    console.log("Welcome!");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 err="1"/>
              <a:t>processUser</a:t>
            </a:r>
            <a:r>
              <a:rPr lang="en-IN" dirty="0"/>
              <a:t>(greet);</a:t>
            </a:r>
          </a:p>
          <a:p>
            <a:r>
              <a:rPr lang="en-IN" b="1" dirty="0"/>
              <a:t>Output</a:t>
            </a:r>
          </a:p>
          <a:p>
            <a:r>
              <a:rPr lang="en-IN" dirty="0"/>
              <a:t>Processing user...</a:t>
            </a:r>
            <a:br>
              <a:rPr lang="en-IN" dirty="0"/>
            </a:br>
            <a:r>
              <a:rPr lang="en-IN" dirty="0"/>
              <a:t>Welcome!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91425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0F5AE97D-DF03-DF89-7128-F272B174C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>
            <a:extLst>
              <a:ext uri="{FF2B5EF4-FFF2-40B4-BE49-F238E27FC236}">
                <a16:creationId xmlns:a16="http://schemas.microsoft.com/office/drawing/2014/main" id="{2EB3417A-92F8-B242-B52E-A441CDF47D69}"/>
              </a:ext>
            </a:extLst>
          </p:cNvPr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dirty="0"/>
              <a:t>Functions as First-Class Citizens</a:t>
            </a:r>
            <a:endParaRPr lang="en-IN" sz="24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623A15-BEBB-3F0B-703C-74F263E5D196}"/>
              </a:ext>
            </a:extLst>
          </p:cNvPr>
          <p:cNvSpPr/>
          <p:nvPr/>
        </p:nvSpPr>
        <p:spPr>
          <a:xfrm>
            <a:off x="381000" y="1087202"/>
            <a:ext cx="7223974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function can </a:t>
            </a:r>
            <a:r>
              <a:rPr lang="en-US" b="1" dirty="0"/>
              <a:t>return another function</a:t>
            </a:r>
            <a:r>
              <a:rPr lang="en-US" dirty="0"/>
              <a:t>.</a:t>
            </a:r>
          </a:p>
          <a:p>
            <a:r>
              <a:rPr lang="en-US" dirty="0"/>
              <a:t>function multiplier(x) {</a:t>
            </a:r>
            <a:br>
              <a:rPr lang="en-US" dirty="0"/>
            </a:br>
            <a:r>
              <a:rPr lang="en-US" dirty="0"/>
              <a:t>  return function(y) {</a:t>
            </a:r>
            <a:br>
              <a:rPr lang="en-US" dirty="0"/>
            </a:br>
            <a:r>
              <a:rPr lang="en-US" dirty="0"/>
              <a:t>    return x * y;</a:t>
            </a:r>
            <a:br>
              <a:rPr lang="en-US" dirty="0"/>
            </a:br>
            <a:r>
              <a:rPr lang="en-US" dirty="0"/>
              <a:t>  };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const double = multiplier(2);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console.log(double(5));</a:t>
            </a:r>
          </a:p>
          <a:p>
            <a:endParaRPr lang="en-US" dirty="0"/>
          </a:p>
          <a:p>
            <a:r>
              <a:rPr lang="en-US" dirty="0"/>
              <a:t>Output</a:t>
            </a:r>
          </a:p>
          <a:p>
            <a:r>
              <a:rPr lang="en-US" dirty="0"/>
              <a:t>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963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6DA690EC-2970-75F8-24DC-BA10363BB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>
            <a:extLst>
              <a:ext uri="{FF2B5EF4-FFF2-40B4-BE49-F238E27FC236}">
                <a16:creationId xmlns:a16="http://schemas.microsoft.com/office/drawing/2014/main" id="{0B3F635D-A8A6-AFD6-D503-3C74B1F8C42F}"/>
              </a:ext>
            </a:extLst>
          </p:cNvPr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dirty="0"/>
              <a:t>Functions as First-Class Citizens</a:t>
            </a:r>
            <a:endParaRPr lang="en-IN" sz="24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7F14B9-7CEE-A272-9011-067E2688F8D7}"/>
              </a:ext>
            </a:extLst>
          </p:cNvPr>
          <p:cNvSpPr/>
          <p:nvPr/>
        </p:nvSpPr>
        <p:spPr>
          <a:xfrm>
            <a:off x="381000" y="1087202"/>
            <a:ext cx="7223974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Store Functions in Objects</a:t>
            </a:r>
          </a:p>
          <a:p>
            <a:r>
              <a:rPr lang="en-IN" dirty="0"/>
              <a:t>Functions can be stored as </a:t>
            </a:r>
            <a:r>
              <a:rPr lang="en-IN" b="1" dirty="0"/>
              <a:t>object properties</a:t>
            </a:r>
            <a:r>
              <a:rPr lang="en-IN" dirty="0"/>
              <a:t>.</a:t>
            </a:r>
          </a:p>
          <a:p>
            <a:r>
              <a:rPr lang="en-IN" dirty="0" err="1"/>
              <a:t>const</a:t>
            </a:r>
            <a:r>
              <a:rPr lang="en-IN" dirty="0"/>
              <a:t> calculator = {</a:t>
            </a:r>
            <a:br>
              <a:rPr lang="en-IN" dirty="0"/>
            </a:br>
            <a:r>
              <a:rPr lang="en-IN" dirty="0"/>
              <a:t>  add: function(a, b) {</a:t>
            </a:r>
            <a:br>
              <a:rPr lang="en-IN" dirty="0"/>
            </a:br>
            <a:r>
              <a:rPr lang="en-IN" dirty="0"/>
              <a:t>    return a + b;</a:t>
            </a:r>
            <a:br>
              <a:rPr lang="en-IN" dirty="0"/>
            </a:br>
            <a:r>
              <a:rPr lang="en-IN" dirty="0"/>
              <a:t>  },</a:t>
            </a:r>
            <a:br>
              <a:rPr lang="en-IN" dirty="0"/>
            </a:br>
            <a:r>
              <a:rPr lang="en-IN" dirty="0"/>
              <a:t>  multiply: function(a, b) {</a:t>
            </a:r>
            <a:br>
              <a:rPr lang="en-IN" dirty="0"/>
            </a:br>
            <a:r>
              <a:rPr lang="en-IN" dirty="0"/>
              <a:t>    return a * b;</a:t>
            </a:r>
            <a:br>
              <a:rPr lang="en-IN" dirty="0"/>
            </a:br>
            <a:r>
              <a:rPr lang="en-IN" dirty="0"/>
              <a:t>  }</a:t>
            </a:r>
            <a:br>
              <a:rPr lang="en-IN" dirty="0"/>
            </a:br>
            <a:r>
              <a:rPr lang="en-IN" dirty="0"/>
              <a:t>};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console.log(</a:t>
            </a:r>
            <a:r>
              <a:rPr lang="en-IN" dirty="0" err="1"/>
              <a:t>calculator.add</a:t>
            </a:r>
            <a:r>
              <a:rPr lang="en-IN" dirty="0"/>
              <a:t>(4, 3));</a:t>
            </a:r>
            <a:br>
              <a:rPr lang="en-IN" dirty="0"/>
            </a:br>
            <a:r>
              <a:rPr lang="en-IN" dirty="0"/>
              <a:t>console.log(</a:t>
            </a:r>
            <a:r>
              <a:rPr lang="en-IN" dirty="0" err="1"/>
              <a:t>calculator.multiply</a:t>
            </a:r>
            <a:r>
              <a:rPr lang="en-IN" dirty="0"/>
              <a:t>(4, 3));</a:t>
            </a:r>
          </a:p>
          <a:p>
            <a:r>
              <a:rPr lang="en-IN" dirty="0"/>
              <a:t>Output</a:t>
            </a:r>
          </a:p>
          <a:p>
            <a:r>
              <a:rPr lang="en-IN" dirty="0"/>
              <a:t>7</a:t>
            </a:r>
            <a:br>
              <a:rPr lang="en-IN" dirty="0"/>
            </a:br>
            <a:r>
              <a:rPr lang="en-IN" dirty="0"/>
              <a:t>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9615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C060D9AE-4D6F-9114-29BC-58E3A0269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>
            <a:extLst>
              <a:ext uri="{FF2B5EF4-FFF2-40B4-BE49-F238E27FC236}">
                <a16:creationId xmlns:a16="http://schemas.microsoft.com/office/drawing/2014/main" id="{7CD595AD-F5EB-AD6B-7B66-A864A9FF83A0}"/>
              </a:ext>
            </a:extLst>
          </p:cNvPr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dirty="0"/>
              <a:t>Functions as First-Class Citizens</a:t>
            </a:r>
            <a:endParaRPr lang="en-IN" sz="24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B6BB91-52C2-76DE-BF8B-5AB2A024F6C9}"/>
              </a:ext>
            </a:extLst>
          </p:cNvPr>
          <p:cNvSpPr/>
          <p:nvPr/>
        </p:nvSpPr>
        <p:spPr>
          <a:xfrm>
            <a:off x="381000" y="1087202"/>
            <a:ext cx="7223974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Store Functions in Arrays</a:t>
            </a:r>
          </a:p>
          <a:p>
            <a:r>
              <a:rPr lang="en-US" dirty="0"/>
              <a:t>const operations = [</a:t>
            </a:r>
            <a:br>
              <a:rPr lang="en-US" dirty="0"/>
            </a:br>
            <a:r>
              <a:rPr lang="en-US" dirty="0"/>
              <a:t>  (a, b) =&gt; a + b,</a:t>
            </a:r>
            <a:br>
              <a:rPr lang="en-US" dirty="0"/>
            </a:br>
            <a:r>
              <a:rPr lang="en-US" dirty="0"/>
              <a:t>  (a, b) =&gt; a * b</a:t>
            </a:r>
            <a:br>
              <a:rPr lang="en-US" dirty="0"/>
            </a:br>
            <a:r>
              <a:rPr lang="en-US" dirty="0"/>
              <a:t>];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console.log(operations[0](5, 3));</a:t>
            </a:r>
            <a:br>
              <a:rPr lang="en-US" dirty="0"/>
            </a:br>
            <a:r>
              <a:rPr lang="en-US" dirty="0"/>
              <a:t>console.log(operations[1](5, 3));</a:t>
            </a:r>
          </a:p>
          <a:p>
            <a:endParaRPr lang="en-US" dirty="0"/>
          </a:p>
          <a:p>
            <a:r>
              <a:rPr lang="en-US" dirty="0"/>
              <a:t>Output</a:t>
            </a:r>
          </a:p>
          <a:p>
            <a:r>
              <a:rPr lang="en-US" dirty="0"/>
              <a:t>8</a:t>
            </a:r>
            <a:br>
              <a:rPr lang="en-US" dirty="0"/>
            </a:br>
            <a:r>
              <a:rPr lang="en-US" dirty="0"/>
              <a:t>15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1058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96286BC0-01CB-7410-C8DA-E71C40F25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>
            <a:extLst>
              <a:ext uri="{FF2B5EF4-FFF2-40B4-BE49-F238E27FC236}">
                <a16:creationId xmlns:a16="http://schemas.microsoft.com/office/drawing/2014/main" id="{5C6A3759-9E71-45C6-0F73-D289D86DD966}"/>
              </a:ext>
            </a:extLst>
          </p:cNvPr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dirty="0"/>
              <a:t>map()</a:t>
            </a:r>
            <a:endParaRPr lang="en-IN" sz="24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ACBE04-EAD3-0025-61A7-79F85398E838}"/>
              </a:ext>
            </a:extLst>
          </p:cNvPr>
          <p:cNvSpPr/>
          <p:nvPr/>
        </p:nvSpPr>
        <p:spPr>
          <a:xfrm>
            <a:off x="381000" y="1087202"/>
            <a:ext cx="722397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map() creates a </a:t>
            </a:r>
            <a:r>
              <a:rPr lang="en-US" b="1" dirty="0"/>
              <a:t>new array by transforming every element of the original array</a:t>
            </a:r>
            <a:r>
              <a:rPr lang="en-US" dirty="0"/>
              <a:t>.</a:t>
            </a:r>
          </a:p>
          <a:p>
            <a:r>
              <a:rPr lang="en-US" dirty="0"/>
              <a:t>Original array </a:t>
            </a:r>
            <a:r>
              <a:rPr lang="en-US" b="1" dirty="0"/>
              <a:t>remains unchanged</a:t>
            </a:r>
            <a:r>
              <a:rPr lang="en-US" dirty="0"/>
              <a:t>.</a:t>
            </a:r>
          </a:p>
          <a:p>
            <a:r>
              <a:rPr lang="en-US" b="1" dirty="0"/>
              <a:t>Syntax</a:t>
            </a:r>
          </a:p>
          <a:p>
            <a:r>
              <a:rPr lang="en-US" dirty="0" err="1"/>
              <a:t>array.map</a:t>
            </a:r>
            <a:r>
              <a:rPr lang="en-US" dirty="0"/>
              <a:t>(callback(element, index, array))</a:t>
            </a:r>
          </a:p>
          <a:p>
            <a:endParaRPr lang="en-US" dirty="0"/>
          </a:p>
          <a:p>
            <a:r>
              <a:rPr lang="en-US" b="1" dirty="0"/>
              <a:t>Example Multiply numbers</a:t>
            </a:r>
          </a:p>
          <a:p>
            <a:r>
              <a:rPr lang="en-US" dirty="0"/>
              <a:t>const numbers = [1,2,3,4];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const doubled = </a:t>
            </a:r>
            <a:r>
              <a:rPr lang="en-US" dirty="0" err="1"/>
              <a:t>numbers.map</a:t>
            </a:r>
            <a:r>
              <a:rPr lang="en-US" dirty="0"/>
              <a:t>(num =&gt; num * 2);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console.log(doubled);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8599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1206EC2E-2C04-C4D3-6C34-60892DC46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>
            <a:extLst>
              <a:ext uri="{FF2B5EF4-FFF2-40B4-BE49-F238E27FC236}">
                <a16:creationId xmlns:a16="http://schemas.microsoft.com/office/drawing/2014/main" id="{B887DF21-8A9C-975C-5B71-072BF49B21E7}"/>
              </a:ext>
            </a:extLst>
          </p:cNvPr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dirty="0"/>
              <a:t>map()</a:t>
            </a:r>
            <a:endParaRPr lang="en-IN" sz="24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8D50C5-4831-097B-15D7-2CDC43B35810}"/>
              </a:ext>
            </a:extLst>
          </p:cNvPr>
          <p:cNvSpPr/>
          <p:nvPr/>
        </p:nvSpPr>
        <p:spPr>
          <a:xfrm>
            <a:off x="381000" y="1087202"/>
            <a:ext cx="722397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map() creates a </a:t>
            </a:r>
            <a:r>
              <a:rPr lang="en-US" b="1" dirty="0"/>
              <a:t>new array by transforming every element of the original array</a:t>
            </a:r>
            <a:r>
              <a:rPr lang="en-US" dirty="0"/>
              <a:t>.</a:t>
            </a:r>
          </a:p>
          <a:p>
            <a:r>
              <a:rPr lang="en-US" dirty="0"/>
              <a:t>Original array </a:t>
            </a:r>
            <a:r>
              <a:rPr lang="en-US" b="1" dirty="0"/>
              <a:t>remains unchanged</a:t>
            </a:r>
            <a:r>
              <a:rPr lang="en-US" dirty="0"/>
              <a:t>.</a:t>
            </a:r>
          </a:p>
          <a:p>
            <a:r>
              <a:rPr lang="en-US" b="1" dirty="0"/>
              <a:t>Syntax</a:t>
            </a:r>
          </a:p>
          <a:p>
            <a:r>
              <a:rPr lang="en-US" dirty="0" err="1"/>
              <a:t>array.map</a:t>
            </a:r>
            <a:r>
              <a:rPr lang="en-US" dirty="0"/>
              <a:t>(callback(element, index, array))</a:t>
            </a:r>
          </a:p>
          <a:p>
            <a:endParaRPr lang="en-US" dirty="0"/>
          </a:p>
          <a:p>
            <a:r>
              <a:rPr lang="en-US" b="1" dirty="0"/>
              <a:t>Example Multiply numbers</a:t>
            </a:r>
          </a:p>
          <a:p>
            <a:r>
              <a:rPr lang="en-US" dirty="0"/>
              <a:t>const numbers = [1,2,3,4];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const doubled = </a:t>
            </a:r>
            <a:r>
              <a:rPr lang="en-US" dirty="0" err="1"/>
              <a:t>numbers.map</a:t>
            </a:r>
            <a:r>
              <a:rPr lang="en-US" dirty="0"/>
              <a:t>(num =&gt; num * 2);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console.log(doubled);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E48764-3206-6953-95BD-6E85D59ABA40}"/>
              </a:ext>
            </a:extLst>
          </p:cNvPr>
          <p:cNvSpPr txBox="1"/>
          <p:nvPr/>
        </p:nvSpPr>
        <p:spPr>
          <a:xfrm>
            <a:off x="4484594" y="1569971"/>
            <a:ext cx="4572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const</a:t>
            </a:r>
            <a:r>
              <a:rPr lang="en-IN" dirty="0"/>
              <a:t> names = ["john","</a:t>
            </a:r>
            <a:r>
              <a:rPr lang="en-IN" dirty="0" err="1"/>
              <a:t>mary</a:t>
            </a:r>
            <a:r>
              <a:rPr lang="en-IN" dirty="0"/>
              <a:t>","</a:t>
            </a:r>
            <a:r>
              <a:rPr lang="en-IN" dirty="0" err="1"/>
              <a:t>david</a:t>
            </a:r>
            <a:r>
              <a:rPr lang="en-IN" dirty="0"/>
              <a:t>"];</a:t>
            </a:r>
          </a:p>
          <a:p>
            <a:endParaRPr lang="en-IN" dirty="0"/>
          </a:p>
          <a:p>
            <a:r>
              <a:rPr lang="en-IN" dirty="0" err="1"/>
              <a:t>const</a:t>
            </a:r>
            <a:r>
              <a:rPr lang="en-IN" dirty="0"/>
              <a:t> upper = </a:t>
            </a:r>
            <a:r>
              <a:rPr lang="en-IN" dirty="0" err="1"/>
              <a:t>names.map</a:t>
            </a:r>
            <a:r>
              <a:rPr lang="en-IN" dirty="0"/>
              <a:t>(name =&gt; </a:t>
            </a:r>
            <a:r>
              <a:rPr lang="en-IN" dirty="0" err="1"/>
              <a:t>name.toUpperCase</a:t>
            </a:r>
            <a:r>
              <a:rPr lang="en-IN" dirty="0"/>
              <a:t>());</a:t>
            </a:r>
          </a:p>
          <a:p>
            <a:endParaRPr lang="en-IN" dirty="0"/>
          </a:p>
          <a:p>
            <a:r>
              <a:rPr lang="en-IN" dirty="0"/>
              <a:t>console.log(upper);</a:t>
            </a:r>
          </a:p>
          <a:p>
            <a:endParaRPr lang="en-IN" dirty="0"/>
          </a:p>
          <a:p>
            <a:r>
              <a:rPr lang="en-IN" b="1" dirty="0"/>
              <a:t>Output</a:t>
            </a:r>
          </a:p>
          <a:p>
            <a:r>
              <a:rPr lang="en-IN" dirty="0"/>
              <a:t>["JOHN","MARY","DAVID"]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21766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021A143D-1F02-3180-8392-9AA6B469D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>
            <a:extLst>
              <a:ext uri="{FF2B5EF4-FFF2-40B4-BE49-F238E27FC236}">
                <a16:creationId xmlns:a16="http://schemas.microsoft.com/office/drawing/2014/main" id="{2F32F16B-1A7F-4BBB-A14D-EC5750438158}"/>
              </a:ext>
            </a:extLst>
          </p:cNvPr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dirty="0"/>
              <a:t>filter()</a:t>
            </a:r>
            <a:endParaRPr lang="en-IN" sz="24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9AF674-62D6-DBA6-D6D1-6ED9D4738B97}"/>
              </a:ext>
            </a:extLst>
          </p:cNvPr>
          <p:cNvSpPr/>
          <p:nvPr/>
        </p:nvSpPr>
        <p:spPr>
          <a:xfrm>
            <a:off x="381000" y="1087202"/>
            <a:ext cx="7223974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filter() creates a </a:t>
            </a:r>
            <a:r>
              <a:rPr lang="en-US" b="1" dirty="0"/>
              <a:t>new array containing elements that satisfy a condition</a:t>
            </a:r>
            <a:r>
              <a:rPr lang="en-US" dirty="0"/>
              <a:t>.</a:t>
            </a:r>
          </a:p>
          <a:p>
            <a:r>
              <a:rPr lang="en-US" b="1" dirty="0"/>
              <a:t>Syntax</a:t>
            </a:r>
          </a:p>
          <a:p>
            <a:r>
              <a:rPr lang="en-US" dirty="0" err="1"/>
              <a:t>array.filter</a:t>
            </a:r>
            <a:r>
              <a:rPr lang="en-US" dirty="0"/>
              <a:t>(callback(element))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Example 1: Get even numbers</a:t>
            </a:r>
          </a:p>
          <a:p>
            <a:r>
              <a:rPr lang="en-US" dirty="0"/>
              <a:t>const numbers = [1,2,3,4,5,6];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const even = </a:t>
            </a:r>
            <a:r>
              <a:rPr lang="en-US" dirty="0" err="1"/>
              <a:t>numbers.filter</a:t>
            </a:r>
            <a:r>
              <a:rPr lang="en-US" dirty="0"/>
              <a:t>(num =&gt; num % 2 === 0);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console.log(even);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52AB5E-F3FB-D3D1-8D36-6D1D0F3A3267}"/>
              </a:ext>
            </a:extLst>
          </p:cNvPr>
          <p:cNvSpPr txBox="1"/>
          <p:nvPr/>
        </p:nvSpPr>
        <p:spPr>
          <a:xfrm>
            <a:off x="4713194" y="1569971"/>
            <a:ext cx="404980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Example 2: Filter adults</a:t>
            </a:r>
          </a:p>
          <a:p>
            <a:r>
              <a:rPr lang="en-US" dirty="0"/>
              <a:t>const ages = [12,18,25,15,30];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const adults = </a:t>
            </a:r>
            <a:r>
              <a:rPr lang="en-US" dirty="0" err="1"/>
              <a:t>ages.filter</a:t>
            </a:r>
            <a:r>
              <a:rPr lang="en-US" dirty="0"/>
              <a:t>(age =&gt; age &gt;= 18);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console.log(adults);</a:t>
            </a:r>
          </a:p>
          <a:p>
            <a:r>
              <a:rPr lang="en-US" dirty="0"/>
              <a:t>Output</a:t>
            </a:r>
          </a:p>
          <a:p>
            <a:r>
              <a:rPr lang="en-US" dirty="0"/>
              <a:t>[18,25,30]</a:t>
            </a:r>
          </a:p>
        </p:txBody>
      </p:sp>
    </p:spTree>
    <p:extLst>
      <p:ext uri="{BB962C8B-B14F-4D97-AF65-F5344CB8AC3E}">
        <p14:creationId xmlns:p14="http://schemas.microsoft.com/office/powerpoint/2010/main" val="39314437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F03B3F75-A49D-58B0-7E5E-B16829175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>
            <a:extLst>
              <a:ext uri="{FF2B5EF4-FFF2-40B4-BE49-F238E27FC236}">
                <a16:creationId xmlns:a16="http://schemas.microsoft.com/office/drawing/2014/main" id="{2FCE7000-AD01-2E1D-BCA6-43B4B02B9421}"/>
              </a:ext>
            </a:extLst>
          </p:cNvPr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dirty="0"/>
              <a:t>reduce()</a:t>
            </a:r>
            <a:endParaRPr lang="en-IN" sz="24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D66F2B-2EB6-E7ED-2033-5A6C40F3B985}"/>
              </a:ext>
            </a:extLst>
          </p:cNvPr>
          <p:cNvSpPr/>
          <p:nvPr/>
        </p:nvSpPr>
        <p:spPr>
          <a:xfrm>
            <a:off x="381000" y="1087202"/>
            <a:ext cx="722397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reduce() </a:t>
            </a:r>
            <a:r>
              <a:rPr lang="en-US" b="1" dirty="0"/>
              <a:t>reduces an array to a single value</a:t>
            </a:r>
            <a:r>
              <a:rPr lang="en-US" dirty="0"/>
              <a:t>.</a:t>
            </a:r>
          </a:p>
          <a:p>
            <a:r>
              <a:rPr lang="en-US" dirty="0"/>
              <a:t>Examples:</a:t>
            </a:r>
          </a:p>
          <a:p>
            <a:r>
              <a:rPr lang="en-US" dirty="0"/>
              <a:t>Sum</a:t>
            </a:r>
          </a:p>
          <a:p>
            <a:r>
              <a:rPr lang="en-US" dirty="0"/>
              <a:t>Product</a:t>
            </a:r>
          </a:p>
          <a:p>
            <a:r>
              <a:rPr lang="en-US" dirty="0"/>
              <a:t>Maximum value</a:t>
            </a:r>
          </a:p>
          <a:p>
            <a:r>
              <a:rPr lang="en-US" dirty="0"/>
              <a:t>Object creation</a:t>
            </a:r>
          </a:p>
          <a:p>
            <a:endParaRPr lang="en-US" dirty="0"/>
          </a:p>
          <a:p>
            <a:r>
              <a:rPr lang="en-US" b="1" dirty="0"/>
              <a:t>Example 1: Sum of numbers</a:t>
            </a:r>
          </a:p>
          <a:p>
            <a:r>
              <a:rPr lang="en-US" dirty="0"/>
              <a:t>const numbers = [1,2,3,4];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const sum = </a:t>
            </a:r>
            <a:r>
              <a:rPr lang="en-US" dirty="0" err="1"/>
              <a:t>numbers.reduce</a:t>
            </a:r>
            <a:r>
              <a:rPr lang="en-US" dirty="0"/>
              <a:t>(</a:t>
            </a:r>
          </a:p>
          <a:p>
            <a:r>
              <a:rPr lang="en-US" dirty="0"/>
              <a:t>(total, num) =&gt; total + num, 0);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console.log(sum);</a:t>
            </a:r>
          </a:p>
          <a:p>
            <a:r>
              <a:rPr lang="en-US" dirty="0"/>
              <a:t>Output</a:t>
            </a:r>
          </a:p>
          <a:p>
            <a:r>
              <a:rPr lang="en-US" dirty="0"/>
              <a:t>10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D061A4-B869-9C35-9A89-667708E63321}"/>
              </a:ext>
            </a:extLst>
          </p:cNvPr>
          <p:cNvSpPr txBox="1"/>
          <p:nvPr/>
        </p:nvSpPr>
        <p:spPr>
          <a:xfrm>
            <a:off x="4457700" y="1556087"/>
            <a:ext cx="36195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Example 2:  Find maximum value</a:t>
            </a:r>
          </a:p>
          <a:p>
            <a:r>
              <a:rPr lang="en-US" dirty="0"/>
              <a:t>const numbers = [10,5,20,8];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const max = </a:t>
            </a:r>
            <a:r>
              <a:rPr lang="en-US" dirty="0" err="1"/>
              <a:t>numbers.reduce</a:t>
            </a:r>
            <a:r>
              <a:rPr lang="en-US" dirty="0"/>
              <a:t>((</a:t>
            </a:r>
            <a:r>
              <a:rPr lang="en-US" dirty="0" err="1"/>
              <a:t>a,b</a:t>
            </a:r>
            <a:r>
              <a:rPr lang="en-US" dirty="0"/>
              <a:t>) =&gt; a &gt; b ? a : b);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console.log(max);</a:t>
            </a:r>
          </a:p>
          <a:p>
            <a:r>
              <a:rPr lang="en-US" dirty="0"/>
              <a:t>Output</a:t>
            </a:r>
          </a:p>
          <a:p>
            <a:r>
              <a:rPr lang="en-US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930867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0"/>
          <p:cNvSpPr txBox="1"/>
          <p:nvPr/>
        </p:nvSpPr>
        <p:spPr>
          <a:xfrm>
            <a:off x="226925" y="151275"/>
            <a:ext cx="49620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 i="0" u="none" strike="noStrike" cap="none">
                <a:solidFill>
                  <a:srgbClr val="323F4F"/>
                </a:solidFill>
                <a:latin typeface="Proxima Nova"/>
                <a:ea typeface="Proxima Nova"/>
                <a:cs typeface="Proxima Nova"/>
                <a:sym typeface="Proxima Nova"/>
              </a:rPr>
              <a:t>Check Your Understanding </a:t>
            </a:r>
            <a:endParaRPr sz="2400" b="1" i="0" u="none" strike="noStrike" cap="none">
              <a:solidFill>
                <a:srgbClr val="323F4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323F4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90" name="Google Shape;490;p10"/>
          <p:cNvSpPr/>
          <p:nvPr/>
        </p:nvSpPr>
        <p:spPr>
          <a:xfrm rot="10800000" flipH="1">
            <a:off x="305900" y="627875"/>
            <a:ext cx="3763500" cy="104400"/>
          </a:xfrm>
          <a:prstGeom prst="rect">
            <a:avLst/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91" name="Google Shape;491;p10" descr="check sign - Clip Art Library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7794" y="1088200"/>
            <a:ext cx="1768724" cy="1768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3"/>
          <p:cNvSpPr txBox="1"/>
          <p:nvPr/>
        </p:nvSpPr>
        <p:spPr>
          <a:xfrm>
            <a:off x="394950" y="223550"/>
            <a:ext cx="44427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 i="0" u="none" strike="noStrike" cap="none">
                <a:solidFill>
                  <a:srgbClr val="323F4F"/>
                </a:solidFill>
                <a:latin typeface="Proxima Nova"/>
                <a:ea typeface="Proxima Nova"/>
                <a:cs typeface="Proxima Nova"/>
                <a:sym typeface="Proxima Nova"/>
              </a:rPr>
              <a:t>Question &amp; Answer</a:t>
            </a:r>
            <a:endParaRPr sz="2400" b="1" i="0" u="none" strike="noStrike" cap="none">
              <a:solidFill>
                <a:srgbClr val="323F4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98" name="Google Shape;49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3175" y="940450"/>
            <a:ext cx="4832175" cy="337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7"/>
          <p:cNvSpPr txBox="1">
            <a:spLocks noGrp="1"/>
          </p:cNvSpPr>
          <p:nvPr>
            <p:ph type="subTitle" idx="1"/>
          </p:nvPr>
        </p:nvSpPr>
        <p:spPr>
          <a:xfrm>
            <a:off x="2092775" y="2305650"/>
            <a:ext cx="52719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" sz="1600"/>
              <a:t>Benhar Charles Velankanni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f6ad64a-8b6b-48eb-ae60-12a54eda0ca9">
      <Terms xmlns="http://schemas.microsoft.com/office/infopath/2007/PartnerControls"/>
    </lcf76f155ced4ddcb4097134ff3c332f>
    <TaxCatchAll xmlns="70328ee1-d215-47f2-9f94-e66745c0848f" xsi:nil="true"/>
    <MediaLengthInSeconds xmlns="9f6ad64a-8b6b-48eb-ae60-12a54eda0ca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DE37E934965AB40B8C2959C180473A3" ma:contentTypeVersion="13" ma:contentTypeDescription="Create a new document." ma:contentTypeScope="" ma:versionID="b652bdf42f97bf36c4cecc4a137c9e6d">
  <xsd:schema xmlns:xsd="http://www.w3.org/2001/XMLSchema" xmlns:xs="http://www.w3.org/2001/XMLSchema" xmlns:p="http://schemas.microsoft.com/office/2006/metadata/properties" xmlns:ns2="9f6ad64a-8b6b-48eb-ae60-12a54eda0ca9" xmlns:ns3="70328ee1-d215-47f2-9f94-e66745c0848f" targetNamespace="http://schemas.microsoft.com/office/2006/metadata/properties" ma:root="true" ma:fieldsID="ef4dd843760eb6ba715a3d5caabb3102" ns2:_="" ns3:_="">
    <xsd:import namespace="9f6ad64a-8b6b-48eb-ae60-12a54eda0ca9"/>
    <xsd:import namespace="70328ee1-d215-47f2-9f94-e66745c084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6ad64a-8b6b-48eb-ae60-12a54eda0c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a156ab42-c15d-4f16-a227-b8fc8443f73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9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328ee1-d215-47f2-9f94-e66745c0848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dc998392-e962-4591-95d1-fdc2e5b3008b}" ma:internalName="TaxCatchAll" ma:showField="CatchAllData" ma:web="70328ee1-d215-47f2-9f94-e66745c0848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C8A4D05-2C6B-4E3D-ACBF-D0F4E11F0DD3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9f6ad64a-8b6b-48eb-ae60-12a54eda0ca9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70328ee1-d215-47f2-9f94-e66745c0848f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CFC267C-DE1B-4101-8C28-4BADF6AAF7D3}">
  <ds:schemaRefs>
    <ds:schemaRef ds:uri="70328ee1-d215-47f2-9f94-e66745c0848f"/>
    <ds:schemaRef ds:uri="9f6ad64a-8b6b-48eb-ae60-12a54eda0ca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65DA012-BBE1-41E3-B821-9BF2DDCA651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20720</TotalTime>
  <Words>1427</Words>
  <Application>Microsoft Office PowerPoint</Application>
  <PresentationFormat>On-screen Show (16:9)</PresentationFormat>
  <Paragraphs>273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Proxima Nova Semibold</vt:lpstr>
      <vt:lpstr>Arial</vt:lpstr>
      <vt:lpstr>Proxima Nova</vt:lpstr>
      <vt:lpstr>Calibri</vt:lpstr>
      <vt:lpstr>Relevantz - Internal Slide Template</vt:lpstr>
      <vt:lpstr>Relevantz - Internal Slide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Benhar Charles V</dc:creator>
  <cp:lastModifiedBy>Benhar Charles V</cp:lastModifiedBy>
  <cp:revision>37</cp:revision>
  <dcterms:modified xsi:type="dcterms:W3CDTF">2026-03-11T06:02:32Z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0x0101006DE37E934965AB40B8C2959C180473A3</vt:lpwstr>
  </property>
  <property fmtid="{D5CDD505-2E9C-101B-9397-08002B2CF9AE}" pid="3" name="Order">
    <vt:r8>391700</vt:r8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MediaServiceImageTags">
    <vt:lpwstr/>
  </property>
  <property fmtid="{D5CDD505-2E9C-101B-9397-08002B2CF9AE}" pid="10" name="MSIP_Label_defa4170-0d19-0005-0004-bc88714345d2_Enabled">
    <vt:lpwstr>true</vt:lpwstr>
  </property>
  <property fmtid="{D5CDD505-2E9C-101B-9397-08002B2CF9AE}" pid="11" name="MSIP_Label_defa4170-0d19-0005-0004-bc88714345d2_SetDate">
    <vt:lpwstr>2025-06-04T11:23:41Z</vt:lpwstr>
  </property>
  <property fmtid="{D5CDD505-2E9C-101B-9397-08002B2CF9AE}" pid="12" name="MSIP_Label_defa4170-0d19-0005-0004-bc88714345d2_Method">
    <vt:lpwstr>Standard</vt:lpwstr>
  </property>
  <property fmtid="{D5CDD505-2E9C-101B-9397-08002B2CF9AE}" pid="13" name="MSIP_Label_defa4170-0d19-0005-0004-bc88714345d2_Name">
    <vt:lpwstr>defa4170-0d19-0005-0004-bc88714345d2</vt:lpwstr>
  </property>
  <property fmtid="{D5CDD505-2E9C-101B-9397-08002B2CF9AE}" pid="14" name="MSIP_Label_defa4170-0d19-0005-0004-bc88714345d2_SiteId">
    <vt:lpwstr>fe66d7b1-c17e-4ba8-a08d-2e146117dc7e</vt:lpwstr>
  </property>
  <property fmtid="{D5CDD505-2E9C-101B-9397-08002B2CF9AE}" pid="15" name="MSIP_Label_defa4170-0d19-0005-0004-bc88714345d2_ActionId">
    <vt:lpwstr>db0fe4a2-2236-45c4-9210-9d9cc71c4f5d</vt:lpwstr>
  </property>
  <property fmtid="{D5CDD505-2E9C-101B-9397-08002B2CF9AE}" pid="16" name="MSIP_Label_defa4170-0d19-0005-0004-bc88714345d2_ContentBits">
    <vt:lpwstr>0</vt:lpwstr>
  </property>
  <property fmtid="{D5CDD505-2E9C-101B-9397-08002B2CF9AE}" pid="17" name="MSIP_Label_defa4170-0d19-0005-0004-bc88714345d2_Tag">
    <vt:lpwstr>10, 3, 0, 2</vt:lpwstr>
  </property>
</Properties>
</file>