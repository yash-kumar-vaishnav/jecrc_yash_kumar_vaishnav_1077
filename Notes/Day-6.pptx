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 id="2147483657" r:id="rId5"/>
  </p:sldMasterIdLst>
  <p:notesMasterIdLst>
    <p:notesMasterId r:id="rId35"/>
  </p:notesMasterIdLst>
  <p:sldIdLst>
    <p:sldId id="314" r:id="rId6"/>
    <p:sldId id="342" r:id="rId7"/>
    <p:sldId id="317" r:id="rId8"/>
    <p:sldId id="318" r:id="rId9"/>
    <p:sldId id="319" r:id="rId10"/>
    <p:sldId id="320" r:id="rId11"/>
    <p:sldId id="321" r:id="rId12"/>
    <p:sldId id="322" r:id="rId13"/>
    <p:sldId id="323" r:id="rId14"/>
    <p:sldId id="324" r:id="rId15"/>
    <p:sldId id="325" r:id="rId16"/>
    <p:sldId id="326" r:id="rId17"/>
    <p:sldId id="327" r:id="rId18"/>
    <p:sldId id="328" r:id="rId19"/>
    <p:sldId id="329" r:id="rId20"/>
    <p:sldId id="330" r:id="rId21"/>
    <p:sldId id="331" r:id="rId22"/>
    <p:sldId id="332" r:id="rId23"/>
    <p:sldId id="333" r:id="rId24"/>
    <p:sldId id="334" r:id="rId25"/>
    <p:sldId id="335" r:id="rId26"/>
    <p:sldId id="336" r:id="rId27"/>
    <p:sldId id="337" r:id="rId28"/>
    <p:sldId id="338" r:id="rId29"/>
    <p:sldId id="339" r:id="rId30"/>
    <p:sldId id="340" r:id="rId31"/>
    <p:sldId id="341" r:id="rId32"/>
    <p:sldId id="311" r:id="rId33"/>
    <p:sldId id="313" r:id="rId34"/>
  </p:sldIdLst>
  <p:sldSz cx="9144000" cy="5143500" type="screen16x9"/>
  <p:notesSz cx="6858000" cy="9144000"/>
  <p:embeddedFontLst>
    <p:embeddedFont>
      <p:font typeface="Proxima Nova" panose="020B0604020202020204" charset="0"/>
      <p:regular r:id="rId36"/>
      <p:bold r:id="rId37"/>
      <p:italic r:id="rId38"/>
      <p:boldItalic r:id="rId39"/>
    </p:embeddedFont>
    <p:embeddedFont>
      <p:font typeface="Calibri" panose="020F0502020204030204" pitchFamily="34" charset="0"/>
      <p:regular r:id="rId40"/>
      <p:bold r:id="rId41"/>
      <p:italic r:id="rId42"/>
      <p:boldItalic r:id="rId43"/>
    </p:embeddedFont>
    <p:embeddedFont>
      <p:font typeface="Proxima Nova Semibold" panose="020B0604020202020204" charset="0"/>
      <p:regular r:id="rId44"/>
      <p:bold r:id="rId45"/>
      <p:boldItalic r:id="rId46"/>
    </p:embeddedFont>
    <p:embeddedFont>
      <p:font typeface="Segoe UI" panose="020B0502040204020203" pitchFamily="3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102" roundtripDataSignature="AMtx7miPhXGxc0iE9gpBlCh+HQf++GaLa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B0B625-0A3F-F891-772A-E3B19C12F2A8}" v="323" dt="2025-06-04T13:39:43.205"/>
    <p1510:client id="{ABD9A99C-9D15-D75B-1538-4400EC83D647}" v="2" dt="2025-06-06T04:33:20.878"/>
    <p1510:client id="{B40E3FFB-5E89-61FA-FF01-295DEB25B7BC}" v="562" dt="2025-06-04T15:21:28.779"/>
  </p1510:revLst>
</p1510:revInfo>
</file>

<file path=ppt/tableStyles.xml><?xml version="1.0" encoding="utf-8"?>
<a:tblStyleLst xmlns:a="http://schemas.openxmlformats.org/drawingml/2006/main" def="{51958573-18DD-4F4F-87A5-23D0A4D2D5AC}">
  <a:tblStyle styleId="{51958573-18DD-4F4F-87A5-23D0A4D2D5AC}"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b="off" i="off"/>
      <a:tcStyle>
        <a:tcBdr/>
        <a:fill>
          <a:solidFill>
            <a:srgbClr val="D0DEEF"/>
          </a:solidFill>
        </a:fill>
      </a:tcStyle>
    </a:band1H>
    <a:band2H>
      <a:tcTxStyle b="off" i="off"/>
      <a:tcStyle>
        <a:tcBdr/>
      </a:tcStyle>
    </a:band2H>
    <a:band1V>
      <a:tcTxStyle b="off" i="off"/>
      <a:tcStyle>
        <a:tcBdr/>
        <a:fill>
          <a:solidFill>
            <a:srgbClr val="D0DEEF"/>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7FDA3176-15EB-4DB9-A849-97660B76C8F7}" styleName="Table_1">
    <a:wholeTbl>
      <a:tcTxStyle b="off" i="off">
        <a:font>
          <a:latin typeface="Arial"/>
          <a:ea typeface="Arial"/>
          <a:cs typeface="Arial"/>
        </a:font>
        <a:srgbClr val="000000"/>
      </a:tcTxStyle>
      <a:tcStyle>
        <a:tcBdr>
          <a:left>
            <a:ln w="9525" cap="flat" cmpd="sng">
              <a:solidFill>
                <a:srgbClr val="4472C4"/>
              </a:solidFill>
              <a:prstDash val="solid"/>
              <a:round/>
              <a:headEnd type="none" w="sm" len="sm"/>
              <a:tailEnd type="none" w="sm" len="sm"/>
            </a:ln>
          </a:left>
          <a:right>
            <a:ln w="9525" cap="flat" cmpd="sng">
              <a:solidFill>
                <a:srgbClr val="4472C4"/>
              </a:solidFill>
              <a:prstDash val="solid"/>
              <a:round/>
              <a:headEnd type="none" w="sm" len="sm"/>
              <a:tailEnd type="none" w="sm" len="sm"/>
            </a:ln>
          </a:right>
          <a:top>
            <a:ln w="9525" cap="flat" cmpd="sng">
              <a:solidFill>
                <a:srgbClr val="4472C4"/>
              </a:solidFill>
              <a:prstDash val="solid"/>
              <a:round/>
              <a:headEnd type="none" w="sm" len="sm"/>
              <a:tailEnd type="none" w="sm" len="sm"/>
            </a:ln>
          </a:top>
          <a:bottom>
            <a:ln w="9525" cap="flat" cmpd="sng">
              <a:solidFill>
                <a:srgbClr val="4472C4"/>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op>
            <a:ln w="9525" cap="flat" cmpd="sng">
              <a:solidFill>
                <a:srgbClr val="4472C4"/>
              </a:solidFill>
              <a:prstDash val="solid"/>
              <a:round/>
              <a:headEnd type="none" w="sm" len="sm"/>
              <a:tailEnd type="none" w="sm" len="sm"/>
            </a:ln>
          </a:top>
          <a:bottom>
            <a:ln w="9525" cap="flat" cmpd="sng">
              <a:solidFill>
                <a:srgbClr val="4472C4"/>
              </a:solidFill>
              <a:prstDash val="solid"/>
              <a:round/>
              <a:headEnd type="none" w="sm" len="sm"/>
              <a:tailEnd type="none" w="sm" len="sm"/>
            </a:ln>
          </a:bottom>
        </a:tcBdr>
      </a:tcStyle>
    </a:band1H>
    <a:band2H>
      <a:tcTxStyle b="off" i="off"/>
      <a:tcStyle>
        <a:tcBdr/>
      </a:tcStyle>
    </a:band2H>
    <a:band1V>
      <a:tcTxStyle b="off" i="off"/>
      <a:tcStyle>
        <a:tcBdr>
          <a:left>
            <a:ln w="9525" cap="flat" cmpd="sng">
              <a:solidFill>
                <a:srgbClr val="4472C4"/>
              </a:solidFill>
              <a:prstDash val="solid"/>
              <a:round/>
              <a:headEnd type="none" w="sm" len="sm"/>
              <a:tailEnd type="none" w="sm" len="sm"/>
            </a:ln>
          </a:left>
          <a:right>
            <a:ln w="9525" cap="flat" cmpd="sng">
              <a:solidFill>
                <a:srgbClr val="4472C4"/>
              </a:solidFill>
              <a:prstDash val="solid"/>
              <a:round/>
              <a:headEnd type="none" w="sm" len="sm"/>
              <a:tailEnd type="none" w="sm" len="sm"/>
            </a:ln>
          </a:right>
        </a:tcBdr>
      </a:tcStyle>
    </a:band1V>
    <a:band2V>
      <a:tcTxStyle b="off" i="off"/>
      <a:tcStyle>
        <a:tcBdr>
          <a:left>
            <a:ln w="9525" cap="flat" cmpd="sng">
              <a:solidFill>
                <a:srgbClr val="4472C4"/>
              </a:solidFill>
              <a:prstDash val="solid"/>
              <a:round/>
              <a:headEnd type="none" w="sm" len="sm"/>
              <a:tailEnd type="none" w="sm" len="sm"/>
            </a:ln>
          </a:left>
          <a:right>
            <a:ln w="9525" cap="flat" cmpd="sng">
              <a:solidFill>
                <a:srgbClr val="4472C4"/>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rgbClr val="4472C4"/>
              </a:solidFill>
              <a:prstDash val="solid"/>
              <a:round/>
              <a:headEnd type="none" w="sm" len="sm"/>
              <a:tailEnd type="none" w="sm" len="sm"/>
            </a:ln>
          </a:top>
        </a:tcBdr>
      </a:tcStyle>
    </a:lastRow>
    <a:seCell>
      <a:tcTxStyle b="off" i="off"/>
      <a:tcStyle>
        <a:tcBdr/>
      </a:tcStyle>
    </a:seCell>
    <a:swCell>
      <a:tcTxStyle b="off" i="off"/>
      <a:tcStyle>
        <a:tcBdr/>
      </a:tcStyle>
    </a:swCell>
    <a:firstRow>
      <a:tcTxStyle b="on" i="off">
        <a:font>
          <a:latin typeface="Arial"/>
          <a:ea typeface="Arial"/>
          <a:cs typeface="Arial"/>
        </a:font>
        <a:srgbClr val="FFFFFF"/>
      </a:tcTxStyle>
      <a:tcStyle>
        <a:tcBdr/>
        <a:fill>
          <a:solidFill>
            <a:srgbClr val="4472C4"/>
          </a:solidFill>
        </a:fill>
      </a:tcStyle>
    </a:firstRow>
    <a:neCell>
      <a:tcTxStyle b="off" i="off"/>
      <a:tcStyle>
        <a:tcBdr/>
      </a:tcStyle>
    </a:neCell>
    <a:nwCell>
      <a:tcTxStyle b="off" i="off"/>
      <a:tcStyle>
        <a:tcBdr/>
      </a:tcStyle>
    </a:nwCell>
  </a:tblStyle>
  <a:tblStyle styleId="{1B9BAF51-D252-47A5-B818-23F1545D66B1}" styleName="Table_2">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634" y="8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4.fntdata"/><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font" Target="fonts/font15.fntdata"/><Relationship Id="rId104"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font" Target="fonts/font3.fntdata"/><Relationship Id="rId46" Type="http://schemas.openxmlformats.org/officeDocument/2006/relationships/font" Target="fonts/font11.fntdata"/><Relationship Id="rId103" Type="http://schemas.openxmlformats.org/officeDocument/2006/relationships/presProps" Target="presProps.xml"/><Relationship Id="rId10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font" Target="fonts/font6.fntdata"/><Relationship Id="rId107"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102" Type="http://customschemas.google.com/relationships/presentationmetadata" Target="metadata"/><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1.fntdata"/><Relationship Id="rId49" Type="http://schemas.openxmlformats.org/officeDocument/2006/relationships/font" Target="fonts/font14.fntdata"/><Relationship Id="rId106"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font" Target="fonts/font9.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105"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har Charles Velankanni" userId="S::benhar.velankanni@relevantz.com::3362e219-c834-491f-9854-1ab1850ed95b" providerId="AD" clId="Web-{B64F3538-A147-E980-B8D8-4D9F1B6FB5E7}"/>
    <pc:docChg chg="modSld">
      <pc:chgData name="Benhar Charles Velankanni" userId="S::benhar.velankanni@relevantz.com::3362e219-c834-491f-9854-1ab1850ed95b" providerId="AD" clId="Web-{B64F3538-A147-E980-B8D8-4D9F1B6FB5E7}" dt="2025-03-19T11:02:45.814" v="10"/>
      <pc:docMkLst>
        <pc:docMk/>
      </pc:docMkLst>
      <pc:sldChg chg="addAnim">
        <pc:chgData name="Benhar Charles Velankanni" userId="S::benhar.velankanni@relevantz.com::3362e219-c834-491f-9854-1ab1850ed95b" providerId="AD" clId="Web-{B64F3538-A147-E980-B8D8-4D9F1B6FB5E7}" dt="2025-03-19T11:01:28.091" v="1"/>
        <pc:sldMkLst>
          <pc:docMk/>
          <pc:sldMk cId="0" sldId="281"/>
        </pc:sldMkLst>
      </pc:sldChg>
      <pc:sldChg chg="addAnim">
        <pc:chgData name="Benhar Charles Velankanni" userId="S::benhar.velankanni@relevantz.com::3362e219-c834-491f-9854-1ab1850ed95b" providerId="AD" clId="Web-{B64F3538-A147-E980-B8D8-4D9F1B6FB5E7}" dt="2025-03-19T11:01:36.310" v="2"/>
        <pc:sldMkLst>
          <pc:docMk/>
          <pc:sldMk cId="0" sldId="282"/>
        </pc:sldMkLst>
      </pc:sldChg>
      <pc:sldChg chg="addAnim">
        <pc:chgData name="Benhar Charles Velankanni" userId="S::benhar.velankanni@relevantz.com::3362e219-c834-491f-9854-1ab1850ed95b" providerId="AD" clId="Web-{B64F3538-A147-E980-B8D8-4D9F1B6FB5E7}" dt="2025-03-19T11:01:45.998" v="4"/>
        <pc:sldMkLst>
          <pc:docMk/>
          <pc:sldMk cId="0" sldId="283"/>
        </pc:sldMkLst>
      </pc:sldChg>
      <pc:sldChg chg="addAnim">
        <pc:chgData name="Benhar Charles Velankanni" userId="S::benhar.velankanni@relevantz.com::3362e219-c834-491f-9854-1ab1850ed95b" providerId="AD" clId="Web-{B64F3538-A147-E980-B8D8-4D9F1B6FB5E7}" dt="2025-03-19T11:01:50.873" v="5"/>
        <pc:sldMkLst>
          <pc:docMk/>
          <pc:sldMk cId="0" sldId="284"/>
        </pc:sldMkLst>
      </pc:sldChg>
      <pc:sldChg chg="addAnim">
        <pc:chgData name="Benhar Charles Velankanni" userId="S::benhar.velankanni@relevantz.com::3362e219-c834-491f-9854-1ab1850ed95b" providerId="AD" clId="Web-{B64F3538-A147-E980-B8D8-4D9F1B6FB5E7}" dt="2025-03-19T11:01:58.389" v="6"/>
        <pc:sldMkLst>
          <pc:docMk/>
          <pc:sldMk cId="0" sldId="285"/>
        </pc:sldMkLst>
      </pc:sldChg>
      <pc:sldChg chg="addAnim">
        <pc:chgData name="Benhar Charles Velankanni" userId="S::benhar.velankanni@relevantz.com::3362e219-c834-491f-9854-1ab1850ed95b" providerId="AD" clId="Web-{B64F3538-A147-E980-B8D8-4D9F1B6FB5E7}" dt="2025-03-19T11:02:03.186" v="7"/>
        <pc:sldMkLst>
          <pc:docMk/>
          <pc:sldMk cId="0" sldId="286"/>
        </pc:sldMkLst>
      </pc:sldChg>
      <pc:sldChg chg="addAnim">
        <pc:chgData name="Benhar Charles Velankanni" userId="S::benhar.velankanni@relevantz.com::3362e219-c834-491f-9854-1ab1850ed95b" providerId="AD" clId="Web-{B64F3538-A147-E980-B8D8-4D9F1B6FB5E7}" dt="2025-03-19T11:02:09.796" v="8"/>
        <pc:sldMkLst>
          <pc:docMk/>
          <pc:sldMk cId="0" sldId="287"/>
        </pc:sldMkLst>
      </pc:sldChg>
      <pc:sldChg chg="addAnim">
        <pc:chgData name="Benhar Charles Velankanni" userId="S::benhar.velankanni@relevantz.com::3362e219-c834-491f-9854-1ab1850ed95b" providerId="AD" clId="Web-{B64F3538-A147-E980-B8D8-4D9F1B6FB5E7}" dt="2025-03-19T11:02:19.641" v="9"/>
        <pc:sldMkLst>
          <pc:docMk/>
          <pc:sldMk cId="0" sldId="288"/>
        </pc:sldMkLst>
      </pc:sldChg>
      <pc:sldChg chg="addAnim">
        <pc:chgData name="Benhar Charles Velankanni" userId="S::benhar.velankanni@relevantz.com::3362e219-c834-491f-9854-1ab1850ed95b" providerId="AD" clId="Web-{B64F3538-A147-E980-B8D8-4D9F1B6FB5E7}" dt="2025-03-19T11:02:45.814" v="10"/>
        <pc:sldMkLst>
          <pc:docMk/>
          <pc:sldMk cId="0" sldId="292"/>
        </pc:sldMkLst>
      </pc:sldChg>
    </pc:docChg>
  </pc:docChgLst>
  <pc:docChgLst>
    <pc:chgData name="Benhar Charles Velankanni" userId="S::benhar.velankanni@relevantz.com::3362e219-c834-491f-9854-1ab1850ed95b" providerId="AD" clId="Web-{823676D9-C059-C52C-D7F1-F9E903D6BFE9}"/>
    <pc:docChg chg="modSld">
      <pc:chgData name="Benhar Charles Velankanni" userId="S::benhar.velankanni@relevantz.com::3362e219-c834-491f-9854-1ab1850ed95b" providerId="AD" clId="Web-{823676D9-C059-C52C-D7F1-F9E903D6BFE9}" dt="2025-03-19T04:06:35.605" v="40"/>
      <pc:docMkLst>
        <pc:docMk/>
      </pc:docMkLst>
      <pc:sldChg chg="modSp">
        <pc:chgData name="Benhar Charles Velankanni" userId="S::benhar.velankanni@relevantz.com::3362e219-c834-491f-9854-1ab1850ed95b" providerId="AD" clId="Web-{823676D9-C059-C52C-D7F1-F9E903D6BFE9}" dt="2025-03-19T04:06:35.605" v="40"/>
        <pc:sldMkLst>
          <pc:docMk/>
          <pc:sldMk cId="0" sldId="257"/>
        </pc:sldMkLst>
        <pc:graphicFrameChg chg="mod modGraphic">
          <ac:chgData name="Benhar Charles Velankanni" userId="S::benhar.velankanni@relevantz.com::3362e219-c834-491f-9854-1ab1850ed95b" providerId="AD" clId="Web-{823676D9-C059-C52C-D7F1-F9E903D6BFE9}" dt="2025-03-19T04:06:35.605" v="40"/>
          <ac:graphicFrameMkLst>
            <pc:docMk/>
            <pc:sldMk cId="0" sldId="257"/>
            <ac:graphicFrameMk id="151" creationId="{00000000-0000-0000-0000-000000000000}"/>
          </ac:graphicFrameMkLst>
        </pc:graphicFrameChg>
      </pc:sldChg>
      <pc:sldChg chg="addAnim">
        <pc:chgData name="Benhar Charles Velankanni" userId="S::benhar.velankanni@relevantz.com::3362e219-c834-491f-9854-1ab1850ed95b" providerId="AD" clId="Web-{823676D9-C059-C52C-D7F1-F9E903D6BFE9}" dt="2025-03-19T04:01:34.568" v="1"/>
        <pc:sldMkLst>
          <pc:docMk/>
          <pc:sldMk cId="0" sldId="267"/>
        </pc:sldMkLst>
      </pc:sldChg>
      <pc:sldChg chg="addAnim">
        <pc:chgData name="Benhar Charles Velankanni" userId="S::benhar.velankanni@relevantz.com::3362e219-c834-491f-9854-1ab1850ed95b" providerId="AD" clId="Web-{823676D9-C059-C52C-D7F1-F9E903D6BFE9}" dt="2025-03-19T04:01:39.037" v="2"/>
        <pc:sldMkLst>
          <pc:docMk/>
          <pc:sldMk cId="0" sldId="268"/>
        </pc:sldMkLst>
      </pc:sldChg>
      <pc:sldChg chg="addAnim">
        <pc:chgData name="Benhar Charles Velankanni" userId="S::benhar.velankanni@relevantz.com::3362e219-c834-491f-9854-1ab1850ed95b" providerId="AD" clId="Web-{823676D9-C059-C52C-D7F1-F9E903D6BFE9}" dt="2025-03-19T04:01:44.319" v="3"/>
        <pc:sldMkLst>
          <pc:docMk/>
          <pc:sldMk cId="0" sldId="269"/>
        </pc:sldMkLst>
      </pc:sldChg>
      <pc:sldChg chg="addAnim">
        <pc:chgData name="Benhar Charles Velankanni" userId="S::benhar.velankanni@relevantz.com::3362e219-c834-491f-9854-1ab1850ed95b" providerId="AD" clId="Web-{823676D9-C059-C52C-D7F1-F9E903D6BFE9}" dt="2025-03-19T04:02:08.274" v="4"/>
        <pc:sldMkLst>
          <pc:docMk/>
          <pc:sldMk cId="0" sldId="270"/>
        </pc:sldMkLst>
      </pc:sldChg>
      <pc:sldChg chg="addAnim">
        <pc:chgData name="Benhar Charles Velankanni" userId="S::benhar.velankanni@relevantz.com::3362e219-c834-491f-9854-1ab1850ed95b" providerId="AD" clId="Web-{823676D9-C059-C52C-D7F1-F9E903D6BFE9}" dt="2025-03-19T04:02:22.790" v="5"/>
        <pc:sldMkLst>
          <pc:docMk/>
          <pc:sldMk cId="0" sldId="276"/>
        </pc:sldMkLst>
      </pc:sldChg>
      <pc:sldChg chg="addAnim">
        <pc:chgData name="Benhar Charles Velankanni" userId="S::benhar.velankanni@relevantz.com::3362e219-c834-491f-9854-1ab1850ed95b" providerId="AD" clId="Web-{823676D9-C059-C52C-D7F1-F9E903D6BFE9}" dt="2025-03-19T04:05:03.536" v="6"/>
        <pc:sldMkLst>
          <pc:docMk/>
          <pc:sldMk cId="0" sldId="279"/>
        </pc:sldMkLst>
      </pc:sldChg>
      <pc:sldChg chg="addAnim">
        <pc:chgData name="Benhar Charles Velankanni" userId="S::benhar.velankanni@relevantz.com::3362e219-c834-491f-9854-1ab1850ed95b" providerId="AD" clId="Web-{823676D9-C059-C52C-D7F1-F9E903D6BFE9}" dt="2025-03-19T04:05:13.990" v="8"/>
        <pc:sldMkLst>
          <pc:docMk/>
          <pc:sldMk cId="0" sldId="280"/>
        </pc:sldMkLst>
      </pc:sldChg>
    </pc:docChg>
  </pc:docChgLst>
  <pc:docChgLst>
    <pc:chgData name="Benhar Charles Velankanni" userId="S::benhar.velankanni@relevantz.com::3362e219-c834-491f-9854-1ab1850ed95b" providerId="AD" clId="Web-{ABD9A99C-9D15-D75B-1538-4400EC83D647}"/>
    <pc:docChg chg="modSld">
      <pc:chgData name="Benhar Charles Velankanni" userId="S::benhar.velankanni@relevantz.com::3362e219-c834-491f-9854-1ab1850ed95b" providerId="AD" clId="Web-{ABD9A99C-9D15-D75B-1538-4400EC83D647}" dt="2025-06-06T04:33:20.878" v="1"/>
      <pc:docMkLst>
        <pc:docMk/>
      </pc:docMkLst>
      <pc:sldChg chg="addSp delSp">
        <pc:chgData name="Benhar Charles Velankanni" userId="S::benhar.velankanni@relevantz.com::3362e219-c834-491f-9854-1ab1850ed95b" providerId="AD" clId="Web-{ABD9A99C-9D15-D75B-1538-4400EC83D647}" dt="2025-06-06T04:33:20.878" v="1"/>
        <pc:sldMkLst>
          <pc:docMk/>
          <pc:sldMk cId="2616356292" sldId="336"/>
        </pc:sldMkLst>
        <pc:graphicFrameChg chg="add del">
          <ac:chgData name="Benhar Charles Velankanni" userId="S::benhar.velankanni@relevantz.com::3362e219-c834-491f-9854-1ab1850ed95b" providerId="AD" clId="Web-{ABD9A99C-9D15-D75B-1538-4400EC83D647}" dt="2025-06-06T04:33:20.878" v="1"/>
          <ac:graphicFrameMkLst>
            <pc:docMk/>
            <pc:sldMk cId="2616356292" sldId="336"/>
            <ac:graphicFrameMk id="2" creationId="{DE9A5B65-DE60-CD93-6092-3E2DFDF21613}"/>
          </ac:graphicFrameMkLst>
        </pc:graphicFrameChg>
      </pc:sldChg>
    </pc:docChg>
  </pc:docChgLst>
  <pc:docChgLst>
    <pc:chgData name="Benhar Charles Velankanni" userId="S::benhar.velankanni@relevantz.com::3362e219-c834-491f-9854-1ab1850ed95b" providerId="AD" clId="Web-{4BB0B625-0A3F-F891-772A-E3B19C12F2A8}"/>
    <pc:docChg chg="mod addSld delSld modSld sldOrd">
      <pc:chgData name="Benhar Charles Velankanni" userId="S::benhar.velankanni@relevantz.com::3362e219-c834-491f-9854-1ab1850ed95b" providerId="AD" clId="Web-{4BB0B625-0A3F-F891-772A-E3B19C12F2A8}" dt="2025-06-04T12:40:19.239" v="247"/>
      <pc:docMkLst>
        <pc:docMk/>
      </pc:docMkLst>
      <pc:sldChg chg="modSp">
        <pc:chgData name="Benhar Charles Velankanni" userId="S::benhar.velankanni@relevantz.com::3362e219-c834-491f-9854-1ab1850ed95b" providerId="AD" clId="Web-{4BB0B625-0A3F-F891-772A-E3B19C12F2A8}" dt="2025-06-04T11:30:15.409" v="4" actId="14100"/>
        <pc:sldMkLst>
          <pc:docMk/>
          <pc:sldMk cId="0" sldId="263"/>
        </pc:sldMkLst>
        <pc:spChg chg="mod">
          <ac:chgData name="Benhar Charles Velankanni" userId="S::benhar.velankanni@relevantz.com::3362e219-c834-491f-9854-1ab1850ed95b" providerId="AD" clId="Web-{4BB0B625-0A3F-F891-772A-E3B19C12F2A8}" dt="2025-06-04T11:30:15.409" v="4" actId="14100"/>
          <ac:spMkLst>
            <pc:docMk/>
            <pc:sldMk cId="0" sldId="263"/>
            <ac:spMk id="187" creationId="{00000000-0000-0000-0000-000000000000}"/>
          </ac:spMkLst>
        </pc:spChg>
      </pc:sldChg>
      <pc:sldChg chg="modSp">
        <pc:chgData name="Benhar Charles Velankanni" userId="S::benhar.velankanni@relevantz.com::3362e219-c834-491f-9854-1ab1850ed95b" providerId="AD" clId="Web-{4BB0B625-0A3F-F891-772A-E3B19C12F2A8}" dt="2025-06-04T11:56:29.297" v="93" actId="14100"/>
        <pc:sldMkLst>
          <pc:docMk/>
          <pc:sldMk cId="0" sldId="264"/>
        </pc:sldMkLst>
        <pc:spChg chg="mod">
          <ac:chgData name="Benhar Charles Velankanni" userId="S::benhar.velankanni@relevantz.com::3362e219-c834-491f-9854-1ab1850ed95b" providerId="AD" clId="Web-{4BB0B625-0A3F-F891-772A-E3B19C12F2A8}" dt="2025-06-04T11:56:29.297" v="93" actId="14100"/>
          <ac:spMkLst>
            <pc:docMk/>
            <pc:sldMk cId="0" sldId="264"/>
            <ac:spMk id="193" creationId="{00000000-0000-0000-0000-000000000000}"/>
          </ac:spMkLst>
        </pc:spChg>
      </pc:sldChg>
      <pc:sldChg chg="modSp">
        <pc:chgData name="Benhar Charles Velankanni" userId="S::benhar.velankanni@relevantz.com::3362e219-c834-491f-9854-1ab1850ed95b" providerId="AD" clId="Web-{4BB0B625-0A3F-F891-772A-E3B19C12F2A8}" dt="2025-06-04T11:30:48.645" v="9" actId="20577"/>
        <pc:sldMkLst>
          <pc:docMk/>
          <pc:sldMk cId="0" sldId="265"/>
        </pc:sldMkLst>
        <pc:spChg chg="mod">
          <ac:chgData name="Benhar Charles Velankanni" userId="S::benhar.velankanni@relevantz.com::3362e219-c834-491f-9854-1ab1850ed95b" providerId="AD" clId="Web-{4BB0B625-0A3F-F891-772A-E3B19C12F2A8}" dt="2025-06-04T11:30:48.645" v="9" actId="20577"/>
          <ac:spMkLst>
            <pc:docMk/>
            <pc:sldMk cId="0" sldId="265"/>
            <ac:spMk id="199" creationId="{00000000-0000-0000-0000-000000000000}"/>
          </ac:spMkLst>
        </pc:spChg>
      </pc:sldChg>
      <pc:sldChg chg="modSp">
        <pc:chgData name="Benhar Charles Velankanni" userId="S::benhar.velankanni@relevantz.com::3362e219-c834-491f-9854-1ab1850ed95b" providerId="AD" clId="Web-{4BB0B625-0A3F-F891-772A-E3B19C12F2A8}" dt="2025-06-04T11:44:44.880" v="47" actId="20577"/>
        <pc:sldMkLst>
          <pc:docMk/>
          <pc:sldMk cId="0" sldId="267"/>
        </pc:sldMkLst>
        <pc:spChg chg="mod">
          <ac:chgData name="Benhar Charles Velankanni" userId="S::benhar.velankanni@relevantz.com::3362e219-c834-491f-9854-1ab1850ed95b" providerId="AD" clId="Web-{4BB0B625-0A3F-F891-772A-E3B19C12F2A8}" dt="2025-06-04T11:44:44.880" v="47" actId="20577"/>
          <ac:spMkLst>
            <pc:docMk/>
            <pc:sldMk cId="0" sldId="267"/>
            <ac:spMk id="210" creationId="{00000000-0000-0000-0000-000000000000}"/>
          </ac:spMkLst>
        </pc:spChg>
      </pc:sldChg>
      <pc:sldChg chg="modSp">
        <pc:chgData name="Benhar Charles Velankanni" userId="S::benhar.velankanni@relevantz.com::3362e219-c834-491f-9854-1ab1850ed95b" providerId="AD" clId="Web-{4BB0B625-0A3F-F891-772A-E3B19C12F2A8}" dt="2025-06-04T11:31:06.724" v="12" actId="14100"/>
        <pc:sldMkLst>
          <pc:docMk/>
          <pc:sldMk cId="0" sldId="268"/>
        </pc:sldMkLst>
        <pc:spChg chg="mod">
          <ac:chgData name="Benhar Charles Velankanni" userId="S::benhar.velankanni@relevantz.com::3362e219-c834-491f-9854-1ab1850ed95b" providerId="AD" clId="Web-{4BB0B625-0A3F-F891-772A-E3B19C12F2A8}" dt="2025-06-04T11:31:06.724" v="12" actId="14100"/>
          <ac:spMkLst>
            <pc:docMk/>
            <pc:sldMk cId="0" sldId="268"/>
            <ac:spMk id="218" creationId="{00000000-0000-0000-0000-000000000000}"/>
          </ac:spMkLst>
        </pc:spChg>
      </pc:sldChg>
      <pc:sldChg chg="modSp">
        <pc:chgData name="Benhar Charles Velankanni" userId="S::benhar.velankanni@relevantz.com::3362e219-c834-491f-9854-1ab1850ed95b" providerId="AD" clId="Web-{4BB0B625-0A3F-F891-772A-E3B19C12F2A8}" dt="2025-06-04T11:31:26.068" v="16" actId="14100"/>
        <pc:sldMkLst>
          <pc:docMk/>
          <pc:sldMk cId="0" sldId="269"/>
        </pc:sldMkLst>
        <pc:spChg chg="mod">
          <ac:chgData name="Benhar Charles Velankanni" userId="S::benhar.velankanni@relevantz.com::3362e219-c834-491f-9854-1ab1850ed95b" providerId="AD" clId="Web-{4BB0B625-0A3F-F891-772A-E3B19C12F2A8}" dt="2025-06-04T11:31:26.068" v="16" actId="14100"/>
          <ac:spMkLst>
            <pc:docMk/>
            <pc:sldMk cId="0" sldId="269"/>
            <ac:spMk id="225" creationId="{00000000-0000-0000-0000-000000000000}"/>
          </ac:spMkLst>
        </pc:spChg>
        <pc:picChg chg="mod">
          <ac:chgData name="Benhar Charles Velankanni" userId="S::benhar.velankanni@relevantz.com::3362e219-c834-491f-9854-1ab1850ed95b" providerId="AD" clId="Web-{4BB0B625-0A3F-F891-772A-E3B19C12F2A8}" dt="2025-06-04T11:31:11.224" v="13" actId="1076"/>
          <ac:picMkLst>
            <pc:docMk/>
            <pc:sldMk cId="0" sldId="269"/>
            <ac:picMk id="227" creationId="{00000000-0000-0000-0000-000000000000}"/>
          </ac:picMkLst>
        </pc:picChg>
      </pc:sldChg>
      <pc:sldChg chg="addSp delSp modSp delAnim">
        <pc:chgData name="Benhar Charles Velankanni" userId="S::benhar.velankanni@relevantz.com::3362e219-c834-491f-9854-1ab1850ed95b" providerId="AD" clId="Web-{4BB0B625-0A3F-F891-772A-E3B19C12F2A8}" dt="2025-06-04T12:26:42.712" v="149"/>
        <pc:sldMkLst>
          <pc:docMk/>
          <pc:sldMk cId="0" sldId="270"/>
        </pc:sldMkLst>
        <pc:spChg chg="add del mod">
          <ac:chgData name="Benhar Charles Velankanni" userId="S::benhar.velankanni@relevantz.com::3362e219-c834-491f-9854-1ab1850ed95b" providerId="AD" clId="Web-{4BB0B625-0A3F-F891-772A-E3B19C12F2A8}" dt="2025-06-04T12:25:40.536" v="134"/>
          <ac:spMkLst>
            <pc:docMk/>
            <pc:sldMk cId="0" sldId="270"/>
            <ac:spMk id="3" creationId="{D6C86DCA-8CB4-CF0A-625C-35F21ADDBAAB}"/>
          </ac:spMkLst>
        </pc:spChg>
        <pc:spChg chg="del mod">
          <ac:chgData name="Benhar Charles Velankanni" userId="S::benhar.velankanni@relevantz.com::3362e219-c834-491f-9854-1ab1850ed95b" providerId="AD" clId="Web-{4BB0B625-0A3F-F891-772A-E3B19C12F2A8}" dt="2025-06-04T12:25:35.676" v="132"/>
          <ac:spMkLst>
            <pc:docMk/>
            <pc:sldMk cId="0" sldId="270"/>
            <ac:spMk id="232" creationId="{00000000-0000-0000-0000-000000000000}"/>
          </ac:spMkLst>
        </pc:spChg>
        <pc:graphicFrameChg chg="add mod modGraphic">
          <ac:chgData name="Benhar Charles Velankanni" userId="S::benhar.velankanni@relevantz.com::3362e219-c834-491f-9854-1ab1850ed95b" providerId="AD" clId="Web-{4BB0B625-0A3F-F891-772A-E3B19C12F2A8}" dt="2025-06-04T12:26:42.712" v="149"/>
          <ac:graphicFrameMkLst>
            <pc:docMk/>
            <pc:sldMk cId="0" sldId="270"/>
            <ac:graphicFrameMk id="5" creationId="{396CB276-5023-9BEE-9AAE-9E3A2390E0A7}"/>
          </ac:graphicFrameMkLst>
        </pc:graphicFrameChg>
        <pc:picChg chg="del">
          <ac:chgData name="Benhar Charles Velankanni" userId="S::benhar.velankanni@relevantz.com::3362e219-c834-491f-9854-1ab1850ed95b" providerId="AD" clId="Web-{4BB0B625-0A3F-F891-772A-E3B19C12F2A8}" dt="2025-06-04T12:25:37.895" v="133"/>
          <ac:picMkLst>
            <pc:docMk/>
            <pc:sldMk cId="0" sldId="270"/>
            <ac:picMk id="234" creationId="{00000000-0000-0000-0000-000000000000}"/>
          </ac:picMkLst>
        </pc:picChg>
      </pc:sldChg>
      <pc:sldChg chg="modSp">
        <pc:chgData name="Benhar Charles Velankanni" userId="S::benhar.velankanni@relevantz.com::3362e219-c834-491f-9854-1ab1850ed95b" providerId="AD" clId="Web-{4BB0B625-0A3F-F891-772A-E3B19C12F2A8}" dt="2025-06-04T11:32:36.493" v="20" actId="20577"/>
        <pc:sldMkLst>
          <pc:docMk/>
          <pc:sldMk cId="0" sldId="272"/>
        </pc:sldMkLst>
        <pc:spChg chg="mod">
          <ac:chgData name="Benhar Charles Velankanni" userId="S::benhar.velankanni@relevantz.com::3362e219-c834-491f-9854-1ab1850ed95b" providerId="AD" clId="Web-{4BB0B625-0A3F-F891-772A-E3B19C12F2A8}" dt="2025-06-04T11:32:36.493" v="20" actId="20577"/>
          <ac:spMkLst>
            <pc:docMk/>
            <pc:sldMk cId="0" sldId="272"/>
            <ac:spMk id="246" creationId="{00000000-0000-0000-0000-000000000000}"/>
          </ac:spMkLst>
        </pc:spChg>
      </pc:sldChg>
      <pc:sldChg chg="modSp">
        <pc:chgData name="Benhar Charles Velankanni" userId="S::benhar.velankanni@relevantz.com::3362e219-c834-491f-9854-1ab1850ed95b" providerId="AD" clId="Web-{4BB0B625-0A3F-F891-772A-E3B19C12F2A8}" dt="2025-06-04T11:32:46.321" v="22" actId="20577"/>
        <pc:sldMkLst>
          <pc:docMk/>
          <pc:sldMk cId="0" sldId="273"/>
        </pc:sldMkLst>
        <pc:spChg chg="mod">
          <ac:chgData name="Benhar Charles Velankanni" userId="S::benhar.velankanni@relevantz.com::3362e219-c834-491f-9854-1ab1850ed95b" providerId="AD" clId="Web-{4BB0B625-0A3F-F891-772A-E3B19C12F2A8}" dt="2025-06-04T11:32:46.321" v="22" actId="20577"/>
          <ac:spMkLst>
            <pc:docMk/>
            <pc:sldMk cId="0" sldId="273"/>
            <ac:spMk id="252" creationId="{00000000-0000-0000-0000-000000000000}"/>
          </ac:spMkLst>
        </pc:spChg>
      </pc:sldChg>
      <pc:sldChg chg="addSp delSp modSp">
        <pc:chgData name="Benhar Charles Velankanni" userId="S::benhar.velankanni@relevantz.com::3362e219-c834-491f-9854-1ab1850ed95b" providerId="AD" clId="Web-{4BB0B625-0A3F-F891-772A-E3B19C12F2A8}" dt="2025-06-04T12:32:57.176" v="195"/>
        <pc:sldMkLst>
          <pc:docMk/>
          <pc:sldMk cId="0" sldId="274"/>
        </pc:sldMkLst>
        <pc:spChg chg="add del mod">
          <ac:chgData name="Benhar Charles Velankanni" userId="S::benhar.velankanni@relevantz.com::3362e219-c834-491f-9854-1ab1850ed95b" providerId="AD" clId="Web-{4BB0B625-0A3F-F891-772A-E3B19C12F2A8}" dt="2025-06-04T12:32:35.862" v="188"/>
          <ac:spMkLst>
            <pc:docMk/>
            <pc:sldMk cId="0" sldId="274"/>
            <ac:spMk id="3" creationId="{CECBD21C-B628-6B24-3F05-C296BAE83000}"/>
          </ac:spMkLst>
        </pc:spChg>
        <pc:spChg chg="del mod">
          <ac:chgData name="Benhar Charles Velankanni" userId="S::benhar.velankanni@relevantz.com::3362e219-c834-491f-9854-1ab1850ed95b" providerId="AD" clId="Web-{4BB0B625-0A3F-F891-772A-E3B19C12F2A8}" dt="2025-06-04T12:32:07.657" v="181"/>
          <ac:spMkLst>
            <pc:docMk/>
            <pc:sldMk cId="0" sldId="274"/>
            <ac:spMk id="258" creationId="{00000000-0000-0000-0000-000000000000}"/>
          </ac:spMkLst>
        </pc:spChg>
        <pc:graphicFrameChg chg="add mod modGraphic">
          <ac:chgData name="Benhar Charles Velankanni" userId="S::benhar.velankanni@relevantz.com::3362e219-c834-491f-9854-1ab1850ed95b" providerId="AD" clId="Web-{4BB0B625-0A3F-F891-772A-E3B19C12F2A8}" dt="2025-06-04T12:32:57.176" v="195"/>
          <ac:graphicFrameMkLst>
            <pc:docMk/>
            <pc:sldMk cId="0" sldId="274"/>
            <ac:graphicFrameMk id="5" creationId="{E06B8664-E61D-0CC9-D40C-401EE8FED444}"/>
          </ac:graphicFrameMkLst>
        </pc:graphicFrameChg>
      </pc:sldChg>
      <pc:sldChg chg="modSp">
        <pc:chgData name="Benhar Charles Velankanni" userId="S::benhar.velankanni@relevantz.com::3362e219-c834-491f-9854-1ab1850ed95b" providerId="AD" clId="Web-{4BB0B625-0A3F-F891-772A-E3B19C12F2A8}" dt="2025-06-04T11:32:59.040" v="24" actId="20577"/>
        <pc:sldMkLst>
          <pc:docMk/>
          <pc:sldMk cId="0" sldId="275"/>
        </pc:sldMkLst>
        <pc:spChg chg="mod">
          <ac:chgData name="Benhar Charles Velankanni" userId="S::benhar.velankanni@relevantz.com::3362e219-c834-491f-9854-1ab1850ed95b" providerId="AD" clId="Web-{4BB0B625-0A3F-F891-772A-E3B19C12F2A8}" dt="2025-06-04T11:32:59.040" v="24" actId="20577"/>
          <ac:spMkLst>
            <pc:docMk/>
            <pc:sldMk cId="0" sldId="275"/>
            <ac:spMk id="264" creationId="{00000000-0000-0000-0000-000000000000}"/>
          </ac:spMkLst>
        </pc:spChg>
      </pc:sldChg>
      <pc:sldChg chg="modSp">
        <pc:chgData name="Benhar Charles Velankanni" userId="S::benhar.velankanni@relevantz.com::3362e219-c834-491f-9854-1ab1850ed95b" providerId="AD" clId="Web-{4BB0B625-0A3F-F891-772A-E3B19C12F2A8}" dt="2025-06-04T11:33:12.166" v="26" actId="20577"/>
        <pc:sldMkLst>
          <pc:docMk/>
          <pc:sldMk cId="0" sldId="278"/>
        </pc:sldMkLst>
        <pc:spChg chg="mod">
          <ac:chgData name="Benhar Charles Velankanni" userId="S::benhar.velankanni@relevantz.com::3362e219-c834-491f-9854-1ab1850ed95b" providerId="AD" clId="Web-{4BB0B625-0A3F-F891-772A-E3B19C12F2A8}" dt="2025-06-04T11:33:12.166" v="26" actId="20577"/>
          <ac:spMkLst>
            <pc:docMk/>
            <pc:sldMk cId="0" sldId="278"/>
            <ac:spMk id="282" creationId="{00000000-0000-0000-0000-000000000000}"/>
          </ac:spMkLst>
        </pc:spChg>
      </pc:sldChg>
      <pc:sldChg chg="modSp">
        <pc:chgData name="Benhar Charles Velankanni" userId="S::benhar.velankanni@relevantz.com::3362e219-c834-491f-9854-1ab1850ed95b" providerId="AD" clId="Web-{4BB0B625-0A3F-F891-772A-E3B19C12F2A8}" dt="2025-06-04T11:45:54.570" v="49" actId="14100"/>
        <pc:sldMkLst>
          <pc:docMk/>
          <pc:sldMk cId="0" sldId="280"/>
        </pc:sldMkLst>
        <pc:spChg chg="mod">
          <ac:chgData name="Benhar Charles Velankanni" userId="S::benhar.velankanni@relevantz.com::3362e219-c834-491f-9854-1ab1850ed95b" providerId="AD" clId="Web-{4BB0B625-0A3F-F891-772A-E3B19C12F2A8}" dt="2025-06-04T11:33:15.057" v="27" actId="20577"/>
          <ac:spMkLst>
            <pc:docMk/>
            <pc:sldMk cId="0" sldId="280"/>
            <ac:spMk id="295" creationId="{00000000-0000-0000-0000-000000000000}"/>
          </ac:spMkLst>
        </pc:spChg>
        <pc:picChg chg="mod">
          <ac:chgData name="Benhar Charles Velankanni" userId="S::benhar.velankanni@relevantz.com::3362e219-c834-491f-9854-1ab1850ed95b" providerId="AD" clId="Web-{4BB0B625-0A3F-F891-772A-E3B19C12F2A8}" dt="2025-06-04T11:45:54.570" v="49" actId="14100"/>
          <ac:picMkLst>
            <pc:docMk/>
            <pc:sldMk cId="0" sldId="280"/>
            <ac:picMk id="298" creationId="{00000000-0000-0000-0000-000000000000}"/>
          </ac:picMkLst>
        </pc:picChg>
      </pc:sldChg>
      <pc:sldChg chg="modSp">
        <pc:chgData name="Benhar Charles Velankanni" userId="S::benhar.velankanni@relevantz.com::3362e219-c834-491f-9854-1ab1850ed95b" providerId="AD" clId="Web-{4BB0B625-0A3F-F891-772A-E3B19C12F2A8}" dt="2025-06-04T11:45:43.960" v="48" actId="1076"/>
        <pc:sldMkLst>
          <pc:docMk/>
          <pc:sldMk cId="0" sldId="281"/>
        </pc:sldMkLst>
        <pc:spChg chg="mod">
          <ac:chgData name="Benhar Charles Velankanni" userId="S::benhar.velankanni@relevantz.com::3362e219-c834-491f-9854-1ab1850ed95b" providerId="AD" clId="Web-{4BB0B625-0A3F-F891-772A-E3B19C12F2A8}" dt="2025-06-04T11:33:21.307" v="28" actId="20577"/>
          <ac:spMkLst>
            <pc:docMk/>
            <pc:sldMk cId="0" sldId="281"/>
            <ac:spMk id="303" creationId="{00000000-0000-0000-0000-000000000000}"/>
          </ac:spMkLst>
        </pc:spChg>
        <pc:picChg chg="mod">
          <ac:chgData name="Benhar Charles Velankanni" userId="S::benhar.velankanni@relevantz.com::3362e219-c834-491f-9854-1ab1850ed95b" providerId="AD" clId="Web-{4BB0B625-0A3F-F891-772A-E3B19C12F2A8}" dt="2025-06-04T11:45:43.960" v="48" actId="1076"/>
          <ac:picMkLst>
            <pc:docMk/>
            <pc:sldMk cId="0" sldId="281"/>
            <ac:picMk id="305" creationId="{00000000-0000-0000-0000-000000000000}"/>
          </ac:picMkLst>
        </pc:picChg>
      </pc:sldChg>
      <pc:sldChg chg="modSp">
        <pc:chgData name="Benhar Charles Velankanni" userId="S::benhar.velankanni@relevantz.com::3362e219-c834-491f-9854-1ab1850ed95b" providerId="AD" clId="Web-{4BB0B625-0A3F-F891-772A-E3B19C12F2A8}" dt="2025-06-04T11:33:31.526" v="29" actId="20577"/>
        <pc:sldMkLst>
          <pc:docMk/>
          <pc:sldMk cId="0" sldId="283"/>
        </pc:sldMkLst>
        <pc:spChg chg="mod">
          <ac:chgData name="Benhar Charles Velankanni" userId="S::benhar.velankanni@relevantz.com::3362e219-c834-491f-9854-1ab1850ed95b" providerId="AD" clId="Web-{4BB0B625-0A3F-F891-772A-E3B19C12F2A8}" dt="2025-06-04T11:33:31.526" v="29" actId="20577"/>
          <ac:spMkLst>
            <pc:docMk/>
            <pc:sldMk cId="0" sldId="283"/>
            <ac:spMk id="318" creationId="{00000000-0000-0000-0000-000000000000}"/>
          </ac:spMkLst>
        </pc:spChg>
      </pc:sldChg>
      <pc:sldChg chg="modSp">
        <pc:chgData name="Benhar Charles Velankanni" userId="S::benhar.velankanni@relevantz.com::3362e219-c834-491f-9854-1ab1850ed95b" providerId="AD" clId="Web-{4BB0B625-0A3F-F891-772A-E3B19C12F2A8}" dt="2025-06-04T11:33:40.729" v="30" actId="20577"/>
        <pc:sldMkLst>
          <pc:docMk/>
          <pc:sldMk cId="0" sldId="285"/>
        </pc:sldMkLst>
        <pc:spChg chg="mod">
          <ac:chgData name="Benhar Charles Velankanni" userId="S::benhar.velankanni@relevantz.com::3362e219-c834-491f-9854-1ab1850ed95b" providerId="AD" clId="Web-{4BB0B625-0A3F-F891-772A-E3B19C12F2A8}" dt="2025-06-04T11:33:40.729" v="30" actId="20577"/>
          <ac:spMkLst>
            <pc:docMk/>
            <pc:sldMk cId="0" sldId="285"/>
            <ac:spMk id="333" creationId="{00000000-0000-0000-0000-000000000000}"/>
          </ac:spMkLst>
        </pc:spChg>
      </pc:sldChg>
      <pc:sldChg chg="modSp">
        <pc:chgData name="Benhar Charles Velankanni" userId="S::benhar.velankanni@relevantz.com::3362e219-c834-491f-9854-1ab1850ed95b" providerId="AD" clId="Web-{4BB0B625-0A3F-F891-772A-E3B19C12F2A8}" dt="2025-06-04T11:33:45.761" v="31" actId="20577"/>
        <pc:sldMkLst>
          <pc:docMk/>
          <pc:sldMk cId="0" sldId="286"/>
        </pc:sldMkLst>
        <pc:spChg chg="mod">
          <ac:chgData name="Benhar Charles Velankanni" userId="S::benhar.velankanni@relevantz.com::3362e219-c834-491f-9854-1ab1850ed95b" providerId="AD" clId="Web-{4BB0B625-0A3F-F891-772A-E3B19C12F2A8}" dt="2025-06-04T11:33:45.761" v="31" actId="20577"/>
          <ac:spMkLst>
            <pc:docMk/>
            <pc:sldMk cId="0" sldId="286"/>
            <ac:spMk id="340" creationId="{00000000-0000-0000-0000-000000000000}"/>
          </ac:spMkLst>
        </pc:spChg>
      </pc:sldChg>
      <pc:sldChg chg="del">
        <pc:chgData name="Benhar Charles Velankanni" userId="S::benhar.velankanni@relevantz.com::3362e219-c834-491f-9854-1ab1850ed95b" providerId="AD" clId="Web-{4BB0B625-0A3F-F891-772A-E3B19C12F2A8}" dt="2025-06-04T12:39:35.345" v="237"/>
        <pc:sldMkLst>
          <pc:docMk/>
          <pc:sldMk cId="0" sldId="287"/>
        </pc:sldMkLst>
      </pc:sldChg>
      <pc:sldChg chg="modSp">
        <pc:chgData name="Benhar Charles Velankanni" userId="S::benhar.velankanni@relevantz.com::3362e219-c834-491f-9854-1ab1850ed95b" providerId="AD" clId="Web-{4BB0B625-0A3F-F891-772A-E3B19C12F2A8}" dt="2025-06-04T11:33:57.793" v="32" actId="20577"/>
        <pc:sldMkLst>
          <pc:docMk/>
          <pc:sldMk cId="0" sldId="288"/>
        </pc:sldMkLst>
        <pc:spChg chg="mod">
          <ac:chgData name="Benhar Charles Velankanni" userId="S::benhar.velankanni@relevantz.com::3362e219-c834-491f-9854-1ab1850ed95b" providerId="AD" clId="Web-{4BB0B625-0A3F-F891-772A-E3B19C12F2A8}" dt="2025-06-04T11:33:57.793" v="32" actId="20577"/>
          <ac:spMkLst>
            <pc:docMk/>
            <pc:sldMk cId="0" sldId="288"/>
            <ac:spMk id="354" creationId="{00000000-0000-0000-0000-000000000000}"/>
          </ac:spMkLst>
        </pc:spChg>
      </pc:sldChg>
      <pc:sldChg chg="modSp">
        <pc:chgData name="Benhar Charles Velankanni" userId="S::benhar.velankanni@relevantz.com::3362e219-c834-491f-9854-1ab1850ed95b" providerId="AD" clId="Web-{4BB0B625-0A3F-F891-772A-E3B19C12F2A8}" dt="2025-06-04T11:34:09.199" v="34" actId="14100"/>
        <pc:sldMkLst>
          <pc:docMk/>
          <pc:sldMk cId="0" sldId="290"/>
        </pc:sldMkLst>
        <pc:spChg chg="mod">
          <ac:chgData name="Benhar Charles Velankanni" userId="S::benhar.velankanni@relevantz.com::3362e219-c834-491f-9854-1ab1850ed95b" providerId="AD" clId="Web-{4BB0B625-0A3F-F891-772A-E3B19C12F2A8}" dt="2025-06-04T11:34:09.199" v="34" actId="14100"/>
          <ac:spMkLst>
            <pc:docMk/>
            <pc:sldMk cId="0" sldId="290"/>
            <ac:spMk id="366" creationId="{00000000-0000-0000-0000-000000000000}"/>
          </ac:spMkLst>
        </pc:spChg>
      </pc:sldChg>
      <pc:sldChg chg="modSp">
        <pc:chgData name="Benhar Charles Velankanni" userId="S::benhar.velankanni@relevantz.com::3362e219-c834-491f-9854-1ab1850ed95b" providerId="AD" clId="Web-{4BB0B625-0A3F-F891-772A-E3B19C12F2A8}" dt="2025-06-04T11:34:21.559" v="35" actId="20577"/>
        <pc:sldMkLst>
          <pc:docMk/>
          <pc:sldMk cId="0" sldId="292"/>
        </pc:sldMkLst>
        <pc:spChg chg="mod">
          <ac:chgData name="Benhar Charles Velankanni" userId="S::benhar.velankanni@relevantz.com::3362e219-c834-491f-9854-1ab1850ed95b" providerId="AD" clId="Web-{4BB0B625-0A3F-F891-772A-E3B19C12F2A8}" dt="2025-06-04T11:34:21.559" v="35" actId="20577"/>
          <ac:spMkLst>
            <pc:docMk/>
            <pc:sldMk cId="0" sldId="292"/>
            <ac:spMk id="378" creationId="{00000000-0000-0000-0000-000000000000}"/>
          </ac:spMkLst>
        </pc:spChg>
      </pc:sldChg>
      <pc:sldChg chg="modSp">
        <pc:chgData name="Benhar Charles Velankanni" userId="S::benhar.velankanni@relevantz.com::3362e219-c834-491f-9854-1ab1850ed95b" providerId="AD" clId="Web-{4BB0B625-0A3F-F891-772A-E3B19C12F2A8}" dt="2025-06-04T11:34:30.888" v="36" actId="20577"/>
        <pc:sldMkLst>
          <pc:docMk/>
          <pc:sldMk cId="0" sldId="294"/>
        </pc:sldMkLst>
        <pc:spChg chg="mod">
          <ac:chgData name="Benhar Charles Velankanni" userId="S::benhar.velankanni@relevantz.com::3362e219-c834-491f-9854-1ab1850ed95b" providerId="AD" clId="Web-{4BB0B625-0A3F-F891-772A-E3B19C12F2A8}" dt="2025-06-04T11:34:30.888" v="36" actId="20577"/>
          <ac:spMkLst>
            <pc:docMk/>
            <pc:sldMk cId="0" sldId="294"/>
            <ac:spMk id="390" creationId="{00000000-0000-0000-0000-000000000000}"/>
          </ac:spMkLst>
        </pc:spChg>
      </pc:sldChg>
      <pc:sldChg chg="modSp">
        <pc:chgData name="Benhar Charles Velankanni" userId="S::benhar.velankanni@relevantz.com::3362e219-c834-491f-9854-1ab1850ed95b" providerId="AD" clId="Web-{4BB0B625-0A3F-F891-772A-E3B19C12F2A8}" dt="2025-06-04T11:35:47.375" v="38" actId="20577"/>
        <pc:sldMkLst>
          <pc:docMk/>
          <pc:sldMk cId="0" sldId="297"/>
        </pc:sldMkLst>
        <pc:spChg chg="mod">
          <ac:chgData name="Benhar Charles Velankanni" userId="S::benhar.velankanni@relevantz.com::3362e219-c834-491f-9854-1ab1850ed95b" providerId="AD" clId="Web-{4BB0B625-0A3F-F891-772A-E3B19C12F2A8}" dt="2025-06-04T11:35:47.375" v="38" actId="20577"/>
          <ac:spMkLst>
            <pc:docMk/>
            <pc:sldMk cId="0" sldId="297"/>
            <ac:spMk id="408" creationId="{00000000-0000-0000-0000-000000000000}"/>
          </ac:spMkLst>
        </pc:spChg>
      </pc:sldChg>
      <pc:sldChg chg="modSp">
        <pc:chgData name="Benhar Charles Velankanni" userId="S::benhar.velankanni@relevantz.com::3362e219-c834-491f-9854-1ab1850ed95b" providerId="AD" clId="Web-{4BB0B625-0A3F-F891-772A-E3B19C12F2A8}" dt="2025-06-04T11:36:07.813" v="40" actId="20577"/>
        <pc:sldMkLst>
          <pc:docMk/>
          <pc:sldMk cId="0" sldId="303"/>
        </pc:sldMkLst>
        <pc:spChg chg="mod">
          <ac:chgData name="Benhar Charles Velankanni" userId="S::benhar.velankanni@relevantz.com::3362e219-c834-491f-9854-1ab1850ed95b" providerId="AD" clId="Web-{4BB0B625-0A3F-F891-772A-E3B19C12F2A8}" dt="2025-06-04T11:36:07.813" v="40" actId="20577"/>
          <ac:spMkLst>
            <pc:docMk/>
            <pc:sldMk cId="0" sldId="303"/>
            <ac:spMk id="447" creationId="{00000000-0000-0000-0000-000000000000}"/>
          </ac:spMkLst>
        </pc:spChg>
      </pc:sldChg>
      <pc:sldChg chg="modSp">
        <pc:chgData name="Benhar Charles Velankanni" userId="S::benhar.velankanni@relevantz.com::3362e219-c834-491f-9854-1ab1850ed95b" providerId="AD" clId="Web-{4BB0B625-0A3F-F891-772A-E3B19C12F2A8}" dt="2025-06-04T11:36:11.048" v="41" actId="20577"/>
        <pc:sldMkLst>
          <pc:docMk/>
          <pc:sldMk cId="0" sldId="305"/>
        </pc:sldMkLst>
        <pc:spChg chg="mod">
          <ac:chgData name="Benhar Charles Velankanni" userId="S::benhar.velankanni@relevantz.com::3362e219-c834-491f-9854-1ab1850ed95b" providerId="AD" clId="Web-{4BB0B625-0A3F-F891-772A-E3B19C12F2A8}" dt="2025-06-04T11:36:11.048" v="41" actId="20577"/>
          <ac:spMkLst>
            <pc:docMk/>
            <pc:sldMk cId="0" sldId="305"/>
            <ac:spMk id="459" creationId="{00000000-0000-0000-0000-000000000000}"/>
          </ac:spMkLst>
        </pc:spChg>
      </pc:sldChg>
      <pc:sldChg chg="modSp">
        <pc:chgData name="Benhar Charles Velankanni" userId="S::benhar.velankanni@relevantz.com::3362e219-c834-491f-9854-1ab1850ed95b" providerId="AD" clId="Web-{4BB0B625-0A3F-F891-772A-E3B19C12F2A8}" dt="2025-06-04T11:36:22.579" v="42" actId="20577"/>
        <pc:sldMkLst>
          <pc:docMk/>
          <pc:sldMk cId="0" sldId="306"/>
        </pc:sldMkLst>
        <pc:spChg chg="mod">
          <ac:chgData name="Benhar Charles Velankanni" userId="S::benhar.velankanni@relevantz.com::3362e219-c834-491f-9854-1ab1850ed95b" providerId="AD" clId="Web-{4BB0B625-0A3F-F891-772A-E3B19C12F2A8}" dt="2025-06-04T11:36:22.579" v="42" actId="20577"/>
          <ac:spMkLst>
            <pc:docMk/>
            <pc:sldMk cId="0" sldId="306"/>
            <ac:spMk id="465" creationId="{00000000-0000-0000-0000-000000000000}"/>
          </ac:spMkLst>
        </pc:spChg>
      </pc:sldChg>
      <pc:sldChg chg="modSp">
        <pc:chgData name="Benhar Charles Velankanni" userId="S::benhar.velankanni@relevantz.com::3362e219-c834-491f-9854-1ab1850ed95b" providerId="AD" clId="Web-{4BB0B625-0A3F-F891-772A-E3B19C12F2A8}" dt="2025-06-04T11:36:29.861" v="43" actId="20577"/>
        <pc:sldMkLst>
          <pc:docMk/>
          <pc:sldMk cId="0" sldId="307"/>
        </pc:sldMkLst>
        <pc:spChg chg="mod">
          <ac:chgData name="Benhar Charles Velankanni" userId="S::benhar.velankanni@relevantz.com::3362e219-c834-491f-9854-1ab1850ed95b" providerId="AD" clId="Web-{4BB0B625-0A3F-F891-772A-E3B19C12F2A8}" dt="2025-06-04T11:36:29.861" v="43" actId="20577"/>
          <ac:spMkLst>
            <pc:docMk/>
            <pc:sldMk cId="0" sldId="307"/>
            <ac:spMk id="471" creationId="{00000000-0000-0000-0000-000000000000}"/>
          </ac:spMkLst>
        </pc:spChg>
      </pc:sldChg>
      <pc:sldChg chg="modSp">
        <pc:chgData name="Benhar Charles Velankanni" userId="S::benhar.velankanni@relevantz.com::3362e219-c834-491f-9854-1ab1850ed95b" providerId="AD" clId="Web-{4BB0B625-0A3F-F891-772A-E3B19C12F2A8}" dt="2025-06-04T11:36:44.971" v="44" actId="20577"/>
        <pc:sldMkLst>
          <pc:docMk/>
          <pc:sldMk cId="0" sldId="308"/>
        </pc:sldMkLst>
        <pc:spChg chg="mod">
          <ac:chgData name="Benhar Charles Velankanni" userId="S::benhar.velankanni@relevantz.com::3362e219-c834-491f-9854-1ab1850ed95b" providerId="AD" clId="Web-{4BB0B625-0A3F-F891-772A-E3B19C12F2A8}" dt="2025-06-04T11:36:44.971" v="44" actId="20577"/>
          <ac:spMkLst>
            <pc:docMk/>
            <pc:sldMk cId="0" sldId="308"/>
            <ac:spMk id="477" creationId="{00000000-0000-0000-0000-000000000000}"/>
          </ac:spMkLst>
        </pc:spChg>
      </pc:sldChg>
      <pc:sldChg chg="modSp">
        <pc:chgData name="Benhar Charles Velankanni" userId="S::benhar.velankanni@relevantz.com::3362e219-c834-491f-9854-1ab1850ed95b" providerId="AD" clId="Web-{4BB0B625-0A3F-F891-772A-E3B19C12F2A8}" dt="2025-06-04T11:36:51.674" v="45" actId="20577"/>
        <pc:sldMkLst>
          <pc:docMk/>
          <pc:sldMk cId="0" sldId="309"/>
        </pc:sldMkLst>
        <pc:spChg chg="mod">
          <ac:chgData name="Benhar Charles Velankanni" userId="S::benhar.velankanni@relevantz.com::3362e219-c834-491f-9854-1ab1850ed95b" providerId="AD" clId="Web-{4BB0B625-0A3F-F891-772A-E3B19C12F2A8}" dt="2025-06-04T11:36:51.674" v="45" actId="20577"/>
          <ac:spMkLst>
            <pc:docMk/>
            <pc:sldMk cId="0" sldId="309"/>
            <ac:spMk id="483" creationId="{00000000-0000-0000-0000-000000000000}"/>
          </ac:spMkLst>
        </pc:spChg>
      </pc:sldChg>
      <pc:sldChg chg="add">
        <pc:chgData name="Benhar Charles Velankanni" userId="S::benhar.velankanni@relevantz.com::3362e219-c834-491f-9854-1ab1850ed95b" providerId="AD" clId="Web-{4BB0B625-0A3F-F891-772A-E3B19C12F2A8}" dt="2025-06-04T11:24:24.474" v="1"/>
        <pc:sldMkLst>
          <pc:docMk/>
          <pc:sldMk cId="1240859306" sldId="314"/>
        </pc:sldMkLst>
      </pc:sldChg>
      <pc:sldChg chg="addSp delSp modSp add replId">
        <pc:chgData name="Benhar Charles Velankanni" userId="S::benhar.velankanni@relevantz.com::3362e219-c834-491f-9854-1ab1850ed95b" providerId="AD" clId="Web-{4BB0B625-0A3F-F891-772A-E3B19C12F2A8}" dt="2025-06-04T11:55:58.780" v="92" actId="14100"/>
        <pc:sldMkLst>
          <pc:docMk/>
          <pc:sldMk cId="1389982991" sldId="315"/>
        </pc:sldMkLst>
        <pc:spChg chg="mod">
          <ac:chgData name="Benhar Charles Velankanni" userId="S::benhar.velankanni@relevantz.com::3362e219-c834-491f-9854-1ab1850ed95b" providerId="AD" clId="Web-{4BB0B625-0A3F-F891-772A-E3B19C12F2A8}" dt="2025-06-04T11:55:58.780" v="92" actId="14100"/>
          <ac:spMkLst>
            <pc:docMk/>
            <pc:sldMk cId="1389982991" sldId="315"/>
            <ac:spMk id="199" creationId="{B59D194C-ADE6-A15A-65FD-6486EE74EFE9}"/>
          </ac:spMkLst>
        </pc:spChg>
        <pc:spChg chg="add del mod">
          <ac:chgData name="Benhar Charles Velankanni" userId="S::benhar.velankanni@relevantz.com::3362e219-c834-491f-9854-1ab1850ed95b" providerId="AD" clId="Web-{4BB0B625-0A3F-F891-772A-E3B19C12F2A8}" dt="2025-06-04T11:52:31.257" v="55" actId="20577"/>
          <ac:spMkLst>
            <pc:docMk/>
            <pc:sldMk cId="1389982991" sldId="315"/>
            <ac:spMk id="200" creationId="{125EB004-5CB3-31DD-9103-59DDE515169B}"/>
          </ac:spMkLst>
        </pc:spChg>
      </pc:sldChg>
      <pc:sldChg chg="addSp modSp add replId">
        <pc:chgData name="Benhar Charles Velankanni" userId="S::benhar.velankanni@relevantz.com::3362e219-c834-491f-9854-1ab1850ed95b" providerId="AD" clId="Web-{4BB0B625-0A3F-F891-772A-E3B19C12F2A8}" dt="2025-06-04T12:01:41.403" v="106" actId="14100"/>
        <pc:sldMkLst>
          <pc:docMk/>
          <pc:sldMk cId="878616613" sldId="316"/>
        </pc:sldMkLst>
        <pc:spChg chg="add mod">
          <ac:chgData name="Benhar Charles Velankanni" userId="S::benhar.velankanni@relevantz.com::3362e219-c834-491f-9854-1ab1850ed95b" providerId="AD" clId="Web-{4BB0B625-0A3F-F891-772A-E3B19C12F2A8}" dt="2025-06-04T11:58:47.162" v="100" actId="1076"/>
          <ac:spMkLst>
            <pc:docMk/>
            <pc:sldMk cId="878616613" sldId="316"/>
            <ac:spMk id="2" creationId="{872DCDF9-86CC-BC83-7717-981AC9397CCD}"/>
          </ac:spMkLst>
        </pc:spChg>
        <pc:spChg chg="mod">
          <ac:chgData name="Benhar Charles Velankanni" userId="S::benhar.velankanni@relevantz.com::3362e219-c834-491f-9854-1ab1850ed95b" providerId="AD" clId="Web-{4BB0B625-0A3F-F891-772A-E3B19C12F2A8}" dt="2025-06-04T12:01:41.403" v="106" actId="14100"/>
          <ac:spMkLst>
            <pc:docMk/>
            <pc:sldMk cId="878616613" sldId="316"/>
            <ac:spMk id="199" creationId="{7504B529-B537-D346-6C01-1C2D57ADF30F}"/>
          </ac:spMkLst>
        </pc:spChg>
        <pc:spChg chg="mod">
          <ac:chgData name="Benhar Charles Velankanni" userId="S::benhar.velankanni@relevantz.com::3362e219-c834-491f-9854-1ab1850ed95b" providerId="AD" clId="Web-{4BB0B625-0A3F-F891-772A-E3B19C12F2A8}" dt="2025-06-04T11:53:05.571" v="64" actId="20577"/>
          <ac:spMkLst>
            <pc:docMk/>
            <pc:sldMk cId="878616613" sldId="316"/>
            <ac:spMk id="200" creationId="{A9121030-519C-CFEA-AA9B-CCAC6AD67FD6}"/>
          </ac:spMkLst>
        </pc:spChg>
      </pc:sldChg>
      <pc:sldChg chg="addSp delSp modSp add ord replId">
        <pc:chgData name="Benhar Charles Velankanni" userId="S::benhar.velankanni@relevantz.com::3362e219-c834-491f-9854-1ab1850ed95b" providerId="AD" clId="Web-{4BB0B625-0A3F-F891-772A-E3B19C12F2A8}" dt="2025-06-04T12:21:28.893" v="119"/>
        <pc:sldMkLst>
          <pc:docMk/>
          <pc:sldMk cId="4085850579" sldId="317"/>
        </pc:sldMkLst>
        <pc:spChg chg="add del mod">
          <ac:chgData name="Benhar Charles Velankanni" userId="S::benhar.velankanni@relevantz.com::3362e219-c834-491f-9854-1ab1850ed95b" providerId="AD" clId="Web-{4BB0B625-0A3F-F891-772A-E3B19C12F2A8}" dt="2025-06-04T12:20:54.204" v="112"/>
          <ac:spMkLst>
            <pc:docMk/>
            <pc:sldMk cId="4085850579" sldId="317"/>
            <ac:spMk id="3" creationId="{DFAD0EF4-4427-1FA3-3CCF-31E1C538D027}"/>
          </ac:spMkLst>
        </pc:spChg>
        <pc:spChg chg="del">
          <ac:chgData name="Benhar Charles Velankanni" userId="S::benhar.velankanni@relevantz.com::3362e219-c834-491f-9854-1ab1850ed95b" providerId="AD" clId="Web-{4BB0B625-0A3F-F891-772A-E3B19C12F2A8}" dt="2025-06-04T12:20:36.640" v="108"/>
          <ac:spMkLst>
            <pc:docMk/>
            <pc:sldMk cId="4085850579" sldId="317"/>
            <ac:spMk id="187" creationId="{26D8F9A4-F74E-FB5D-E61D-2CE69DA75EE4}"/>
          </ac:spMkLst>
        </pc:spChg>
        <pc:spChg chg="mod">
          <ac:chgData name="Benhar Charles Velankanni" userId="S::benhar.velankanni@relevantz.com::3362e219-c834-491f-9854-1ab1850ed95b" providerId="AD" clId="Web-{4BB0B625-0A3F-F891-772A-E3B19C12F2A8}" dt="2025-06-04T12:21:02.548" v="114" actId="20577"/>
          <ac:spMkLst>
            <pc:docMk/>
            <pc:sldMk cId="4085850579" sldId="317"/>
            <ac:spMk id="188" creationId="{D452CEC5-034E-60DF-A81E-AFC8B790BEE6}"/>
          </ac:spMkLst>
        </pc:spChg>
        <pc:graphicFrameChg chg="add mod modGraphic">
          <ac:chgData name="Benhar Charles Velankanni" userId="S::benhar.velankanni@relevantz.com::3362e219-c834-491f-9854-1ab1850ed95b" providerId="AD" clId="Web-{4BB0B625-0A3F-F891-772A-E3B19C12F2A8}" dt="2025-06-04T12:21:28.893" v="119"/>
          <ac:graphicFrameMkLst>
            <pc:docMk/>
            <pc:sldMk cId="4085850579" sldId="317"/>
            <ac:graphicFrameMk id="5" creationId="{F3DCECEF-AA3D-B301-1836-5252DCB00A0F}"/>
          </ac:graphicFrameMkLst>
        </pc:graphicFrameChg>
      </pc:sldChg>
      <pc:sldChg chg="add del replId">
        <pc:chgData name="Benhar Charles Velankanni" userId="S::benhar.velankanni@relevantz.com::3362e219-c834-491f-9854-1ab1850ed95b" providerId="AD" clId="Web-{4BB0B625-0A3F-F891-772A-E3B19C12F2A8}" dt="2025-06-04T12:20:40.718" v="110"/>
        <pc:sldMkLst>
          <pc:docMk/>
          <pc:sldMk cId="659107585" sldId="318"/>
        </pc:sldMkLst>
      </pc:sldChg>
      <pc:sldChg chg="addSp delSp modSp add replId delAnim">
        <pc:chgData name="Benhar Charles Velankanni" userId="S::benhar.velankanni@relevantz.com::3362e219-c834-491f-9854-1ab1850ed95b" providerId="AD" clId="Web-{4BB0B625-0A3F-F891-772A-E3B19C12F2A8}" dt="2025-06-04T12:24:45.251" v="130"/>
        <pc:sldMkLst>
          <pc:docMk/>
          <pc:sldMk cId="3948225039" sldId="318"/>
        </pc:sldMkLst>
        <pc:spChg chg="add del mod">
          <ac:chgData name="Benhar Charles Velankanni" userId="S::benhar.velankanni@relevantz.com::3362e219-c834-491f-9854-1ab1850ed95b" providerId="AD" clId="Web-{4BB0B625-0A3F-F891-772A-E3B19C12F2A8}" dt="2025-06-04T12:24:11.952" v="123"/>
          <ac:spMkLst>
            <pc:docMk/>
            <pc:sldMk cId="3948225039" sldId="318"/>
            <ac:spMk id="3" creationId="{7804F87A-CEC9-45D6-17BF-989FD7CF9B72}"/>
          </ac:spMkLst>
        </pc:spChg>
        <pc:spChg chg="del">
          <ac:chgData name="Benhar Charles Velankanni" userId="S::benhar.velankanni@relevantz.com::3362e219-c834-491f-9854-1ab1850ed95b" providerId="AD" clId="Web-{4BB0B625-0A3F-F891-772A-E3B19C12F2A8}" dt="2025-06-04T12:24:06.045" v="122"/>
          <ac:spMkLst>
            <pc:docMk/>
            <pc:sldMk cId="3948225039" sldId="318"/>
            <ac:spMk id="218" creationId="{D0A5BEEE-A734-5AC7-1196-AF284AA4991E}"/>
          </ac:spMkLst>
        </pc:spChg>
        <pc:graphicFrameChg chg="add mod modGraphic">
          <ac:chgData name="Benhar Charles Velankanni" userId="S::benhar.velankanni@relevantz.com::3362e219-c834-491f-9854-1ab1850ed95b" providerId="AD" clId="Web-{4BB0B625-0A3F-F891-772A-E3B19C12F2A8}" dt="2025-06-04T12:24:45.251" v="130"/>
          <ac:graphicFrameMkLst>
            <pc:docMk/>
            <pc:sldMk cId="3948225039" sldId="318"/>
            <ac:graphicFrameMk id="5" creationId="{10D91901-AD94-7BC1-4D8C-F974353110F2}"/>
          </ac:graphicFrameMkLst>
        </pc:graphicFrameChg>
        <pc:picChg chg="del">
          <ac:chgData name="Benhar Charles Velankanni" userId="S::benhar.velankanni@relevantz.com::3362e219-c834-491f-9854-1ab1850ed95b" providerId="AD" clId="Web-{4BB0B625-0A3F-F891-772A-E3B19C12F2A8}" dt="2025-06-04T12:24:03.670" v="121"/>
          <ac:picMkLst>
            <pc:docMk/>
            <pc:sldMk cId="3948225039" sldId="318"/>
            <ac:picMk id="220" creationId="{7D2F4B0A-F459-7F69-E281-9760A97C266C}"/>
          </ac:picMkLst>
        </pc:picChg>
      </pc:sldChg>
      <pc:sldChg chg="add replId">
        <pc:chgData name="Benhar Charles Velankanni" userId="S::benhar.velankanni@relevantz.com::3362e219-c834-491f-9854-1ab1850ed95b" providerId="AD" clId="Web-{4BB0B625-0A3F-F891-772A-E3B19C12F2A8}" dt="2025-06-04T12:25:30.989" v="131"/>
        <pc:sldMkLst>
          <pc:docMk/>
          <pc:sldMk cId="2631080072" sldId="319"/>
        </pc:sldMkLst>
      </pc:sldChg>
      <pc:sldChg chg="add del replId">
        <pc:chgData name="Benhar Charles Velankanni" userId="S::benhar.velankanni@relevantz.com::3362e219-c834-491f-9854-1ab1850ed95b" providerId="AD" clId="Web-{4BB0B625-0A3F-F891-772A-E3B19C12F2A8}" dt="2025-06-04T12:25:46.333" v="136"/>
        <pc:sldMkLst>
          <pc:docMk/>
          <pc:sldMk cId="2185672167" sldId="320"/>
        </pc:sldMkLst>
      </pc:sldChg>
      <pc:sldChg chg="addSp delSp modSp add replId">
        <pc:chgData name="Benhar Charles Velankanni" userId="S::benhar.velankanni@relevantz.com::3362e219-c834-491f-9854-1ab1850ed95b" providerId="AD" clId="Web-{4BB0B625-0A3F-F891-772A-E3B19C12F2A8}" dt="2025-06-04T12:28:51.175" v="170" actId="1076"/>
        <pc:sldMkLst>
          <pc:docMk/>
          <pc:sldMk cId="3274934980" sldId="320"/>
        </pc:sldMkLst>
        <pc:graphicFrameChg chg="add mod modGraphic">
          <ac:chgData name="Benhar Charles Velankanni" userId="S::benhar.velankanni@relevantz.com::3362e219-c834-491f-9854-1ab1850ed95b" providerId="AD" clId="Web-{4BB0B625-0A3F-F891-772A-E3B19C12F2A8}" dt="2025-06-04T12:28:51.175" v="170" actId="1076"/>
          <ac:graphicFrameMkLst>
            <pc:docMk/>
            <pc:sldMk cId="3274934980" sldId="320"/>
            <ac:graphicFrameMk id="3" creationId="{63D6F631-6F8E-4D57-2730-F7BA460507FF}"/>
          </ac:graphicFrameMkLst>
        </pc:graphicFrameChg>
        <pc:picChg chg="del">
          <ac:chgData name="Benhar Charles Velankanni" userId="S::benhar.velankanni@relevantz.com::3362e219-c834-491f-9854-1ab1850ed95b" providerId="AD" clId="Web-{4BB0B625-0A3F-F891-772A-E3B19C12F2A8}" dt="2025-06-04T12:27:28.356" v="151"/>
          <ac:picMkLst>
            <pc:docMk/>
            <pc:sldMk cId="3274934980" sldId="320"/>
            <ac:picMk id="241" creationId="{A05DEA01-7842-5D55-674F-333E14A3259D}"/>
          </ac:picMkLst>
        </pc:picChg>
      </pc:sldChg>
      <pc:sldChg chg="addSp delSp modSp add replId">
        <pc:chgData name="Benhar Charles Velankanni" userId="S::benhar.velankanni@relevantz.com::3362e219-c834-491f-9854-1ab1850ed95b" providerId="AD" clId="Web-{4BB0B625-0A3F-F891-772A-E3B19C12F2A8}" dt="2025-06-04T12:30:54.168" v="179"/>
        <pc:sldMkLst>
          <pc:docMk/>
          <pc:sldMk cId="656414694" sldId="321"/>
        </pc:sldMkLst>
        <pc:spChg chg="add del mod">
          <ac:chgData name="Benhar Charles Velankanni" userId="S::benhar.velankanni@relevantz.com::3362e219-c834-491f-9854-1ab1850ed95b" providerId="AD" clId="Web-{4BB0B625-0A3F-F891-772A-E3B19C12F2A8}" dt="2025-06-04T12:30:20.696" v="173"/>
          <ac:spMkLst>
            <pc:docMk/>
            <pc:sldMk cId="656414694" sldId="321"/>
            <ac:spMk id="3" creationId="{F84CD262-D7F7-A496-8E60-FF453F79BFD3}"/>
          </ac:spMkLst>
        </pc:spChg>
        <pc:spChg chg="del">
          <ac:chgData name="Benhar Charles Velankanni" userId="S::benhar.velankanni@relevantz.com::3362e219-c834-491f-9854-1ab1850ed95b" providerId="AD" clId="Web-{4BB0B625-0A3F-F891-772A-E3B19C12F2A8}" dt="2025-06-04T12:30:13.071" v="172"/>
          <ac:spMkLst>
            <pc:docMk/>
            <pc:sldMk cId="656414694" sldId="321"/>
            <ac:spMk id="246" creationId="{8C4569CE-0003-6836-2DBD-CA8F6AE1DD32}"/>
          </ac:spMkLst>
        </pc:spChg>
        <pc:graphicFrameChg chg="add mod modGraphic">
          <ac:chgData name="Benhar Charles Velankanni" userId="S::benhar.velankanni@relevantz.com::3362e219-c834-491f-9854-1ab1850ed95b" providerId="AD" clId="Web-{4BB0B625-0A3F-F891-772A-E3B19C12F2A8}" dt="2025-06-04T12:30:54.168" v="179"/>
          <ac:graphicFrameMkLst>
            <pc:docMk/>
            <pc:sldMk cId="656414694" sldId="321"/>
            <ac:graphicFrameMk id="5" creationId="{BEF0CB82-2A2D-30E5-4589-80F539F8F0C5}"/>
          </ac:graphicFrameMkLst>
        </pc:graphicFrameChg>
      </pc:sldChg>
      <pc:sldChg chg="addSp delSp modSp add replId">
        <pc:chgData name="Benhar Charles Velankanni" userId="S::benhar.velankanni@relevantz.com::3362e219-c834-491f-9854-1ab1850ed95b" providerId="AD" clId="Web-{4BB0B625-0A3F-F891-772A-E3B19C12F2A8}" dt="2025-06-04T12:34:00.212" v="202" actId="1076"/>
        <pc:sldMkLst>
          <pc:docMk/>
          <pc:sldMk cId="593881469" sldId="322"/>
        </pc:sldMkLst>
        <pc:spChg chg="add del mod">
          <ac:chgData name="Benhar Charles Velankanni" userId="S::benhar.velankanni@relevantz.com::3362e219-c834-491f-9854-1ab1850ed95b" providerId="AD" clId="Web-{4BB0B625-0A3F-F891-772A-E3B19C12F2A8}" dt="2025-06-04T12:33:48.836" v="198"/>
          <ac:spMkLst>
            <pc:docMk/>
            <pc:sldMk cId="593881469" sldId="322"/>
            <ac:spMk id="3" creationId="{AED7024D-8B4D-F884-CE4B-04A9D123E8DF}"/>
          </ac:spMkLst>
        </pc:spChg>
        <pc:spChg chg="del">
          <ac:chgData name="Benhar Charles Velankanni" userId="S::benhar.velankanni@relevantz.com::3362e219-c834-491f-9854-1ab1850ed95b" providerId="AD" clId="Web-{4BB0B625-0A3F-F891-772A-E3B19C12F2A8}" dt="2025-06-04T12:33:40.226" v="197"/>
          <ac:spMkLst>
            <pc:docMk/>
            <pc:sldMk cId="593881469" sldId="322"/>
            <ac:spMk id="264" creationId="{CF6F34E9-97A9-0E1C-D82D-C2C8EDB62AFB}"/>
          </ac:spMkLst>
        </pc:spChg>
        <pc:graphicFrameChg chg="add mod modGraphic">
          <ac:chgData name="Benhar Charles Velankanni" userId="S::benhar.velankanni@relevantz.com::3362e219-c834-491f-9854-1ab1850ed95b" providerId="AD" clId="Web-{4BB0B625-0A3F-F891-772A-E3B19C12F2A8}" dt="2025-06-04T12:34:00.212" v="202" actId="1076"/>
          <ac:graphicFrameMkLst>
            <pc:docMk/>
            <pc:sldMk cId="593881469" sldId="322"/>
            <ac:graphicFrameMk id="5" creationId="{67EE279D-7963-C890-5E8D-748323517591}"/>
          </ac:graphicFrameMkLst>
        </pc:graphicFrameChg>
      </pc:sldChg>
      <pc:sldChg chg="add del replId">
        <pc:chgData name="Benhar Charles Velankanni" userId="S::benhar.velankanni@relevantz.com::3362e219-c834-491f-9854-1ab1850ed95b" providerId="AD" clId="Web-{4BB0B625-0A3F-F891-772A-E3B19C12F2A8}" dt="2025-06-04T12:32:10.954" v="182"/>
        <pc:sldMkLst>
          <pc:docMk/>
          <pc:sldMk cId="2586614738" sldId="322"/>
        </pc:sldMkLst>
      </pc:sldChg>
      <pc:sldChg chg="delSp add del replId">
        <pc:chgData name="Benhar Charles Velankanni" userId="S::benhar.velankanni@relevantz.com::3362e219-c834-491f-9854-1ab1850ed95b" providerId="AD" clId="Web-{4BB0B625-0A3F-F891-772A-E3B19C12F2A8}" dt="2025-06-04T12:32:25.346" v="187"/>
        <pc:sldMkLst>
          <pc:docMk/>
          <pc:sldMk cId="3831474407" sldId="322"/>
        </pc:sldMkLst>
        <pc:spChg chg="del">
          <ac:chgData name="Benhar Charles Velankanni" userId="S::benhar.velankanni@relevantz.com::3362e219-c834-491f-9854-1ab1850ed95b" providerId="AD" clId="Web-{4BB0B625-0A3F-F891-772A-E3B19C12F2A8}" dt="2025-06-04T12:32:18.033" v="184"/>
          <ac:spMkLst>
            <pc:docMk/>
            <pc:sldMk cId="3831474407" sldId="322"/>
            <ac:spMk id="3" creationId="{B3F58B39-C5A9-9194-3445-D9A3B1E102D2}"/>
          </ac:spMkLst>
        </pc:spChg>
      </pc:sldChg>
      <pc:sldChg chg="add del replId">
        <pc:chgData name="Benhar Charles Velankanni" userId="S::benhar.velankanni@relevantz.com::3362e219-c834-491f-9854-1ab1850ed95b" providerId="AD" clId="Web-{4BB0B625-0A3F-F891-772A-E3B19C12F2A8}" dt="2025-06-04T12:32:22.674" v="186"/>
        <pc:sldMkLst>
          <pc:docMk/>
          <pc:sldMk cId="579958269" sldId="323"/>
        </pc:sldMkLst>
      </pc:sldChg>
      <pc:sldChg chg="addSp delSp modSp add replId">
        <pc:chgData name="Benhar Charles Velankanni" userId="S::benhar.velankanni@relevantz.com::3362e219-c834-491f-9854-1ab1850ed95b" providerId="AD" clId="Web-{4BB0B625-0A3F-F891-772A-E3B19C12F2A8}" dt="2025-06-04T12:35:11.889" v="210"/>
        <pc:sldMkLst>
          <pc:docMk/>
          <pc:sldMk cId="3420108366" sldId="323"/>
        </pc:sldMkLst>
        <pc:spChg chg="add del mod">
          <ac:chgData name="Benhar Charles Velankanni" userId="S::benhar.velankanni@relevantz.com::3362e219-c834-491f-9854-1ab1850ed95b" providerId="AD" clId="Web-{4BB0B625-0A3F-F891-772A-E3B19C12F2A8}" dt="2025-06-04T12:34:52.528" v="205"/>
          <ac:spMkLst>
            <pc:docMk/>
            <pc:sldMk cId="3420108366" sldId="323"/>
            <ac:spMk id="3" creationId="{CD4D74A6-CB7C-8244-9DA9-2AE25730D274}"/>
          </ac:spMkLst>
        </pc:spChg>
        <pc:spChg chg="del">
          <ac:chgData name="Benhar Charles Velankanni" userId="S::benhar.velankanni@relevantz.com::3362e219-c834-491f-9854-1ab1850ed95b" providerId="AD" clId="Web-{4BB0B625-0A3F-F891-772A-E3B19C12F2A8}" dt="2025-06-04T12:34:49.012" v="204"/>
          <ac:spMkLst>
            <pc:docMk/>
            <pc:sldMk cId="3420108366" sldId="323"/>
            <ac:spMk id="282" creationId="{B7E98563-54FB-2BA3-4955-E092CB3AADB8}"/>
          </ac:spMkLst>
        </pc:spChg>
        <pc:graphicFrameChg chg="add mod modGraphic">
          <ac:chgData name="Benhar Charles Velankanni" userId="S::benhar.velankanni@relevantz.com::3362e219-c834-491f-9854-1ab1850ed95b" providerId="AD" clId="Web-{4BB0B625-0A3F-F891-772A-E3B19C12F2A8}" dt="2025-06-04T12:35:11.889" v="210"/>
          <ac:graphicFrameMkLst>
            <pc:docMk/>
            <pc:sldMk cId="3420108366" sldId="323"/>
            <ac:graphicFrameMk id="5" creationId="{13A311E8-E552-52E0-A14C-318CC1137A99}"/>
          </ac:graphicFrameMkLst>
        </pc:graphicFrameChg>
      </pc:sldChg>
      <pc:sldChg chg="addSp delSp modSp add replId delAnim">
        <pc:chgData name="Benhar Charles Velankanni" userId="S::benhar.velankanni@relevantz.com::3362e219-c834-491f-9854-1ab1850ed95b" providerId="AD" clId="Web-{4BB0B625-0A3F-F891-772A-E3B19C12F2A8}" dt="2025-06-04T12:36:30.019" v="220"/>
        <pc:sldMkLst>
          <pc:docMk/>
          <pc:sldMk cId="3608658414" sldId="324"/>
        </pc:sldMkLst>
        <pc:spChg chg="add del mod">
          <ac:chgData name="Benhar Charles Velankanni" userId="S::benhar.velankanni@relevantz.com::3362e219-c834-491f-9854-1ab1850ed95b" providerId="AD" clId="Web-{4BB0B625-0A3F-F891-772A-E3B19C12F2A8}" dt="2025-06-04T12:36:06.533" v="214"/>
          <ac:spMkLst>
            <pc:docMk/>
            <pc:sldMk cId="3608658414" sldId="324"/>
            <ac:spMk id="3" creationId="{31315552-C24A-692E-FE57-6A63984381BB}"/>
          </ac:spMkLst>
        </pc:spChg>
        <pc:spChg chg="del">
          <ac:chgData name="Benhar Charles Velankanni" userId="S::benhar.velankanni@relevantz.com::3362e219-c834-491f-9854-1ab1850ed95b" providerId="AD" clId="Web-{4BB0B625-0A3F-F891-772A-E3B19C12F2A8}" dt="2025-06-04T12:36:02.924" v="212"/>
          <ac:spMkLst>
            <pc:docMk/>
            <pc:sldMk cId="3608658414" sldId="324"/>
            <ac:spMk id="318" creationId="{1C639050-49FF-4F5E-CD7C-ABEC3E0F0147}"/>
          </ac:spMkLst>
        </pc:spChg>
        <pc:graphicFrameChg chg="add mod modGraphic">
          <ac:chgData name="Benhar Charles Velankanni" userId="S::benhar.velankanni@relevantz.com::3362e219-c834-491f-9854-1ab1850ed95b" providerId="AD" clId="Web-{4BB0B625-0A3F-F891-772A-E3B19C12F2A8}" dt="2025-06-04T12:36:30.019" v="220"/>
          <ac:graphicFrameMkLst>
            <pc:docMk/>
            <pc:sldMk cId="3608658414" sldId="324"/>
            <ac:graphicFrameMk id="5" creationId="{2525CF94-1475-95A7-7D57-167B6AC41BE8}"/>
          </ac:graphicFrameMkLst>
        </pc:graphicFrameChg>
        <pc:picChg chg="del">
          <ac:chgData name="Benhar Charles Velankanni" userId="S::benhar.velankanni@relevantz.com::3362e219-c834-491f-9854-1ab1850ed95b" providerId="AD" clId="Web-{4BB0B625-0A3F-F891-772A-E3B19C12F2A8}" dt="2025-06-04T12:36:08.705" v="215"/>
          <ac:picMkLst>
            <pc:docMk/>
            <pc:sldMk cId="3608658414" sldId="324"/>
            <ac:picMk id="320" creationId="{31798D33-9F70-0A80-6974-A416B3FBCE3F}"/>
          </ac:picMkLst>
        </pc:picChg>
        <pc:picChg chg="del">
          <ac:chgData name="Benhar Charles Velankanni" userId="S::benhar.velankanni@relevantz.com::3362e219-c834-491f-9854-1ab1850ed95b" providerId="AD" clId="Web-{4BB0B625-0A3F-F891-772A-E3B19C12F2A8}" dt="2025-06-04T12:36:04.236" v="213"/>
          <ac:picMkLst>
            <pc:docMk/>
            <pc:sldMk cId="3608658414" sldId="324"/>
            <ac:picMk id="321" creationId="{1B0F296B-6680-8BAD-1FCF-2C84A011D474}"/>
          </ac:picMkLst>
        </pc:picChg>
      </pc:sldChg>
      <pc:sldChg chg="addSp delSp modSp add replId delAnim">
        <pc:chgData name="Benhar Charles Velankanni" userId="S::benhar.velankanni@relevantz.com::3362e219-c834-491f-9854-1ab1850ed95b" providerId="AD" clId="Web-{4BB0B625-0A3F-F891-772A-E3B19C12F2A8}" dt="2025-06-04T12:38:09.026" v="226"/>
        <pc:sldMkLst>
          <pc:docMk/>
          <pc:sldMk cId="1819496393" sldId="325"/>
        </pc:sldMkLst>
        <pc:graphicFrameChg chg="add mod modGraphic">
          <ac:chgData name="Benhar Charles Velankanni" userId="S::benhar.velankanni@relevantz.com::3362e219-c834-491f-9854-1ab1850ed95b" providerId="AD" clId="Web-{4BB0B625-0A3F-F891-772A-E3B19C12F2A8}" dt="2025-06-04T12:38:09.026" v="226"/>
          <ac:graphicFrameMkLst>
            <pc:docMk/>
            <pc:sldMk cId="1819496393" sldId="325"/>
            <ac:graphicFrameMk id="3" creationId="{87949C1D-34CC-16DE-23DE-B131ED3E479E}"/>
          </ac:graphicFrameMkLst>
        </pc:graphicFrameChg>
        <pc:picChg chg="del">
          <ac:chgData name="Benhar Charles Velankanni" userId="S::benhar.velankanni@relevantz.com::3362e219-c834-491f-9854-1ab1850ed95b" providerId="AD" clId="Web-{4BB0B625-0A3F-F891-772A-E3B19C12F2A8}" dt="2025-06-04T12:37:55.510" v="222"/>
          <ac:picMkLst>
            <pc:docMk/>
            <pc:sldMk cId="1819496393" sldId="325"/>
            <ac:picMk id="328" creationId="{22905B28-E419-9CD1-17A6-7F5AE34BFEEE}"/>
          </ac:picMkLst>
        </pc:picChg>
      </pc:sldChg>
      <pc:sldChg chg="addSp delSp modSp add replId delAnim">
        <pc:chgData name="Benhar Charles Velankanni" userId="S::benhar.velankanni@relevantz.com::3362e219-c834-491f-9854-1ab1850ed95b" providerId="AD" clId="Web-{4BB0B625-0A3F-F891-772A-E3B19C12F2A8}" dt="2025-06-04T12:39:10.609" v="236"/>
        <pc:sldMkLst>
          <pc:docMk/>
          <pc:sldMk cId="813771826" sldId="326"/>
        </pc:sldMkLst>
        <pc:spChg chg="add del mod">
          <ac:chgData name="Benhar Charles Velankanni" userId="S::benhar.velankanni@relevantz.com::3362e219-c834-491f-9854-1ab1850ed95b" providerId="AD" clId="Web-{4BB0B625-0A3F-F891-772A-E3B19C12F2A8}" dt="2025-06-04T12:38:52.545" v="230"/>
          <ac:spMkLst>
            <pc:docMk/>
            <pc:sldMk cId="813771826" sldId="326"/>
            <ac:spMk id="3" creationId="{3CE5C29A-27AC-2600-A5C5-404284E7B467}"/>
          </ac:spMkLst>
        </pc:spChg>
        <pc:spChg chg="del">
          <ac:chgData name="Benhar Charles Velankanni" userId="S::benhar.velankanni@relevantz.com::3362e219-c834-491f-9854-1ab1850ed95b" providerId="AD" clId="Web-{4BB0B625-0A3F-F891-772A-E3B19C12F2A8}" dt="2025-06-04T12:38:43.263" v="229"/>
          <ac:spMkLst>
            <pc:docMk/>
            <pc:sldMk cId="813771826" sldId="326"/>
            <ac:spMk id="340" creationId="{59587297-1149-0595-337E-ADC35D0B520D}"/>
          </ac:spMkLst>
        </pc:spChg>
        <pc:graphicFrameChg chg="add mod modGraphic">
          <ac:chgData name="Benhar Charles Velankanni" userId="S::benhar.velankanni@relevantz.com::3362e219-c834-491f-9854-1ab1850ed95b" providerId="AD" clId="Web-{4BB0B625-0A3F-F891-772A-E3B19C12F2A8}" dt="2025-06-04T12:39:10.609" v="236"/>
          <ac:graphicFrameMkLst>
            <pc:docMk/>
            <pc:sldMk cId="813771826" sldId="326"/>
            <ac:graphicFrameMk id="5" creationId="{4FB50E4F-AECC-FB12-0CFA-1B42350C6591}"/>
          </ac:graphicFrameMkLst>
        </pc:graphicFrameChg>
        <pc:picChg chg="del">
          <ac:chgData name="Benhar Charles Velankanni" userId="S::benhar.velankanni@relevantz.com::3362e219-c834-491f-9854-1ab1850ed95b" providerId="AD" clId="Web-{4BB0B625-0A3F-F891-772A-E3B19C12F2A8}" dt="2025-06-04T12:38:41.404" v="228"/>
          <ac:picMkLst>
            <pc:docMk/>
            <pc:sldMk cId="813771826" sldId="326"/>
            <ac:picMk id="342" creationId="{1BB14074-31A6-92A6-E14D-F3B48CE230BA}"/>
          </ac:picMkLst>
        </pc:picChg>
      </pc:sldChg>
      <pc:sldChg chg="addSp delSp modSp add replId delAnim">
        <pc:chgData name="Benhar Charles Velankanni" userId="S::benhar.velankanni@relevantz.com::3362e219-c834-491f-9854-1ab1850ed95b" providerId="AD" clId="Web-{4BB0B625-0A3F-F891-772A-E3B19C12F2A8}" dt="2025-06-04T12:40:19.239" v="247"/>
        <pc:sldMkLst>
          <pc:docMk/>
          <pc:sldMk cId="2596445856" sldId="327"/>
        </pc:sldMkLst>
        <pc:spChg chg="add del mod">
          <ac:chgData name="Benhar Charles Velankanni" userId="S::benhar.velankanni@relevantz.com::3362e219-c834-491f-9854-1ab1850ed95b" providerId="AD" clId="Web-{4BB0B625-0A3F-F891-772A-E3B19C12F2A8}" dt="2025-06-04T12:40:05.347" v="241"/>
          <ac:spMkLst>
            <pc:docMk/>
            <pc:sldMk cId="2596445856" sldId="327"/>
            <ac:spMk id="3" creationId="{EB94A7B5-3882-E78C-1139-F84537972E76}"/>
          </ac:spMkLst>
        </pc:spChg>
        <pc:spChg chg="del">
          <ac:chgData name="Benhar Charles Velankanni" userId="S::benhar.velankanni@relevantz.com::3362e219-c834-491f-9854-1ab1850ed95b" providerId="AD" clId="Web-{4BB0B625-0A3F-F891-772A-E3B19C12F2A8}" dt="2025-06-04T12:39:58.221" v="240"/>
          <ac:spMkLst>
            <pc:docMk/>
            <pc:sldMk cId="2596445856" sldId="327"/>
            <ac:spMk id="354" creationId="{BAAA65D0-6DEB-5E87-B793-C3C8E99E1860}"/>
          </ac:spMkLst>
        </pc:spChg>
        <pc:graphicFrameChg chg="add mod modGraphic">
          <ac:chgData name="Benhar Charles Velankanni" userId="S::benhar.velankanni@relevantz.com::3362e219-c834-491f-9854-1ab1850ed95b" providerId="AD" clId="Web-{4BB0B625-0A3F-F891-772A-E3B19C12F2A8}" dt="2025-06-04T12:40:19.239" v="247"/>
          <ac:graphicFrameMkLst>
            <pc:docMk/>
            <pc:sldMk cId="2596445856" sldId="327"/>
            <ac:graphicFrameMk id="5" creationId="{3EFB308C-CEEA-FDE9-F437-EA99B1650A87}"/>
          </ac:graphicFrameMkLst>
        </pc:graphicFrameChg>
        <pc:picChg chg="del">
          <ac:chgData name="Benhar Charles Velankanni" userId="S::benhar.velankanni@relevantz.com::3362e219-c834-491f-9854-1ab1850ed95b" providerId="AD" clId="Web-{4BB0B625-0A3F-F891-772A-E3B19C12F2A8}" dt="2025-06-04T12:39:56.081" v="239"/>
          <ac:picMkLst>
            <pc:docMk/>
            <pc:sldMk cId="2596445856" sldId="327"/>
            <ac:picMk id="356" creationId="{B984C28F-990F-CD48-CC75-21863E5A2112}"/>
          </ac:picMkLst>
        </pc:picChg>
      </pc:sldChg>
    </pc:docChg>
  </pc:docChgLst>
  <pc:docChgLst>
    <pc:chgData name="Benhar Charles Velankanni" userId="S::benhar.velankanni@relevantz.com::3362e219-c834-491f-9854-1ab1850ed95b" providerId="AD" clId="Web-{B40E3FFB-5E89-61FA-FF01-295DEB25B7BC}"/>
    <pc:docChg chg="addSld delSld modSld sldOrd">
      <pc:chgData name="Benhar Charles Velankanni" userId="S::benhar.velankanni@relevantz.com::3362e219-c834-491f-9854-1ab1850ed95b" providerId="AD" clId="Web-{B40E3FFB-5E89-61FA-FF01-295DEB25B7BC}" dt="2025-06-04T15:55:20.593" v="346"/>
      <pc:docMkLst>
        <pc:docMk/>
      </pc:docMkLst>
      <pc:sldChg chg="ord">
        <pc:chgData name="Benhar Charles Velankanni" userId="S::benhar.velankanni@relevantz.com::3362e219-c834-491f-9854-1ab1850ed95b" providerId="AD" clId="Web-{B40E3FFB-5E89-61FA-FF01-295DEB25B7BC}" dt="2025-06-04T15:08:53.328" v="246"/>
        <pc:sldMkLst>
          <pc:docMk/>
          <pc:sldMk cId="0" sldId="269"/>
        </pc:sldMkLst>
      </pc:sldChg>
      <pc:sldChg chg="addSp delSp modSp">
        <pc:chgData name="Benhar Charles Velankanni" userId="S::benhar.velankanni@relevantz.com::3362e219-c834-491f-9854-1ab1850ed95b" providerId="AD" clId="Web-{B40E3FFB-5E89-61FA-FF01-295DEB25B7BC}" dt="2025-06-04T13:50:15.800" v="27" actId="1076"/>
        <pc:sldMkLst>
          <pc:docMk/>
          <pc:sldMk cId="0" sldId="290"/>
        </pc:sldMkLst>
        <pc:graphicFrameChg chg="add mod modGraphic">
          <ac:chgData name="Benhar Charles Velankanni" userId="S::benhar.velankanni@relevantz.com::3362e219-c834-491f-9854-1ab1850ed95b" providerId="AD" clId="Web-{B40E3FFB-5E89-61FA-FF01-295DEB25B7BC}" dt="2025-06-04T13:50:15.800" v="27" actId="1076"/>
          <ac:graphicFrameMkLst>
            <pc:docMk/>
            <pc:sldMk cId="0" sldId="290"/>
            <ac:graphicFrameMk id="3" creationId="{778E00DB-8913-26BB-D679-1CCDDEFBA491}"/>
          </ac:graphicFrameMkLst>
        </pc:graphicFrameChg>
        <pc:picChg chg="del">
          <ac:chgData name="Benhar Charles Velankanni" userId="S::benhar.velankanni@relevantz.com::3362e219-c834-491f-9854-1ab1850ed95b" providerId="AD" clId="Web-{B40E3FFB-5E89-61FA-FF01-295DEB25B7BC}" dt="2025-06-04T13:48:08.133" v="0"/>
          <ac:picMkLst>
            <pc:docMk/>
            <pc:sldMk cId="0" sldId="290"/>
            <ac:picMk id="368" creationId="{00000000-0000-0000-0000-000000000000}"/>
          </ac:picMkLst>
        </pc:picChg>
      </pc:sldChg>
      <pc:sldChg chg="addSp delSp modSp delAnim">
        <pc:chgData name="Benhar Charles Velankanni" userId="S::benhar.velankanni@relevantz.com::3362e219-c834-491f-9854-1ab1850ed95b" providerId="AD" clId="Web-{B40E3FFB-5E89-61FA-FF01-295DEB25B7BC}" dt="2025-06-04T13:54:10.990" v="59" actId="1076"/>
        <pc:sldMkLst>
          <pc:docMk/>
          <pc:sldMk cId="0" sldId="292"/>
        </pc:sldMkLst>
        <pc:graphicFrameChg chg="add del mod">
          <ac:chgData name="Benhar Charles Velankanni" userId="S::benhar.velankanni@relevantz.com::3362e219-c834-491f-9854-1ab1850ed95b" providerId="AD" clId="Web-{B40E3FFB-5E89-61FA-FF01-295DEB25B7BC}" dt="2025-06-04T13:54:05.646" v="58"/>
          <ac:graphicFrameMkLst>
            <pc:docMk/>
            <pc:sldMk cId="0" sldId="292"/>
            <ac:graphicFrameMk id="3" creationId="{1D7F9396-6667-3B04-927A-5DAB20704B95}"/>
          </ac:graphicFrameMkLst>
        </pc:graphicFrameChg>
        <pc:graphicFrameChg chg="add">
          <ac:chgData name="Benhar Charles Velankanni" userId="S::benhar.velankanni@relevantz.com::3362e219-c834-491f-9854-1ab1850ed95b" providerId="AD" clId="Web-{B40E3FFB-5E89-61FA-FF01-295DEB25B7BC}" dt="2025-06-04T13:54:00.005" v="57"/>
          <ac:graphicFrameMkLst>
            <pc:docMk/>
            <pc:sldMk cId="0" sldId="292"/>
            <ac:graphicFrameMk id="5" creationId="{DBACB548-CB9D-43B3-821E-54E683CA5359}"/>
          </ac:graphicFrameMkLst>
        </pc:graphicFrameChg>
        <pc:picChg chg="del">
          <ac:chgData name="Benhar Charles Velankanni" userId="S::benhar.velankanni@relevantz.com::3362e219-c834-491f-9854-1ab1850ed95b" providerId="AD" clId="Web-{B40E3FFB-5E89-61FA-FF01-295DEB25B7BC}" dt="2025-06-04T13:50:48.802" v="30"/>
          <ac:picMkLst>
            <pc:docMk/>
            <pc:sldMk cId="0" sldId="292"/>
            <ac:picMk id="380" creationId="{00000000-0000-0000-0000-000000000000}"/>
          </ac:picMkLst>
        </pc:picChg>
      </pc:sldChg>
      <pc:sldChg chg="addSp delSp modSp">
        <pc:chgData name="Benhar Charles Velankanni" userId="S::benhar.velankanni@relevantz.com::3362e219-c834-491f-9854-1ab1850ed95b" providerId="AD" clId="Web-{B40E3FFB-5E89-61FA-FF01-295DEB25B7BC}" dt="2025-06-04T13:57:44.570" v="138"/>
        <pc:sldMkLst>
          <pc:docMk/>
          <pc:sldMk cId="0" sldId="298"/>
        </pc:sldMkLst>
        <pc:graphicFrameChg chg="add mod modGraphic">
          <ac:chgData name="Benhar Charles Velankanni" userId="S::benhar.velankanni@relevantz.com::3362e219-c834-491f-9854-1ab1850ed95b" providerId="AD" clId="Web-{B40E3FFB-5E89-61FA-FF01-295DEB25B7BC}" dt="2025-06-04T13:57:44.570" v="138"/>
          <ac:graphicFrameMkLst>
            <pc:docMk/>
            <pc:sldMk cId="0" sldId="298"/>
            <ac:graphicFrameMk id="3" creationId="{48DDA73F-2397-2BDE-2841-0CBFAF3764CD}"/>
          </ac:graphicFrameMkLst>
        </pc:graphicFrameChg>
        <pc:graphicFrameChg chg="add del mod">
          <ac:chgData name="Benhar Charles Velankanni" userId="S::benhar.velankanni@relevantz.com::3362e219-c834-491f-9854-1ab1850ed95b" providerId="AD" clId="Web-{B40E3FFB-5E89-61FA-FF01-295DEB25B7BC}" dt="2025-06-04T13:57:24.771" v="133"/>
          <ac:graphicFrameMkLst>
            <pc:docMk/>
            <pc:sldMk cId="0" sldId="298"/>
            <ac:graphicFrameMk id="5" creationId="{C079AF71-A93C-CF32-6B66-E64ED6A32C30}"/>
          </ac:graphicFrameMkLst>
        </pc:graphicFrameChg>
        <pc:picChg chg="del">
          <ac:chgData name="Benhar Charles Velankanni" userId="S::benhar.velankanni@relevantz.com::3362e219-c834-491f-9854-1ab1850ed95b" providerId="AD" clId="Web-{B40E3FFB-5E89-61FA-FF01-295DEB25B7BC}" dt="2025-06-04T13:56:33.611" v="69"/>
          <ac:picMkLst>
            <pc:docMk/>
            <pc:sldMk cId="0" sldId="298"/>
            <ac:picMk id="416" creationId="{00000000-0000-0000-0000-000000000000}"/>
          </ac:picMkLst>
        </pc:picChg>
      </pc:sldChg>
      <pc:sldChg chg="addSp delSp modSp">
        <pc:chgData name="Benhar Charles Velankanni" userId="S::benhar.velankanni@relevantz.com::3362e219-c834-491f-9854-1ab1850ed95b" providerId="AD" clId="Web-{B40E3FFB-5E89-61FA-FF01-295DEB25B7BC}" dt="2025-06-04T14:01:21.649" v="155"/>
        <pc:sldMkLst>
          <pc:docMk/>
          <pc:sldMk cId="0" sldId="299"/>
        </pc:sldMkLst>
        <pc:graphicFrameChg chg="add mod modGraphic">
          <ac:chgData name="Benhar Charles Velankanni" userId="S::benhar.velankanni@relevantz.com::3362e219-c834-491f-9854-1ab1850ed95b" providerId="AD" clId="Web-{B40E3FFB-5E89-61FA-FF01-295DEB25B7BC}" dt="2025-06-04T14:01:21.649" v="155"/>
          <ac:graphicFrameMkLst>
            <pc:docMk/>
            <pc:sldMk cId="0" sldId="299"/>
            <ac:graphicFrameMk id="3" creationId="{2FD996BC-D839-A332-0039-8D6AA3C43C9F}"/>
          </ac:graphicFrameMkLst>
        </pc:graphicFrameChg>
        <pc:picChg chg="del">
          <ac:chgData name="Benhar Charles Velankanni" userId="S::benhar.velankanni@relevantz.com::3362e219-c834-491f-9854-1ab1850ed95b" providerId="AD" clId="Web-{B40E3FFB-5E89-61FA-FF01-295DEB25B7BC}" dt="2025-06-04T13:59:07.232" v="148"/>
          <ac:picMkLst>
            <pc:docMk/>
            <pc:sldMk cId="0" sldId="299"/>
            <ac:picMk id="423" creationId="{00000000-0000-0000-0000-000000000000}"/>
          </ac:picMkLst>
        </pc:picChg>
      </pc:sldChg>
      <pc:sldChg chg="addSp delSp modSp">
        <pc:chgData name="Benhar Charles Velankanni" userId="S::benhar.velankanni@relevantz.com::3362e219-c834-491f-9854-1ab1850ed95b" providerId="AD" clId="Web-{B40E3FFB-5E89-61FA-FF01-295DEB25B7BC}" dt="2025-06-04T14:02:24.670" v="162"/>
        <pc:sldMkLst>
          <pc:docMk/>
          <pc:sldMk cId="0" sldId="300"/>
        </pc:sldMkLst>
        <pc:graphicFrameChg chg="add mod modGraphic">
          <ac:chgData name="Benhar Charles Velankanni" userId="S::benhar.velankanni@relevantz.com::3362e219-c834-491f-9854-1ab1850ed95b" providerId="AD" clId="Web-{B40E3FFB-5E89-61FA-FF01-295DEB25B7BC}" dt="2025-06-04T14:02:24.670" v="162"/>
          <ac:graphicFrameMkLst>
            <pc:docMk/>
            <pc:sldMk cId="0" sldId="300"/>
            <ac:graphicFrameMk id="3" creationId="{3D7E240D-973B-36F4-24A3-4C3CE01BADF7}"/>
          </ac:graphicFrameMkLst>
        </pc:graphicFrameChg>
        <pc:picChg chg="del">
          <ac:chgData name="Benhar Charles Velankanni" userId="S::benhar.velankanni@relevantz.com::3362e219-c834-491f-9854-1ab1850ed95b" providerId="AD" clId="Web-{B40E3FFB-5E89-61FA-FF01-295DEB25B7BC}" dt="2025-06-04T14:02:08.169" v="156"/>
          <ac:picMkLst>
            <pc:docMk/>
            <pc:sldMk cId="0" sldId="300"/>
            <ac:picMk id="430" creationId="{00000000-0000-0000-0000-000000000000}"/>
          </ac:picMkLst>
        </pc:picChg>
      </pc:sldChg>
      <pc:sldChg chg="addSp delSp modSp">
        <pc:chgData name="Benhar Charles Velankanni" userId="S::benhar.velankanni@relevantz.com::3362e219-c834-491f-9854-1ab1850ed95b" providerId="AD" clId="Web-{B40E3FFB-5E89-61FA-FF01-295DEB25B7BC}" dt="2025-06-04T14:06:55.535" v="203"/>
        <pc:sldMkLst>
          <pc:docMk/>
          <pc:sldMk cId="0" sldId="301"/>
        </pc:sldMkLst>
        <pc:graphicFrameChg chg="add mod modGraphic">
          <ac:chgData name="Benhar Charles Velankanni" userId="S::benhar.velankanni@relevantz.com::3362e219-c834-491f-9854-1ab1850ed95b" providerId="AD" clId="Web-{B40E3FFB-5E89-61FA-FF01-295DEB25B7BC}" dt="2025-06-04T14:06:55.535" v="203"/>
          <ac:graphicFrameMkLst>
            <pc:docMk/>
            <pc:sldMk cId="0" sldId="301"/>
            <ac:graphicFrameMk id="3" creationId="{42349725-964E-D6B5-15A6-1192BC6B5A6F}"/>
          </ac:graphicFrameMkLst>
        </pc:graphicFrameChg>
        <pc:graphicFrameChg chg="add del mod modGraphic">
          <ac:chgData name="Benhar Charles Velankanni" userId="S::benhar.velankanni@relevantz.com::3362e219-c834-491f-9854-1ab1850ed95b" providerId="AD" clId="Web-{B40E3FFB-5E89-61FA-FF01-295DEB25B7BC}" dt="2025-06-04T14:06:25.267" v="196"/>
          <ac:graphicFrameMkLst>
            <pc:docMk/>
            <pc:sldMk cId="0" sldId="301"/>
            <ac:graphicFrameMk id="5" creationId="{C21D5ACA-D02C-2972-0B1E-D888F1E71A01}"/>
          </ac:graphicFrameMkLst>
        </pc:graphicFrameChg>
        <pc:graphicFrameChg chg="add del">
          <ac:chgData name="Benhar Charles Velankanni" userId="S::benhar.velankanni@relevantz.com::3362e219-c834-491f-9854-1ab1850ed95b" providerId="AD" clId="Web-{B40E3FFB-5E89-61FA-FF01-295DEB25B7BC}" dt="2025-06-04T14:04:50.166" v="174"/>
          <ac:graphicFrameMkLst>
            <pc:docMk/>
            <pc:sldMk cId="0" sldId="301"/>
            <ac:graphicFrameMk id="6" creationId="{AC019E44-22E9-4878-3E87-69DAB4E90FAA}"/>
          </ac:graphicFrameMkLst>
        </pc:graphicFrameChg>
        <pc:picChg chg="del">
          <ac:chgData name="Benhar Charles Velankanni" userId="S::benhar.velankanni@relevantz.com::3362e219-c834-491f-9854-1ab1850ed95b" providerId="AD" clId="Web-{B40E3FFB-5E89-61FA-FF01-295DEB25B7BC}" dt="2025-06-04T14:02:32.655" v="163"/>
          <ac:picMkLst>
            <pc:docMk/>
            <pc:sldMk cId="0" sldId="301"/>
            <ac:picMk id="437" creationId="{00000000-0000-0000-0000-000000000000}"/>
          </ac:picMkLst>
        </pc:picChg>
      </pc:sldChg>
      <pc:sldChg chg="addSp delSp modSp">
        <pc:chgData name="Benhar Charles Velankanni" userId="S::benhar.velankanni@relevantz.com::3362e219-c834-491f-9854-1ab1850ed95b" providerId="AD" clId="Web-{B40E3FFB-5E89-61FA-FF01-295DEB25B7BC}" dt="2025-06-04T15:02:52.783" v="229" actId="1076"/>
        <pc:sldMkLst>
          <pc:docMk/>
          <pc:sldMk cId="0" sldId="306"/>
        </pc:sldMkLst>
        <pc:spChg chg="add del mod">
          <ac:chgData name="Benhar Charles Velankanni" userId="S::benhar.velankanni@relevantz.com::3362e219-c834-491f-9854-1ab1850ed95b" providerId="AD" clId="Web-{B40E3FFB-5E89-61FA-FF01-295DEB25B7BC}" dt="2025-06-04T15:02:25.174" v="220"/>
          <ac:spMkLst>
            <pc:docMk/>
            <pc:sldMk cId="0" sldId="306"/>
            <ac:spMk id="3" creationId="{9ABD00F4-7692-658B-02F2-96FCB31E52B0}"/>
          </ac:spMkLst>
        </pc:spChg>
        <pc:spChg chg="del">
          <ac:chgData name="Benhar Charles Velankanni" userId="S::benhar.velankanni@relevantz.com::3362e219-c834-491f-9854-1ab1850ed95b" providerId="AD" clId="Web-{B40E3FFB-5E89-61FA-FF01-295DEB25B7BC}" dt="2025-06-04T15:02:04.312" v="217"/>
          <ac:spMkLst>
            <pc:docMk/>
            <pc:sldMk cId="0" sldId="306"/>
            <ac:spMk id="465" creationId="{00000000-0000-0000-0000-000000000000}"/>
          </ac:spMkLst>
        </pc:spChg>
        <pc:graphicFrameChg chg="add mod modGraphic">
          <ac:chgData name="Benhar Charles Velankanni" userId="S::benhar.velankanni@relevantz.com::3362e219-c834-491f-9854-1ab1850ed95b" providerId="AD" clId="Web-{B40E3FFB-5E89-61FA-FF01-295DEB25B7BC}" dt="2025-06-04T15:02:52.783" v="229" actId="1076"/>
          <ac:graphicFrameMkLst>
            <pc:docMk/>
            <pc:sldMk cId="0" sldId="306"/>
            <ac:graphicFrameMk id="5" creationId="{FEBAA6E7-712B-86F0-184C-2EB908BCFDFA}"/>
          </ac:graphicFrameMkLst>
        </pc:graphicFrameChg>
      </pc:sldChg>
      <pc:sldChg chg="modSp">
        <pc:chgData name="Benhar Charles Velankanni" userId="S::benhar.velankanni@relevantz.com::3362e219-c834-491f-9854-1ab1850ed95b" providerId="AD" clId="Web-{B40E3FFB-5E89-61FA-FF01-295DEB25B7BC}" dt="2025-06-04T15:21:28.779" v="344" actId="20577"/>
        <pc:sldMkLst>
          <pc:docMk/>
          <pc:sldMk cId="0" sldId="313"/>
        </pc:sldMkLst>
        <pc:spChg chg="mod">
          <ac:chgData name="Benhar Charles Velankanni" userId="S::benhar.velankanni@relevantz.com::3362e219-c834-491f-9854-1ab1850ed95b" providerId="AD" clId="Web-{B40E3FFB-5E89-61FA-FF01-295DEB25B7BC}" dt="2025-06-04T15:21:28.779" v="344" actId="20577"/>
          <ac:spMkLst>
            <pc:docMk/>
            <pc:sldMk cId="0" sldId="313"/>
            <ac:spMk id="509" creationId="{00000000-0000-0000-0000-000000000000}"/>
          </ac:spMkLst>
        </pc:spChg>
      </pc:sldChg>
      <pc:sldChg chg="modSp">
        <pc:chgData name="Benhar Charles Velankanni" userId="S::benhar.velankanni@relevantz.com::3362e219-c834-491f-9854-1ab1850ed95b" providerId="AD" clId="Web-{B40E3FFB-5E89-61FA-FF01-295DEB25B7BC}" dt="2025-06-04T15:03:55.082" v="230"/>
        <pc:sldMkLst>
          <pc:docMk/>
          <pc:sldMk cId="4085850579" sldId="317"/>
        </pc:sldMkLst>
        <pc:graphicFrameChg chg="modGraphic">
          <ac:chgData name="Benhar Charles Velankanni" userId="S::benhar.velankanni@relevantz.com::3362e219-c834-491f-9854-1ab1850ed95b" providerId="AD" clId="Web-{B40E3FFB-5E89-61FA-FF01-295DEB25B7BC}" dt="2025-06-04T15:03:55.082" v="230"/>
          <ac:graphicFrameMkLst>
            <pc:docMk/>
            <pc:sldMk cId="4085850579" sldId="317"/>
            <ac:graphicFrameMk id="5" creationId="{F3DCECEF-AA3D-B301-1836-5252DCB00A0F}"/>
          </ac:graphicFrameMkLst>
        </pc:graphicFrameChg>
      </pc:sldChg>
      <pc:sldChg chg="addSp delSp modSp">
        <pc:chgData name="Benhar Charles Velankanni" userId="S::benhar.velankanni@relevantz.com::3362e219-c834-491f-9854-1ab1850ed95b" providerId="AD" clId="Web-{B40E3FFB-5E89-61FA-FF01-295DEB25B7BC}" dt="2025-06-04T15:06:52.777" v="244"/>
        <pc:sldMkLst>
          <pc:docMk/>
          <pc:sldMk cId="3948225039" sldId="318"/>
        </pc:sldMkLst>
        <pc:graphicFrameChg chg="add mod modGraphic">
          <ac:chgData name="Benhar Charles Velankanni" userId="S::benhar.velankanni@relevantz.com::3362e219-c834-491f-9854-1ab1850ed95b" providerId="AD" clId="Web-{B40E3FFB-5E89-61FA-FF01-295DEB25B7BC}" dt="2025-06-04T15:06:52.777" v="244"/>
          <ac:graphicFrameMkLst>
            <pc:docMk/>
            <pc:sldMk cId="3948225039" sldId="318"/>
            <ac:graphicFrameMk id="3" creationId="{10DC9657-AE9E-CFAB-23FB-0D1EB08C733F}"/>
          </ac:graphicFrameMkLst>
        </pc:graphicFrameChg>
        <pc:graphicFrameChg chg="del">
          <ac:chgData name="Benhar Charles Velankanni" userId="S::benhar.velankanni@relevantz.com::3362e219-c834-491f-9854-1ab1850ed95b" providerId="AD" clId="Web-{B40E3FFB-5E89-61FA-FF01-295DEB25B7BC}" dt="2025-06-04T15:05:34.852" v="231"/>
          <ac:graphicFrameMkLst>
            <pc:docMk/>
            <pc:sldMk cId="3948225039" sldId="318"/>
            <ac:graphicFrameMk id="5" creationId="{10D91901-AD94-7BC1-4D8C-F974353110F2}"/>
          </ac:graphicFrameMkLst>
        </pc:graphicFrameChg>
      </pc:sldChg>
      <pc:sldChg chg="ord">
        <pc:chgData name="Benhar Charles Velankanni" userId="S::benhar.velankanni@relevantz.com::3362e219-c834-491f-9854-1ab1850ed95b" providerId="AD" clId="Web-{B40E3FFB-5E89-61FA-FF01-295DEB25B7BC}" dt="2025-06-04T15:10:16.660" v="262"/>
        <pc:sldMkLst>
          <pc:docMk/>
          <pc:sldMk cId="2631080072" sldId="319"/>
        </pc:sldMkLst>
      </pc:sldChg>
      <pc:sldChg chg="modNotes">
        <pc:chgData name="Benhar Charles Velankanni" userId="S::benhar.velankanni@relevantz.com::3362e219-c834-491f-9854-1ab1850ed95b" providerId="AD" clId="Web-{B40E3FFB-5E89-61FA-FF01-295DEB25B7BC}" dt="2025-06-04T15:55:20.593" v="346"/>
        <pc:sldMkLst>
          <pc:docMk/>
          <pc:sldMk cId="3274934980" sldId="320"/>
        </pc:sldMkLst>
      </pc:sldChg>
      <pc:sldChg chg="addSp delSp modSp add replId delAnim">
        <pc:chgData name="Benhar Charles Velankanni" userId="S::benhar.velankanni@relevantz.com::3362e219-c834-491f-9854-1ab1850ed95b" providerId="AD" clId="Web-{B40E3FFB-5E89-61FA-FF01-295DEB25B7BC}" dt="2025-06-04T13:54:15.209" v="60"/>
        <pc:sldMkLst>
          <pc:docMk/>
          <pc:sldMk cId="1331273169" sldId="328"/>
        </pc:sldMkLst>
        <pc:spChg chg="add del mod">
          <ac:chgData name="Benhar Charles Velankanni" userId="S::benhar.velankanni@relevantz.com::3362e219-c834-491f-9854-1ab1850ed95b" providerId="AD" clId="Web-{B40E3FFB-5E89-61FA-FF01-295DEB25B7BC}" dt="2025-06-04T13:52:28.795" v="41"/>
          <ac:spMkLst>
            <pc:docMk/>
            <pc:sldMk cId="1331273169" sldId="328"/>
            <ac:spMk id="3" creationId="{CE48AF5D-3218-C61C-732E-E5C80296BDE0}"/>
          </ac:spMkLst>
        </pc:spChg>
        <pc:spChg chg="del">
          <ac:chgData name="Benhar Charles Velankanni" userId="S::benhar.velankanni@relevantz.com::3362e219-c834-491f-9854-1ab1850ed95b" providerId="AD" clId="Web-{B40E3FFB-5E89-61FA-FF01-295DEB25B7BC}" dt="2025-06-04T13:51:42.838" v="31"/>
          <ac:spMkLst>
            <pc:docMk/>
            <pc:sldMk cId="1331273169" sldId="328"/>
            <ac:spMk id="378" creationId="{B0468A84-57C3-1CA9-AA76-9932DF686D4C}"/>
          </ac:spMkLst>
        </pc:spChg>
        <pc:graphicFrameChg chg="add del mod modGraphic">
          <ac:chgData name="Benhar Charles Velankanni" userId="S::benhar.velankanni@relevantz.com::3362e219-c834-491f-9854-1ab1850ed95b" providerId="AD" clId="Web-{B40E3FFB-5E89-61FA-FF01-295DEB25B7BC}" dt="2025-06-04T13:53:56.473" v="56"/>
          <ac:graphicFrameMkLst>
            <pc:docMk/>
            <pc:sldMk cId="1331273169" sldId="328"/>
            <ac:graphicFrameMk id="5" creationId="{DBACB548-CB9D-43B3-821E-54E683CA5359}"/>
          </ac:graphicFrameMkLst>
        </pc:graphicFrameChg>
        <pc:graphicFrameChg chg="mod">
          <ac:chgData name="Benhar Charles Velankanni" userId="S::benhar.velankanni@relevantz.com::3362e219-c834-491f-9854-1ab1850ed95b" providerId="AD" clId="Web-{B40E3FFB-5E89-61FA-FF01-295DEB25B7BC}" dt="2025-06-04T13:54:15.209" v="60"/>
          <ac:graphicFrameMkLst>
            <pc:docMk/>
            <pc:sldMk cId="1331273169" sldId="328"/>
            <ac:graphicFrameMk id="7" creationId="{1D7F9396-6667-3B04-927A-5DAB20704B95}"/>
          </ac:graphicFrameMkLst>
        </pc:graphicFrameChg>
        <pc:picChg chg="del">
          <ac:chgData name="Benhar Charles Velankanni" userId="S::benhar.velankanni@relevantz.com::3362e219-c834-491f-9854-1ab1850ed95b" providerId="AD" clId="Web-{B40E3FFB-5E89-61FA-FF01-295DEB25B7BC}" dt="2025-06-04T13:50:45.896" v="29"/>
          <ac:picMkLst>
            <pc:docMk/>
            <pc:sldMk cId="1331273169" sldId="328"/>
            <ac:picMk id="380" creationId="{FF7187CD-2219-C808-C4BD-CC5F896B6A6C}"/>
          </ac:picMkLst>
        </pc:picChg>
      </pc:sldChg>
      <pc:sldChg chg="addSp delSp modSp add replId">
        <pc:chgData name="Benhar Charles Velankanni" userId="S::benhar.velankanni@relevantz.com::3362e219-c834-491f-9854-1ab1850ed95b" providerId="AD" clId="Web-{B40E3FFB-5E89-61FA-FF01-295DEB25B7BC}" dt="2025-06-04T13:55:41.263" v="68" actId="1076"/>
        <pc:sldMkLst>
          <pc:docMk/>
          <pc:sldMk cId="1059031537" sldId="329"/>
        </pc:sldMkLst>
        <pc:spChg chg="add del mod">
          <ac:chgData name="Benhar Charles Velankanni" userId="S::benhar.velankanni@relevantz.com::3362e219-c834-491f-9854-1ab1850ed95b" providerId="AD" clId="Web-{B40E3FFB-5E89-61FA-FF01-295DEB25B7BC}" dt="2025-06-04T13:55:23.621" v="63"/>
          <ac:spMkLst>
            <pc:docMk/>
            <pc:sldMk cId="1059031537" sldId="329"/>
            <ac:spMk id="3" creationId="{D2AB8572-FF9E-8607-91EB-35CCC0907F9A}"/>
          </ac:spMkLst>
        </pc:spChg>
        <pc:spChg chg="del">
          <ac:chgData name="Benhar Charles Velankanni" userId="S::benhar.velankanni@relevantz.com::3362e219-c834-491f-9854-1ab1850ed95b" providerId="AD" clId="Web-{B40E3FFB-5E89-61FA-FF01-295DEB25B7BC}" dt="2025-06-04T13:55:17.933" v="62"/>
          <ac:spMkLst>
            <pc:docMk/>
            <pc:sldMk cId="1059031537" sldId="329"/>
            <ac:spMk id="390" creationId="{A2591873-6DD9-1F5B-2A93-9676497ACEED}"/>
          </ac:spMkLst>
        </pc:spChg>
        <pc:graphicFrameChg chg="add mod modGraphic">
          <ac:chgData name="Benhar Charles Velankanni" userId="S::benhar.velankanni@relevantz.com::3362e219-c834-491f-9854-1ab1850ed95b" providerId="AD" clId="Web-{B40E3FFB-5E89-61FA-FF01-295DEB25B7BC}" dt="2025-06-04T13:55:41.263" v="68" actId="1076"/>
          <ac:graphicFrameMkLst>
            <pc:docMk/>
            <pc:sldMk cId="1059031537" sldId="329"/>
            <ac:graphicFrameMk id="5" creationId="{AC6F4B21-661F-585F-4D65-E2AA8FA950A0}"/>
          </ac:graphicFrameMkLst>
        </pc:graphicFrameChg>
      </pc:sldChg>
      <pc:sldChg chg="delSp modSp add replId">
        <pc:chgData name="Benhar Charles Velankanni" userId="S::benhar.velankanni@relevantz.com::3362e219-c834-491f-9854-1ab1850ed95b" providerId="AD" clId="Web-{B40E3FFB-5E89-61FA-FF01-295DEB25B7BC}" dt="2025-06-04T13:58:22.729" v="147"/>
        <pc:sldMkLst>
          <pc:docMk/>
          <pc:sldMk cId="3923450393" sldId="330"/>
        </pc:sldMkLst>
        <pc:graphicFrameChg chg="del">
          <ac:chgData name="Benhar Charles Velankanni" userId="S::benhar.velankanni@relevantz.com::3362e219-c834-491f-9854-1ab1850ed95b" providerId="AD" clId="Web-{B40E3FFB-5E89-61FA-FF01-295DEB25B7BC}" dt="2025-06-04T13:57:54.852" v="139"/>
          <ac:graphicFrameMkLst>
            <pc:docMk/>
            <pc:sldMk cId="3923450393" sldId="330"/>
            <ac:graphicFrameMk id="3" creationId="{961B6C24-58D9-103F-AE6A-23EC51BD8932}"/>
          </ac:graphicFrameMkLst>
        </pc:graphicFrameChg>
        <pc:graphicFrameChg chg="mod modGraphic">
          <ac:chgData name="Benhar Charles Velankanni" userId="S::benhar.velankanni@relevantz.com::3362e219-c834-491f-9854-1ab1850ed95b" providerId="AD" clId="Web-{B40E3FFB-5E89-61FA-FF01-295DEB25B7BC}" dt="2025-06-04T13:58:22.729" v="147"/>
          <ac:graphicFrameMkLst>
            <pc:docMk/>
            <pc:sldMk cId="3923450393" sldId="330"/>
            <ac:graphicFrameMk id="5" creationId="{27D2225F-E9CE-5476-986C-FCCCE1DACF96}"/>
          </ac:graphicFrameMkLst>
        </pc:graphicFrameChg>
      </pc:sldChg>
      <pc:sldChg chg="delSp modSp add replId">
        <pc:chgData name="Benhar Charles Velankanni" userId="S::benhar.velankanni@relevantz.com::3362e219-c834-491f-9854-1ab1850ed95b" providerId="AD" clId="Web-{B40E3FFB-5E89-61FA-FF01-295DEB25B7BC}" dt="2025-06-04T14:05:50.296" v="189"/>
        <pc:sldMkLst>
          <pc:docMk/>
          <pc:sldMk cId="135159625" sldId="331"/>
        </pc:sldMkLst>
        <pc:graphicFrameChg chg="del">
          <ac:chgData name="Benhar Charles Velankanni" userId="S::benhar.velankanni@relevantz.com::3362e219-c834-491f-9854-1ab1850ed95b" providerId="AD" clId="Web-{B40E3FFB-5E89-61FA-FF01-295DEB25B7BC}" dt="2025-06-04T14:05:05.761" v="177"/>
          <ac:graphicFrameMkLst>
            <pc:docMk/>
            <pc:sldMk cId="135159625" sldId="331"/>
            <ac:graphicFrameMk id="3" creationId="{D5A3D408-79B5-E020-F815-152FFEF179BB}"/>
          </ac:graphicFrameMkLst>
        </pc:graphicFrameChg>
        <pc:graphicFrameChg chg="mod modGraphic">
          <ac:chgData name="Benhar Charles Velankanni" userId="S::benhar.velankanni@relevantz.com::3362e219-c834-491f-9854-1ab1850ed95b" providerId="AD" clId="Web-{B40E3FFB-5E89-61FA-FF01-295DEB25B7BC}" dt="2025-06-04T14:05:50.296" v="189"/>
          <ac:graphicFrameMkLst>
            <pc:docMk/>
            <pc:sldMk cId="135159625" sldId="331"/>
            <ac:graphicFrameMk id="5" creationId="{A9E4A6BD-4188-2981-A87B-5BD4F3D07621}"/>
          </ac:graphicFrameMkLst>
        </pc:graphicFrameChg>
      </pc:sldChg>
      <pc:sldChg chg="addSp delSp modSp add replId">
        <pc:chgData name="Benhar Charles Velankanni" userId="S::benhar.velankanni@relevantz.com::3362e219-c834-491f-9854-1ab1850ed95b" providerId="AD" clId="Web-{B40E3FFB-5E89-61FA-FF01-295DEB25B7BC}" dt="2025-06-04T15:01:28.717" v="216"/>
        <pc:sldMkLst>
          <pc:docMk/>
          <pc:sldMk cId="2863528705" sldId="332"/>
        </pc:sldMkLst>
        <pc:spChg chg="add del mod">
          <ac:chgData name="Benhar Charles Velankanni" userId="S::benhar.velankanni@relevantz.com::3362e219-c834-491f-9854-1ab1850ed95b" providerId="AD" clId="Web-{B40E3FFB-5E89-61FA-FF01-295DEB25B7BC}" dt="2025-06-04T15:00:59.372" v="207"/>
          <ac:spMkLst>
            <pc:docMk/>
            <pc:sldMk cId="2863528705" sldId="332"/>
            <ac:spMk id="3" creationId="{A02B0334-9B10-D7B8-8E6E-D3A1D17327FD}"/>
          </ac:spMkLst>
        </pc:spChg>
        <pc:spChg chg="del">
          <ac:chgData name="Benhar Charles Velankanni" userId="S::benhar.velankanni@relevantz.com::3362e219-c834-491f-9854-1ab1850ed95b" providerId="AD" clId="Web-{B40E3FFB-5E89-61FA-FF01-295DEB25B7BC}" dt="2025-06-04T15:00:52.575" v="205"/>
          <ac:spMkLst>
            <pc:docMk/>
            <pc:sldMk cId="2863528705" sldId="332"/>
            <ac:spMk id="447" creationId="{CCD7A0E0-C107-6EC8-D2F8-6FE4968885E7}"/>
          </ac:spMkLst>
        </pc:spChg>
        <pc:graphicFrameChg chg="add mod modGraphic">
          <ac:chgData name="Benhar Charles Velankanni" userId="S::benhar.velankanni@relevantz.com::3362e219-c834-491f-9854-1ab1850ed95b" providerId="AD" clId="Web-{B40E3FFB-5E89-61FA-FF01-295DEB25B7BC}" dt="2025-06-04T15:01:28.717" v="216"/>
          <ac:graphicFrameMkLst>
            <pc:docMk/>
            <pc:sldMk cId="2863528705" sldId="332"/>
            <ac:graphicFrameMk id="5" creationId="{05A716D7-8EA8-AC24-5484-BC93D6BA9888}"/>
          </ac:graphicFrameMkLst>
        </pc:graphicFrameChg>
        <pc:picChg chg="del">
          <ac:chgData name="Benhar Charles Velankanni" userId="S::benhar.velankanni@relevantz.com::3362e219-c834-491f-9854-1ab1850ed95b" providerId="AD" clId="Web-{B40E3FFB-5E89-61FA-FF01-295DEB25B7BC}" dt="2025-06-04T15:00:53.778" v="206"/>
          <ac:picMkLst>
            <pc:docMk/>
            <pc:sldMk cId="2863528705" sldId="332"/>
            <ac:picMk id="449" creationId="{39E1B664-DCF9-E123-8BAD-F18287B4E8E5}"/>
          </ac:picMkLst>
        </pc:picChg>
      </pc:sldChg>
      <pc:sldChg chg="addSp delSp modSp add replId delAnim">
        <pc:chgData name="Benhar Charles Velankanni" userId="S::benhar.velankanni@relevantz.com::3362e219-c834-491f-9854-1ab1850ed95b" providerId="AD" clId="Web-{B40E3FFB-5E89-61FA-FF01-295DEB25B7BC}" dt="2025-06-04T15:09:55.440" v="261"/>
        <pc:sldMkLst>
          <pc:docMk/>
          <pc:sldMk cId="1241844368" sldId="333"/>
        </pc:sldMkLst>
        <pc:spChg chg="add del mod">
          <ac:chgData name="Benhar Charles Velankanni" userId="S::benhar.velankanni@relevantz.com::3362e219-c834-491f-9854-1ab1850ed95b" providerId="AD" clId="Web-{B40E3FFB-5E89-61FA-FF01-295DEB25B7BC}" dt="2025-06-04T15:09:21.986" v="252"/>
          <ac:spMkLst>
            <pc:docMk/>
            <pc:sldMk cId="1241844368" sldId="333"/>
            <ac:spMk id="3" creationId="{6E10526C-ED92-38AF-EEB7-33BDA865822D}"/>
          </ac:spMkLst>
        </pc:spChg>
        <pc:spChg chg="del">
          <ac:chgData name="Benhar Charles Velankanni" userId="S::benhar.velankanni@relevantz.com::3362e219-c834-491f-9854-1ab1850ed95b" providerId="AD" clId="Web-{B40E3FFB-5E89-61FA-FF01-295DEB25B7BC}" dt="2025-06-04T15:09:10.548" v="249"/>
          <ac:spMkLst>
            <pc:docMk/>
            <pc:sldMk cId="1241844368" sldId="333"/>
            <ac:spMk id="225" creationId="{27C17BB4-1C23-E006-7C7F-3F83B563A8EC}"/>
          </ac:spMkLst>
        </pc:spChg>
        <pc:graphicFrameChg chg="add mod modGraphic">
          <ac:chgData name="Benhar Charles Velankanni" userId="S::benhar.velankanni@relevantz.com::3362e219-c834-491f-9854-1ab1850ed95b" providerId="AD" clId="Web-{B40E3FFB-5E89-61FA-FF01-295DEB25B7BC}" dt="2025-06-04T15:09:55.440" v="261"/>
          <ac:graphicFrameMkLst>
            <pc:docMk/>
            <pc:sldMk cId="1241844368" sldId="333"/>
            <ac:graphicFrameMk id="5" creationId="{3C53C8AA-12E0-F355-3375-5467908655AD}"/>
          </ac:graphicFrameMkLst>
        </pc:graphicFrameChg>
        <pc:picChg chg="del">
          <ac:chgData name="Benhar Charles Velankanni" userId="S::benhar.velankanni@relevantz.com::3362e219-c834-491f-9854-1ab1850ed95b" providerId="AD" clId="Web-{B40E3FFB-5E89-61FA-FF01-295DEB25B7BC}" dt="2025-06-04T15:09:06.063" v="248"/>
          <ac:picMkLst>
            <pc:docMk/>
            <pc:sldMk cId="1241844368" sldId="333"/>
            <ac:picMk id="227" creationId="{4BCEC4CA-8613-3B5B-B8EB-7D693177455C}"/>
          </ac:picMkLst>
        </pc:picChg>
      </pc:sldChg>
      <pc:sldChg chg="add del replId">
        <pc:chgData name="Benhar Charles Velankanni" userId="S::benhar.velankanni@relevantz.com::3362e219-c834-491f-9854-1ab1850ed95b" providerId="AD" clId="Web-{B40E3FFB-5E89-61FA-FF01-295DEB25B7BC}" dt="2025-06-04T15:09:23.892" v="254"/>
        <pc:sldMkLst>
          <pc:docMk/>
          <pc:sldMk cId="1313834256" sldId="334"/>
        </pc:sldMkLst>
      </pc:sldChg>
      <pc:sldChg chg="add del replId">
        <pc:chgData name="Benhar Charles Velankanni" userId="S::benhar.velankanni@relevantz.com::3362e219-c834-491f-9854-1ab1850ed95b" providerId="AD" clId="Web-{B40E3FFB-5E89-61FA-FF01-295DEB25B7BC}" dt="2025-06-04T15:09:17.095" v="251"/>
        <pc:sldMkLst>
          <pc:docMk/>
          <pc:sldMk cId="1797344506" sldId="334"/>
        </pc:sldMkLst>
      </pc:sldChg>
      <pc:sldChg chg="addSp delSp modSp add delAnim">
        <pc:chgData name="Benhar Charles Velankanni" userId="S::benhar.velankanni@relevantz.com::3362e219-c834-491f-9854-1ab1850ed95b" providerId="AD" clId="Web-{B40E3FFB-5E89-61FA-FF01-295DEB25B7BC}" dt="2025-06-04T15:13:43.105" v="308"/>
        <pc:sldMkLst>
          <pc:docMk/>
          <pc:sldMk cId="3279807068" sldId="334"/>
        </pc:sldMkLst>
        <pc:spChg chg="add del mod">
          <ac:chgData name="Benhar Charles Velankanni" userId="S::benhar.velankanni@relevantz.com::3362e219-c834-491f-9854-1ab1850ed95b" providerId="AD" clId="Web-{B40E3FFB-5E89-61FA-FF01-295DEB25B7BC}" dt="2025-06-04T15:11:55.929" v="268"/>
          <ac:spMkLst>
            <pc:docMk/>
            <pc:sldMk cId="3279807068" sldId="334"/>
            <ac:spMk id="3" creationId="{82AFF313-52DD-111F-4A6C-DC27731D72F6}"/>
          </ac:spMkLst>
        </pc:spChg>
        <pc:spChg chg="del mod">
          <ac:chgData name="Benhar Charles Velankanni" userId="S::benhar.velankanni@relevantz.com::3362e219-c834-491f-9854-1ab1850ed95b" providerId="AD" clId="Web-{B40E3FFB-5E89-61FA-FF01-295DEB25B7BC}" dt="2025-06-04T15:11:51.866" v="266"/>
          <ac:spMkLst>
            <pc:docMk/>
            <pc:sldMk cId="3279807068" sldId="334"/>
            <ac:spMk id="295" creationId="{00000000-0000-0000-0000-000000000000}"/>
          </ac:spMkLst>
        </pc:spChg>
        <pc:graphicFrameChg chg="add mod modGraphic">
          <ac:chgData name="Benhar Charles Velankanni" userId="S::benhar.velankanni@relevantz.com::3362e219-c834-491f-9854-1ab1850ed95b" providerId="AD" clId="Web-{B40E3FFB-5E89-61FA-FF01-295DEB25B7BC}" dt="2025-06-04T15:13:43.105" v="308"/>
          <ac:graphicFrameMkLst>
            <pc:docMk/>
            <pc:sldMk cId="3279807068" sldId="334"/>
            <ac:graphicFrameMk id="5" creationId="{C94909C6-FDF1-9CF0-B76C-9701A09F9A57}"/>
          </ac:graphicFrameMkLst>
        </pc:graphicFrameChg>
        <pc:graphicFrameChg chg="add del mod">
          <ac:chgData name="Benhar Charles Velankanni" userId="S::benhar.velankanni@relevantz.com::3362e219-c834-491f-9854-1ab1850ed95b" providerId="AD" clId="Web-{B40E3FFB-5E89-61FA-FF01-295DEB25B7BC}" dt="2025-06-04T15:13:19.057" v="301"/>
          <ac:graphicFrameMkLst>
            <pc:docMk/>
            <pc:sldMk cId="3279807068" sldId="334"/>
            <ac:graphicFrameMk id="7" creationId="{425F90CA-2A8F-FC7B-5F3C-0A916CEF76E4}"/>
          </ac:graphicFrameMkLst>
        </pc:graphicFrameChg>
        <pc:picChg chg="del">
          <ac:chgData name="Benhar Charles Velankanni" userId="S::benhar.velankanni@relevantz.com::3362e219-c834-491f-9854-1ab1850ed95b" providerId="AD" clId="Web-{B40E3FFB-5E89-61FA-FF01-295DEB25B7BC}" dt="2025-06-04T15:11:45.319" v="264"/>
          <ac:picMkLst>
            <pc:docMk/>
            <pc:sldMk cId="3279807068" sldId="334"/>
            <ac:picMk id="297" creationId="{00000000-0000-0000-0000-000000000000}"/>
          </ac:picMkLst>
        </pc:picChg>
        <pc:picChg chg="del">
          <ac:chgData name="Benhar Charles Velankanni" userId="S::benhar.velankanni@relevantz.com::3362e219-c834-491f-9854-1ab1850ed95b" providerId="AD" clId="Web-{B40E3FFB-5E89-61FA-FF01-295DEB25B7BC}" dt="2025-06-04T15:11:52.898" v="267"/>
          <ac:picMkLst>
            <pc:docMk/>
            <pc:sldMk cId="3279807068" sldId="334"/>
            <ac:picMk id="298" creationId="{00000000-0000-0000-0000-000000000000}"/>
          </ac:picMkLst>
        </pc:picChg>
      </pc:sldChg>
      <pc:sldChg chg="add del">
        <pc:chgData name="Benhar Charles Velankanni" userId="S::benhar.velankanni@relevantz.com::3362e219-c834-491f-9854-1ab1850ed95b" providerId="AD" clId="Web-{B40E3FFB-5E89-61FA-FF01-295DEB25B7BC}" dt="2025-06-04T15:12:03.664" v="270"/>
        <pc:sldMkLst>
          <pc:docMk/>
          <pc:sldMk cId="415392672" sldId="335"/>
        </pc:sldMkLst>
      </pc:sldChg>
      <pc:sldChg chg="delSp modSp add replId">
        <pc:chgData name="Benhar Charles Velankanni" userId="S::benhar.velankanni@relevantz.com::3362e219-c834-491f-9854-1ab1850ed95b" providerId="AD" clId="Web-{B40E3FFB-5E89-61FA-FF01-295DEB25B7BC}" dt="2025-06-04T15:14:21.482" v="314"/>
        <pc:sldMkLst>
          <pc:docMk/>
          <pc:sldMk cId="476002841" sldId="335"/>
        </pc:sldMkLst>
        <pc:graphicFrameChg chg="del">
          <ac:chgData name="Benhar Charles Velankanni" userId="S::benhar.velankanni@relevantz.com::3362e219-c834-491f-9854-1ab1850ed95b" providerId="AD" clId="Web-{B40E3FFB-5E89-61FA-FF01-295DEB25B7BC}" dt="2025-06-04T15:12:37.853" v="275"/>
          <ac:graphicFrameMkLst>
            <pc:docMk/>
            <pc:sldMk cId="476002841" sldId="335"/>
            <ac:graphicFrameMk id="5" creationId="{21FC73F3-42D7-F710-783F-E307455141E1}"/>
          </ac:graphicFrameMkLst>
        </pc:graphicFrameChg>
        <pc:graphicFrameChg chg="mod modGraphic">
          <ac:chgData name="Benhar Charles Velankanni" userId="S::benhar.velankanni@relevantz.com::3362e219-c834-491f-9854-1ab1850ed95b" providerId="AD" clId="Web-{B40E3FFB-5E89-61FA-FF01-295DEB25B7BC}" dt="2025-06-04T15:14:21.482" v="314"/>
          <ac:graphicFrameMkLst>
            <pc:docMk/>
            <pc:sldMk cId="476002841" sldId="335"/>
            <ac:graphicFrameMk id="7" creationId="{B1AD0364-C6D0-68FC-2166-687E3A9194B5}"/>
          </ac:graphicFrameMkLst>
        </pc:graphicFrameChg>
      </pc:sldChg>
      <pc:sldChg chg="addSp delSp modSp add replId delAnim">
        <pc:chgData name="Benhar Charles Velankanni" userId="S::benhar.velankanni@relevantz.com::3362e219-c834-491f-9854-1ab1850ed95b" providerId="AD" clId="Web-{B40E3FFB-5E89-61FA-FF01-295DEB25B7BC}" dt="2025-06-04T15:16:23.611" v="332"/>
        <pc:sldMkLst>
          <pc:docMk/>
          <pc:sldMk cId="2616356292" sldId="336"/>
        </pc:sldMkLst>
        <pc:spChg chg="add del mod">
          <ac:chgData name="Benhar Charles Velankanni" userId="S::benhar.velankanni@relevantz.com::3362e219-c834-491f-9854-1ab1850ed95b" providerId="AD" clId="Web-{B40E3FFB-5E89-61FA-FF01-295DEB25B7BC}" dt="2025-06-04T15:15:29.594" v="319"/>
          <ac:spMkLst>
            <pc:docMk/>
            <pc:sldMk cId="2616356292" sldId="336"/>
            <ac:spMk id="3" creationId="{36ABF1B6-987F-2180-C4C5-1762EE179C64}"/>
          </ac:spMkLst>
        </pc:spChg>
        <pc:spChg chg="del">
          <ac:chgData name="Benhar Charles Velankanni" userId="S::benhar.velankanni@relevantz.com::3362e219-c834-491f-9854-1ab1850ed95b" providerId="AD" clId="Web-{B40E3FFB-5E89-61FA-FF01-295DEB25B7BC}" dt="2025-06-04T15:15:25.093" v="318"/>
          <ac:spMkLst>
            <pc:docMk/>
            <pc:sldMk cId="2616356292" sldId="336"/>
            <ac:spMk id="303" creationId="{E78CCCAA-0A2A-6952-E98C-8F618F8BFDBD}"/>
          </ac:spMkLst>
        </pc:spChg>
        <pc:graphicFrameChg chg="add mod modGraphic">
          <ac:chgData name="Benhar Charles Velankanni" userId="S::benhar.velankanni@relevantz.com::3362e219-c834-491f-9854-1ab1850ed95b" providerId="AD" clId="Web-{B40E3FFB-5E89-61FA-FF01-295DEB25B7BC}" dt="2025-06-04T15:16:23.611" v="332"/>
          <ac:graphicFrameMkLst>
            <pc:docMk/>
            <pc:sldMk cId="2616356292" sldId="336"/>
            <ac:graphicFrameMk id="5" creationId="{A8EF8B6C-EFE3-A143-D396-F73C4683AAC7}"/>
          </ac:graphicFrameMkLst>
        </pc:graphicFrameChg>
        <pc:picChg chg="del">
          <ac:chgData name="Benhar Charles Velankanni" userId="S::benhar.velankanni@relevantz.com::3362e219-c834-491f-9854-1ab1850ed95b" providerId="AD" clId="Web-{B40E3FFB-5E89-61FA-FF01-295DEB25B7BC}" dt="2025-06-04T15:15:20.374" v="316"/>
          <ac:picMkLst>
            <pc:docMk/>
            <pc:sldMk cId="2616356292" sldId="336"/>
            <ac:picMk id="305" creationId="{1F08C78F-CD75-7A86-CBAE-F3738CD4DDFE}"/>
          </ac:picMkLst>
        </pc:picChg>
        <pc:picChg chg="del">
          <ac:chgData name="Benhar Charles Velankanni" userId="S::benhar.velankanni@relevantz.com::3362e219-c834-491f-9854-1ab1850ed95b" providerId="AD" clId="Web-{B40E3FFB-5E89-61FA-FF01-295DEB25B7BC}" dt="2025-06-04T15:15:21.640" v="317"/>
          <ac:picMkLst>
            <pc:docMk/>
            <pc:sldMk cId="2616356292" sldId="336"/>
            <ac:picMk id="306" creationId="{C46FFE2C-1293-0727-A14F-F4CC98BE4735}"/>
          </ac:picMkLst>
        </pc:picChg>
      </pc:sldChg>
      <pc:sldChg chg="addSp delSp modSp add replId">
        <pc:chgData name="Benhar Charles Velankanni" userId="S::benhar.velankanni@relevantz.com::3362e219-c834-491f-9854-1ab1850ed95b" providerId="AD" clId="Web-{B40E3FFB-5E89-61FA-FF01-295DEB25B7BC}" dt="2025-06-04T15:20:24.636" v="342" actId="1076"/>
        <pc:sldMkLst>
          <pc:docMk/>
          <pc:sldMk cId="2264971171" sldId="337"/>
        </pc:sldMkLst>
        <pc:graphicFrameChg chg="add mod modGraphic">
          <ac:chgData name="Benhar Charles Velankanni" userId="S::benhar.velankanni@relevantz.com::3362e219-c834-491f-9854-1ab1850ed95b" providerId="AD" clId="Web-{B40E3FFB-5E89-61FA-FF01-295DEB25B7BC}" dt="2025-06-04T15:20:24.636" v="342" actId="1076"/>
          <ac:graphicFrameMkLst>
            <pc:docMk/>
            <pc:sldMk cId="2264971171" sldId="337"/>
            <ac:graphicFrameMk id="3" creationId="{E145B686-DE11-47E3-A36A-59F889F2C57D}"/>
          </ac:graphicFrameMkLst>
        </pc:graphicFrameChg>
        <pc:graphicFrameChg chg="del">
          <ac:chgData name="Benhar Charles Velankanni" userId="S::benhar.velankanni@relevantz.com::3362e219-c834-491f-9854-1ab1850ed95b" providerId="AD" clId="Web-{B40E3FFB-5E89-61FA-FF01-295DEB25B7BC}" dt="2025-06-04T15:18:33.882" v="334"/>
          <ac:graphicFrameMkLst>
            <pc:docMk/>
            <pc:sldMk cId="2264971171" sldId="337"/>
            <ac:graphicFrameMk id="5" creationId="{E011B328-8451-1421-FC0E-51027C8C1334}"/>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13576357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 name="Google Shape;14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29594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83206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50704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4a84ead391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g24a84ead391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714992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4a84ead391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g24a84ead391_0_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258605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4a84ead391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24a84ead391_0_1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958684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xmlns="" id="{5217F902-2461-91AE-DCC9-C0B7EB87140A}"/>
            </a:ext>
          </a:extLst>
        </p:cNvPr>
        <p:cNvGrpSpPr/>
        <p:nvPr/>
      </p:nvGrpSpPr>
      <p:grpSpPr>
        <a:xfrm>
          <a:off x="0" y="0"/>
          <a:ext cx="0" cy="0"/>
          <a:chOff x="0" y="0"/>
          <a:chExt cx="0" cy="0"/>
        </a:xfrm>
      </p:grpSpPr>
      <p:sp>
        <p:nvSpPr>
          <p:cNvPr id="184" name="Google Shape;184;g12719cf4802_0_0:notes">
            <a:extLst>
              <a:ext uri="{FF2B5EF4-FFF2-40B4-BE49-F238E27FC236}">
                <a16:creationId xmlns:a16="http://schemas.microsoft.com/office/drawing/2014/main" xmlns="" id="{4B2A9023-72F2-DD45-1617-9E42ECA23C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5" name="Google Shape;185;g12719cf4802_0_0:notes">
            <a:extLst>
              <a:ext uri="{FF2B5EF4-FFF2-40B4-BE49-F238E27FC236}">
                <a16:creationId xmlns:a16="http://schemas.microsoft.com/office/drawing/2014/main" xmlns="" id="{289AB97E-FB1C-7848-2780-A119C5C5BC6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162053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12719cf480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5" name="Google Shape;185;g12719cf480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274427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49e6af7e75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 name="Google Shape;191;g249e6af7e75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359904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3d6530f4b9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 name="Google Shape;197;g23d6530f4b9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161306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a:extLst>
            <a:ext uri="{FF2B5EF4-FFF2-40B4-BE49-F238E27FC236}">
              <a16:creationId xmlns:a16="http://schemas.microsoft.com/office/drawing/2014/main" xmlns="" id="{74F3904A-B79D-8E2F-26E0-AD05AA6F4A1C}"/>
            </a:ext>
          </a:extLst>
        </p:cNvPr>
        <p:cNvGrpSpPr/>
        <p:nvPr/>
      </p:nvGrpSpPr>
      <p:grpSpPr>
        <a:xfrm>
          <a:off x="0" y="0"/>
          <a:ext cx="0" cy="0"/>
          <a:chOff x="0" y="0"/>
          <a:chExt cx="0" cy="0"/>
        </a:xfrm>
      </p:grpSpPr>
      <p:sp>
        <p:nvSpPr>
          <p:cNvPr id="196" name="Google Shape;196;g23d6530f4b9_0_3:notes">
            <a:extLst>
              <a:ext uri="{FF2B5EF4-FFF2-40B4-BE49-F238E27FC236}">
                <a16:creationId xmlns:a16="http://schemas.microsoft.com/office/drawing/2014/main" xmlns="" id="{8650F43E-559F-61C1-D9F8-F281F89304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 name="Google Shape;197;g23d6530f4b9_0_3:notes">
            <a:extLst>
              <a:ext uri="{FF2B5EF4-FFF2-40B4-BE49-F238E27FC236}">
                <a16:creationId xmlns:a16="http://schemas.microsoft.com/office/drawing/2014/main" xmlns="" id="{8CBD54C0-E836-5184-194C-C5BEFE4E101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516438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a:extLst>
            <a:ext uri="{FF2B5EF4-FFF2-40B4-BE49-F238E27FC236}">
              <a16:creationId xmlns:a16="http://schemas.microsoft.com/office/drawing/2014/main" xmlns="" id="{9181D440-BA11-6CA1-ED36-2422CEF7FFB4}"/>
            </a:ext>
          </a:extLst>
        </p:cNvPr>
        <p:cNvGrpSpPr/>
        <p:nvPr/>
      </p:nvGrpSpPr>
      <p:grpSpPr>
        <a:xfrm>
          <a:off x="0" y="0"/>
          <a:ext cx="0" cy="0"/>
          <a:chOff x="0" y="0"/>
          <a:chExt cx="0" cy="0"/>
        </a:xfrm>
      </p:grpSpPr>
      <p:sp>
        <p:nvSpPr>
          <p:cNvPr id="196" name="Google Shape;196;g23d6530f4b9_0_3:notes">
            <a:extLst>
              <a:ext uri="{FF2B5EF4-FFF2-40B4-BE49-F238E27FC236}">
                <a16:creationId xmlns:a16="http://schemas.microsoft.com/office/drawing/2014/main" xmlns="" id="{1ADDD214-FC20-5C76-F0B8-C1A3B73F9C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 name="Google Shape;197;g23d6530f4b9_0_3:notes">
            <a:extLst>
              <a:ext uri="{FF2B5EF4-FFF2-40B4-BE49-F238E27FC236}">
                <a16:creationId xmlns:a16="http://schemas.microsoft.com/office/drawing/2014/main" xmlns="" id="{43330941-8A45-74E4-D6D1-CC536D7BED0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046948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2757ae52c1b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3" name="Google Shape;203;g2757ae52c1b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760134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2757ae52c1b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g2757ae52c1b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054019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23d6530f4b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g23d6530f4b9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860988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xmlns="" id="{C6F85359-182D-7ADE-3171-9FBCF3FE4E4E}"/>
            </a:ext>
          </a:extLst>
        </p:cNvPr>
        <p:cNvGrpSpPr/>
        <p:nvPr/>
      </p:nvGrpSpPr>
      <p:grpSpPr>
        <a:xfrm>
          <a:off x="0" y="0"/>
          <a:ext cx="0" cy="0"/>
          <a:chOff x="0" y="0"/>
          <a:chExt cx="0" cy="0"/>
        </a:xfrm>
      </p:grpSpPr>
      <p:sp>
        <p:nvSpPr>
          <p:cNvPr id="215" name="Google Shape;215;g23d6530f4b9_0_11:notes">
            <a:extLst>
              <a:ext uri="{FF2B5EF4-FFF2-40B4-BE49-F238E27FC236}">
                <a16:creationId xmlns:a16="http://schemas.microsoft.com/office/drawing/2014/main" xmlns="" id="{21E43AD5-04B5-F9E3-CBA2-8B8D5C8E97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g23d6530f4b9_0_11:notes">
            <a:extLst>
              <a:ext uri="{FF2B5EF4-FFF2-40B4-BE49-F238E27FC236}">
                <a16:creationId xmlns:a16="http://schemas.microsoft.com/office/drawing/2014/main" xmlns="" id="{723742DB-344E-2171-0463-069BE5DECD7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743396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3d6530f4b9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 name="Google Shape;223;g23d6530f4b9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41088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xmlns="" id="{1E2C7AFF-0F67-A935-1304-26F928573E42}"/>
            </a:ext>
          </a:extLst>
        </p:cNvPr>
        <p:cNvGrpSpPr/>
        <p:nvPr/>
      </p:nvGrpSpPr>
      <p:grpSpPr>
        <a:xfrm>
          <a:off x="0" y="0"/>
          <a:ext cx="0" cy="0"/>
          <a:chOff x="0" y="0"/>
          <a:chExt cx="0" cy="0"/>
        </a:xfrm>
      </p:grpSpPr>
      <p:sp>
        <p:nvSpPr>
          <p:cNvPr id="222" name="Google Shape;222;g23d6530f4b9_0_20:notes">
            <a:extLst>
              <a:ext uri="{FF2B5EF4-FFF2-40B4-BE49-F238E27FC236}">
                <a16:creationId xmlns:a16="http://schemas.microsoft.com/office/drawing/2014/main" xmlns="" id="{136640E2-36C1-0D80-BA20-B2210B4F97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 name="Google Shape;223;g23d6530f4b9_0_20:notes">
            <a:extLst>
              <a:ext uri="{FF2B5EF4-FFF2-40B4-BE49-F238E27FC236}">
                <a16:creationId xmlns:a16="http://schemas.microsoft.com/office/drawing/2014/main" xmlns="" id="{80F0C418-46C5-1EE7-9671-149D3E57B0F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706512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xmlns="" id="{487105AC-091C-FA10-9A70-6B0BB223020F}"/>
            </a:ext>
          </a:extLst>
        </p:cNvPr>
        <p:cNvGrpSpPr/>
        <p:nvPr/>
      </p:nvGrpSpPr>
      <p:grpSpPr>
        <a:xfrm>
          <a:off x="0" y="0"/>
          <a:ext cx="0" cy="0"/>
          <a:chOff x="0" y="0"/>
          <a:chExt cx="0" cy="0"/>
        </a:xfrm>
      </p:grpSpPr>
      <p:sp>
        <p:nvSpPr>
          <p:cNvPr id="229" name="Google Shape;229;g23d6530f4b9_0_28:notes">
            <a:extLst>
              <a:ext uri="{FF2B5EF4-FFF2-40B4-BE49-F238E27FC236}">
                <a16:creationId xmlns:a16="http://schemas.microsoft.com/office/drawing/2014/main" xmlns="" id="{DD6FBF21-AF33-0E84-D2FE-C48D4FAB29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0" name="Google Shape;230;g23d6530f4b9_0_28:notes">
            <a:extLst>
              <a:ext uri="{FF2B5EF4-FFF2-40B4-BE49-F238E27FC236}">
                <a16:creationId xmlns:a16="http://schemas.microsoft.com/office/drawing/2014/main" xmlns="" id="{17E89D87-2C27-C2E5-BD24-90B5A1BFAF4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787809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3d6530f4b9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0" name="Google Shape;230;g23d6530f4b9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243183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23d6530f4b9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g23d6530f4b9_0_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642418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a:extLst>
            <a:ext uri="{FF2B5EF4-FFF2-40B4-BE49-F238E27FC236}">
              <a16:creationId xmlns:a16="http://schemas.microsoft.com/office/drawing/2014/main" xmlns="" id="{08C93B91-2380-33D5-BE05-F3111403E921}"/>
            </a:ext>
          </a:extLst>
        </p:cNvPr>
        <p:cNvGrpSpPr/>
        <p:nvPr/>
      </p:nvGrpSpPr>
      <p:grpSpPr>
        <a:xfrm>
          <a:off x="0" y="0"/>
          <a:ext cx="0" cy="0"/>
          <a:chOff x="0" y="0"/>
          <a:chExt cx="0" cy="0"/>
        </a:xfrm>
      </p:grpSpPr>
      <p:sp>
        <p:nvSpPr>
          <p:cNvPr id="236" name="Google Shape;236;g23d6530f4b9_0_36:notes">
            <a:extLst>
              <a:ext uri="{FF2B5EF4-FFF2-40B4-BE49-F238E27FC236}">
                <a16:creationId xmlns:a16="http://schemas.microsoft.com/office/drawing/2014/main" xmlns="" id="{046BFB9C-CE7C-6D8A-9A99-1C578DA1BB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g23d6530f4b9_0_36:notes">
            <a:extLst>
              <a:ext uri="{FF2B5EF4-FFF2-40B4-BE49-F238E27FC236}">
                <a16:creationId xmlns:a16="http://schemas.microsoft.com/office/drawing/2014/main" xmlns="" id="{778C0D78-02DB-4753-478D-7F8AE2D5C0C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71450" indent="-171450"/>
            <a:r>
              <a:rPr lang="en-US" b="1">
                <a:solidFill>
                  <a:srgbClr val="21242C"/>
                </a:solidFill>
              </a:rPr>
              <a:t>==</a:t>
            </a:r>
            <a:r>
              <a:rPr lang="en-US">
                <a:solidFill>
                  <a:srgbClr val="21242C"/>
                </a:solidFill>
              </a:rPr>
              <a:t>: compares the </a:t>
            </a:r>
            <a:r>
              <a:rPr lang="en-US" b="1">
                <a:solidFill>
                  <a:srgbClr val="21242C"/>
                </a:solidFill>
              </a:rPr>
              <a:t>value </a:t>
            </a:r>
            <a:r>
              <a:rPr lang="en-US">
                <a:solidFill>
                  <a:srgbClr val="21242C"/>
                </a:solidFill>
              </a:rPr>
              <a:t>of the variables</a:t>
            </a:r>
            <a:endParaRPr lang="en-US"/>
          </a:p>
          <a:p>
            <a:pPr marL="171450" indent="-171450"/>
            <a:r>
              <a:rPr lang="en-US" b="1">
                <a:solidFill>
                  <a:srgbClr val="21242C"/>
                </a:solidFill>
              </a:rPr>
              <a:t>===</a:t>
            </a:r>
            <a:r>
              <a:rPr lang="en-US">
                <a:solidFill>
                  <a:srgbClr val="21242C"/>
                </a:solidFill>
              </a:rPr>
              <a:t>: compares the </a:t>
            </a:r>
            <a:r>
              <a:rPr lang="en-US" b="1">
                <a:solidFill>
                  <a:srgbClr val="21242C"/>
                </a:solidFill>
              </a:rPr>
              <a:t>type</a:t>
            </a:r>
            <a:r>
              <a:rPr lang="en-US">
                <a:solidFill>
                  <a:srgbClr val="21242C"/>
                </a:solidFill>
              </a:rPr>
              <a:t> and </a:t>
            </a:r>
            <a:r>
              <a:rPr lang="en-US" b="1">
                <a:solidFill>
                  <a:srgbClr val="21242C"/>
                </a:solidFill>
              </a:rPr>
              <a:t>value </a:t>
            </a:r>
            <a:r>
              <a:rPr lang="en-US">
                <a:solidFill>
                  <a:srgbClr val="21242C"/>
                </a:solidFill>
              </a:rPr>
              <a:t>of the variables</a:t>
            </a:r>
            <a:endParaRPr lang="en-US"/>
          </a:p>
          <a:p>
            <a:pPr indent="0">
              <a:buNone/>
            </a:pPr>
            <a:r>
              <a:rPr lang="en-US">
                <a:solidFill>
                  <a:srgbClr val="21242C"/>
                </a:solidFill>
              </a:rPr>
              <a:t>For example, </a:t>
            </a:r>
            <a:r>
              <a:rPr lang="en-US" i="1">
                <a:solidFill>
                  <a:srgbClr val="21242C"/>
                </a:solidFill>
              </a:rPr>
              <a:t>5 === "5"</a:t>
            </a:r>
            <a:r>
              <a:rPr lang="en-US">
                <a:solidFill>
                  <a:srgbClr val="21242C"/>
                </a:solidFill>
              </a:rPr>
              <a:t> will return a false result. Even though the value of both variables is the same, their type is not; one of them is a String ("5"), and the other one is an Integer (5).</a:t>
            </a:r>
            <a:endParaRPr lang="en-US"/>
          </a:p>
          <a:p>
            <a:pPr>
              <a:buNone/>
            </a:pPr>
            <a:r>
              <a:rPr lang="en-US">
                <a:solidFill>
                  <a:srgbClr val="21242C"/>
                </a:solidFill>
              </a:rPr>
              <a:t>On the other hand,  </a:t>
            </a:r>
            <a:r>
              <a:rPr lang="en-US" i="1">
                <a:solidFill>
                  <a:srgbClr val="21242C"/>
                </a:solidFill>
              </a:rPr>
              <a:t>5 == "5"</a:t>
            </a:r>
            <a:r>
              <a:rPr lang="en-US">
                <a:solidFill>
                  <a:srgbClr val="21242C"/>
                </a:solidFill>
              </a:rPr>
              <a:t> will return a true result. Both variables have the same value; therefore, the result will be true.</a:t>
            </a:r>
            <a:endParaRPr lang="en-GB"/>
          </a:p>
          <a:p>
            <a:pPr marL="0" lvl="0" indent="0" algn="l">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706616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7" name="Google Shape;48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222074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5" name="Google Shape;49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998637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7" name="Google Shape;507;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29500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break  - White ">
  <p:cSld name="TITLE_1_1_1_1_1_1_1_1_1_1_1_1_1_2">
    <p:bg>
      <p:bgPr>
        <a:noFill/>
        <a:effectLst/>
      </p:bgPr>
    </p:bg>
    <p:spTree>
      <p:nvGrpSpPr>
        <p:cNvPr id="1" name="Shape 12"/>
        <p:cNvGrpSpPr/>
        <p:nvPr/>
      </p:nvGrpSpPr>
      <p:grpSpPr>
        <a:xfrm>
          <a:off x="0" y="0"/>
          <a:ext cx="0" cy="0"/>
          <a:chOff x="0" y="0"/>
          <a:chExt cx="0" cy="0"/>
        </a:xfrm>
      </p:grpSpPr>
      <p:sp>
        <p:nvSpPr>
          <p:cNvPr id="13" name="Google Shape;13;p20"/>
          <p:cNvSpPr txBox="1">
            <a:spLocks noGrp="1"/>
          </p:cNvSpPr>
          <p:nvPr>
            <p:ph type="title"/>
          </p:nvPr>
        </p:nvSpPr>
        <p:spPr>
          <a:xfrm>
            <a:off x="457200" y="1070150"/>
            <a:ext cx="4769100" cy="2555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4000"/>
              <a:buFont typeface="Proxima Nova"/>
              <a:buNone/>
              <a:defRPr sz="4000" b="0"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 name="Google Shape;14;p20"/>
          <p:cNvSpPr/>
          <p:nvPr/>
        </p:nvSpPr>
        <p:spPr>
          <a:xfrm rot="10800000" flipH="1">
            <a:off x="457200" y="809428"/>
            <a:ext cx="3276300" cy="104400"/>
          </a:xfrm>
          <a:prstGeom prst="rect">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spTree>
  </p:cSld>
  <p:clrMapOvr>
    <a:masterClrMapping/>
  </p:clrMapOvr>
  <p:extLst mod="1">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hank you 1">
  <p:cSld name="CUSTOM_2">
    <p:spTree>
      <p:nvGrpSpPr>
        <p:cNvPr id="1" name="Shape 18"/>
        <p:cNvGrpSpPr/>
        <p:nvPr/>
      </p:nvGrpSpPr>
      <p:grpSpPr>
        <a:xfrm>
          <a:off x="0" y="0"/>
          <a:ext cx="0" cy="0"/>
          <a:chOff x="0" y="0"/>
          <a:chExt cx="0" cy="0"/>
        </a:xfrm>
      </p:grpSpPr>
      <p:sp>
        <p:nvSpPr>
          <p:cNvPr id="19" name="Google Shape;19;p23"/>
          <p:cNvSpPr txBox="1"/>
          <p:nvPr/>
        </p:nvSpPr>
        <p:spPr>
          <a:xfrm>
            <a:off x="2099100" y="1456925"/>
            <a:ext cx="5262000" cy="800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400"/>
              <a:buFont typeface="Arial"/>
              <a:buNone/>
            </a:pPr>
            <a:r>
              <a:rPr lang="en" sz="4400" b="0" i="0" u="none" strike="noStrike" cap="none">
                <a:solidFill>
                  <a:schemeClr val="accent1"/>
                </a:solidFill>
                <a:latin typeface="Proxima Nova"/>
                <a:ea typeface="Proxima Nova"/>
                <a:cs typeface="Proxima Nova"/>
                <a:sym typeface="Proxima Nova"/>
              </a:rPr>
              <a:t>THANK YOU</a:t>
            </a:r>
            <a:endParaRPr sz="4400" b="0" i="0" u="none" strike="noStrike" cap="none">
              <a:solidFill>
                <a:schemeClr val="accent1"/>
              </a:solidFill>
              <a:latin typeface="Proxima Nova"/>
              <a:ea typeface="Proxima Nova"/>
              <a:cs typeface="Proxima Nova"/>
              <a:sym typeface="Proxima Nova"/>
            </a:endParaRPr>
          </a:p>
        </p:txBody>
      </p:sp>
      <p:sp>
        <p:nvSpPr>
          <p:cNvPr id="20" name="Google Shape;20;p23"/>
          <p:cNvSpPr txBox="1">
            <a:spLocks noGrp="1"/>
          </p:cNvSpPr>
          <p:nvPr>
            <p:ph type="subTitle" idx="1"/>
          </p:nvPr>
        </p:nvSpPr>
        <p:spPr>
          <a:xfrm>
            <a:off x="2092775" y="2305650"/>
            <a:ext cx="5271900" cy="3207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2pPr>
            <a:lvl3pPr marR="0" lvl="2"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3pPr>
            <a:lvl4pPr marR="0" lvl="3"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4pPr>
            <a:lvl5pPr marR="0" lvl="4"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5pPr>
            <a:lvl6pPr marR="0" lvl="5"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6pPr>
            <a:lvl7pPr marR="0" lvl="6"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7pPr>
            <a:lvl8pPr marR="0" lvl="7"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8pPr>
            <a:lvl9pPr marR="0" lvl="8"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9pPr>
          </a:lstStyle>
          <a:p>
            <a:endParaRPr/>
          </a:p>
        </p:txBody>
      </p:sp>
      <p:sp>
        <p:nvSpPr>
          <p:cNvPr id="23" name="Google Shape;23;p23"/>
          <p:cNvSpPr/>
          <p:nvPr/>
        </p:nvSpPr>
        <p:spPr>
          <a:xfrm>
            <a:off x="2166199" y="3057550"/>
            <a:ext cx="6492300" cy="27900"/>
          </a:xfrm>
          <a:prstGeom prst="rect">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ingle column">
  <p:cSld name="TITLE_1_1_1_1_1">
    <p:bg>
      <p:bgPr>
        <a:noFill/>
        <a:effectLst/>
      </p:bgPr>
    </p:bg>
    <p:spTree>
      <p:nvGrpSpPr>
        <p:cNvPr id="1" name="Shape 25"/>
        <p:cNvGrpSpPr/>
        <p:nvPr/>
      </p:nvGrpSpPr>
      <p:grpSpPr>
        <a:xfrm>
          <a:off x="0" y="0"/>
          <a:ext cx="0" cy="0"/>
          <a:chOff x="0" y="0"/>
          <a:chExt cx="0" cy="0"/>
        </a:xfrm>
      </p:grpSpPr>
      <p:sp>
        <p:nvSpPr>
          <p:cNvPr id="26" name="Google Shape;26;p24"/>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7" name="Google Shape;27;p24"/>
          <p:cNvSpPr txBox="1">
            <a:spLocks noGrp="1"/>
          </p:cNvSpPr>
          <p:nvPr>
            <p:ph type="subTitle" idx="1"/>
          </p:nvPr>
        </p:nvSpPr>
        <p:spPr>
          <a:xfrm>
            <a:off x="460075" y="929725"/>
            <a:ext cx="82173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8" name="Google Shape;28;p24"/>
          <p:cNvSpPr txBox="1">
            <a:spLocks noGrp="1"/>
          </p:cNvSpPr>
          <p:nvPr>
            <p:ph type="body" idx="2"/>
          </p:nvPr>
        </p:nvSpPr>
        <p:spPr>
          <a:xfrm>
            <a:off x="450500" y="1293950"/>
            <a:ext cx="82173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30" name="Google Shape;30;p24"/>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31" name="Google Shape;31;p24"/>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Tree>
  </p:cSld>
  <p:clrMapOvr>
    <a:masterClrMapping/>
  </p:clrMapOvr>
  <p:extLst mod="1">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uble coulmn">
  <p:cSld name="TITLE_1_1_1_1_1_1">
    <p:bg>
      <p:bgPr>
        <a:noFill/>
        <a:effectLst/>
      </p:bgPr>
    </p:bg>
    <p:spTree>
      <p:nvGrpSpPr>
        <p:cNvPr id="1" name="Shape 33"/>
        <p:cNvGrpSpPr/>
        <p:nvPr/>
      </p:nvGrpSpPr>
      <p:grpSpPr>
        <a:xfrm>
          <a:off x="0" y="0"/>
          <a:ext cx="0" cy="0"/>
          <a:chOff x="0" y="0"/>
          <a:chExt cx="0" cy="0"/>
        </a:xfrm>
      </p:grpSpPr>
      <p:sp>
        <p:nvSpPr>
          <p:cNvPr id="34" name="Google Shape;34;p25"/>
          <p:cNvSpPr txBox="1">
            <a:spLocks noGrp="1"/>
          </p:cNvSpPr>
          <p:nvPr>
            <p:ph type="subTitle" idx="1"/>
          </p:nvPr>
        </p:nvSpPr>
        <p:spPr>
          <a:xfrm>
            <a:off x="460075" y="9297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 name="Google Shape;35;p25"/>
          <p:cNvSpPr txBox="1">
            <a:spLocks noGrp="1"/>
          </p:cNvSpPr>
          <p:nvPr>
            <p:ph type="body" idx="2"/>
          </p:nvPr>
        </p:nvSpPr>
        <p:spPr>
          <a:xfrm>
            <a:off x="450500" y="12939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36" name="Google Shape;36;p25"/>
          <p:cNvSpPr txBox="1">
            <a:spLocks noGrp="1"/>
          </p:cNvSpPr>
          <p:nvPr>
            <p:ph type="subTitle" idx="3"/>
          </p:nvPr>
        </p:nvSpPr>
        <p:spPr>
          <a:xfrm>
            <a:off x="4843175" y="9297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7" name="Google Shape;37;p25"/>
          <p:cNvSpPr txBox="1">
            <a:spLocks noGrp="1"/>
          </p:cNvSpPr>
          <p:nvPr>
            <p:ph type="body" idx="4"/>
          </p:nvPr>
        </p:nvSpPr>
        <p:spPr>
          <a:xfrm>
            <a:off x="4833600" y="12939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39" name="Google Shape;39;p25"/>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40" name="Google Shape;40;p25"/>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42" name="Google Shape;42;p25"/>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mod="1">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ingle column with image">
  <p:cSld name="TITLE_1_1_1_1_1_1_1">
    <p:bg>
      <p:bgPr>
        <a:noFill/>
        <a:effectLst/>
      </p:bgPr>
    </p:bg>
    <p:spTree>
      <p:nvGrpSpPr>
        <p:cNvPr id="1" name="Shape 43"/>
        <p:cNvGrpSpPr/>
        <p:nvPr/>
      </p:nvGrpSpPr>
      <p:grpSpPr>
        <a:xfrm>
          <a:off x="0" y="0"/>
          <a:ext cx="0" cy="0"/>
          <a:chOff x="0" y="0"/>
          <a:chExt cx="0" cy="0"/>
        </a:xfrm>
      </p:grpSpPr>
      <p:sp>
        <p:nvSpPr>
          <p:cNvPr id="44" name="Google Shape;44;p26"/>
          <p:cNvSpPr>
            <a:spLocks noGrp="1"/>
          </p:cNvSpPr>
          <p:nvPr>
            <p:ph type="pic" idx="2"/>
          </p:nvPr>
        </p:nvSpPr>
        <p:spPr>
          <a:xfrm>
            <a:off x="5027125" y="0"/>
            <a:ext cx="4116900" cy="5143500"/>
          </a:xfrm>
          <a:prstGeom prst="rect">
            <a:avLst/>
          </a:prstGeom>
          <a:noFill/>
          <a:ln>
            <a:noFill/>
          </a:ln>
        </p:spPr>
      </p:sp>
      <p:sp>
        <p:nvSpPr>
          <p:cNvPr id="45" name="Google Shape;45;p26"/>
          <p:cNvSpPr txBox="1"/>
          <p:nvPr/>
        </p:nvSpPr>
        <p:spPr>
          <a:xfrm>
            <a:off x="3423325"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46" name="Google Shape;46;p26"/>
          <p:cNvSpPr txBox="1">
            <a:spLocks noGrp="1"/>
          </p:cNvSpPr>
          <p:nvPr>
            <p:ph type="subTitle" idx="1"/>
          </p:nvPr>
        </p:nvSpPr>
        <p:spPr>
          <a:xfrm>
            <a:off x="460075" y="10821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7" name="Google Shape;47;p26"/>
          <p:cNvSpPr txBox="1">
            <a:spLocks noGrp="1"/>
          </p:cNvSpPr>
          <p:nvPr>
            <p:ph type="body" idx="3"/>
          </p:nvPr>
        </p:nvSpPr>
        <p:spPr>
          <a:xfrm>
            <a:off x="450500" y="14463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49" name="Google Shape;49;p26"/>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51" name="Google Shape;51;p26"/>
          <p:cNvSpPr txBox="1">
            <a:spLocks noGrp="1"/>
          </p:cNvSpPr>
          <p:nvPr>
            <p:ph type="title"/>
          </p:nvPr>
        </p:nvSpPr>
        <p:spPr>
          <a:xfrm>
            <a:off x="469650" y="287550"/>
            <a:ext cx="42846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mod="1">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rofile desciption">
  <p:cSld name="TITLE_1_1_1_1_1_1_1_1_1">
    <p:bg>
      <p:bgPr>
        <a:noFill/>
        <a:effectLst/>
      </p:bgPr>
    </p:bg>
    <p:spTree>
      <p:nvGrpSpPr>
        <p:cNvPr id="1" name="Shape 52"/>
        <p:cNvGrpSpPr/>
        <p:nvPr/>
      </p:nvGrpSpPr>
      <p:grpSpPr>
        <a:xfrm>
          <a:off x="0" y="0"/>
          <a:ext cx="0" cy="0"/>
          <a:chOff x="0" y="0"/>
          <a:chExt cx="0" cy="0"/>
        </a:xfrm>
      </p:grpSpPr>
      <p:sp>
        <p:nvSpPr>
          <p:cNvPr id="53" name="Google Shape;53;p27"/>
          <p:cNvSpPr txBox="1">
            <a:spLocks noGrp="1"/>
          </p:cNvSpPr>
          <p:nvPr>
            <p:ph type="subTitle" idx="1"/>
          </p:nvPr>
        </p:nvSpPr>
        <p:spPr>
          <a:xfrm>
            <a:off x="460075" y="929725"/>
            <a:ext cx="82173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4" name="Google Shape;54;p27"/>
          <p:cNvSpPr/>
          <p:nvPr/>
        </p:nvSpPr>
        <p:spPr>
          <a:xfrm>
            <a:off x="8961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27"/>
          <p:cNvSpPr>
            <a:spLocks noGrp="1"/>
          </p:cNvSpPr>
          <p:nvPr>
            <p:ph type="pic" idx="2"/>
          </p:nvPr>
        </p:nvSpPr>
        <p:spPr>
          <a:xfrm>
            <a:off x="953750" y="1485825"/>
            <a:ext cx="1322700" cy="1322700"/>
          </a:xfrm>
          <a:prstGeom prst="ellipse">
            <a:avLst/>
          </a:prstGeom>
          <a:noFill/>
          <a:ln>
            <a:noFill/>
          </a:ln>
        </p:spPr>
      </p:sp>
      <p:sp>
        <p:nvSpPr>
          <p:cNvPr id="56" name="Google Shape;56;p27"/>
          <p:cNvSpPr txBox="1">
            <a:spLocks noGrp="1"/>
          </p:cNvSpPr>
          <p:nvPr>
            <p:ph type="body" idx="3"/>
          </p:nvPr>
        </p:nvSpPr>
        <p:spPr>
          <a:xfrm>
            <a:off x="450500"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57" name="Google Shape;57;p27"/>
          <p:cNvSpPr/>
          <p:nvPr/>
        </p:nvSpPr>
        <p:spPr>
          <a:xfrm>
            <a:off x="38593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27"/>
          <p:cNvSpPr>
            <a:spLocks noGrp="1"/>
          </p:cNvSpPr>
          <p:nvPr>
            <p:ph type="pic" idx="4"/>
          </p:nvPr>
        </p:nvSpPr>
        <p:spPr>
          <a:xfrm>
            <a:off x="3916950" y="1485825"/>
            <a:ext cx="1322700" cy="1322700"/>
          </a:xfrm>
          <a:prstGeom prst="ellipse">
            <a:avLst/>
          </a:prstGeom>
          <a:noFill/>
          <a:ln>
            <a:noFill/>
          </a:ln>
        </p:spPr>
      </p:sp>
      <p:sp>
        <p:nvSpPr>
          <p:cNvPr id="59" name="Google Shape;59;p27"/>
          <p:cNvSpPr txBox="1">
            <a:spLocks noGrp="1"/>
          </p:cNvSpPr>
          <p:nvPr>
            <p:ph type="body" idx="5"/>
          </p:nvPr>
        </p:nvSpPr>
        <p:spPr>
          <a:xfrm>
            <a:off x="3413700"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60" name="Google Shape;60;p27"/>
          <p:cNvSpPr/>
          <p:nvPr/>
        </p:nvSpPr>
        <p:spPr>
          <a:xfrm>
            <a:off x="6793825"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27"/>
          <p:cNvSpPr>
            <a:spLocks noGrp="1"/>
          </p:cNvSpPr>
          <p:nvPr>
            <p:ph type="pic" idx="6"/>
          </p:nvPr>
        </p:nvSpPr>
        <p:spPr>
          <a:xfrm>
            <a:off x="6851425" y="1485825"/>
            <a:ext cx="1322700" cy="1322700"/>
          </a:xfrm>
          <a:prstGeom prst="ellipse">
            <a:avLst/>
          </a:prstGeom>
          <a:noFill/>
          <a:ln>
            <a:noFill/>
          </a:ln>
        </p:spPr>
      </p:sp>
      <p:sp>
        <p:nvSpPr>
          <p:cNvPr id="62" name="Google Shape;62;p27"/>
          <p:cNvSpPr txBox="1">
            <a:spLocks noGrp="1"/>
          </p:cNvSpPr>
          <p:nvPr>
            <p:ph type="body" idx="7"/>
          </p:nvPr>
        </p:nvSpPr>
        <p:spPr>
          <a:xfrm>
            <a:off x="6348175"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64" name="Google Shape;64;p27"/>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65" name="Google Shape;65;p27"/>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67" name="Google Shape;67;p27"/>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mod="1">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p:cSld name="Pre -Test">
    <p:bg>
      <p:bgPr>
        <a:blipFill>
          <a:blip r:embed="rId2">
            <a:alphaModFix/>
          </a:blip>
          <a:stretch>
            <a:fillRect/>
          </a:stretch>
        </a:blipFill>
        <a:effectLst/>
      </p:bgPr>
    </p:bg>
    <p:spTree>
      <p:nvGrpSpPr>
        <p:cNvPr id="1" name="Shape 68"/>
        <p:cNvGrpSpPr/>
        <p:nvPr/>
      </p:nvGrpSpPr>
      <p:grpSpPr>
        <a:xfrm>
          <a:off x="0" y="0"/>
          <a:ext cx="0" cy="0"/>
          <a:chOff x="0" y="0"/>
          <a:chExt cx="0" cy="0"/>
        </a:xfrm>
      </p:grpSpPr>
      <p:sp>
        <p:nvSpPr>
          <p:cNvPr id="69" name="Google Shape;69;p28"/>
          <p:cNvSpPr txBox="1">
            <a:spLocks noGrp="1"/>
          </p:cNvSpPr>
          <p:nvPr>
            <p:ph type="title"/>
          </p:nvPr>
        </p:nvSpPr>
        <p:spPr>
          <a:xfrm>
            <a:off x="424543" y="143088"/>
            <a:ext cx="8319300" cy="497700"/>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0"/>
              </a:spcBef>
              <a:spcAft>
                <a:spcPts val="0"/>
              </a:spcAft>
              <a:buClr>
                <a:srgbClr val="000000"/>
              </a:buClr>
              <a:buSzPts val="1100"/>
              <a:buFont typeface="Arial"/>
              <a:buNone/>
              <a:defRPr sz="2400" b="1" i="0" u="none" strike="noStrike" cap="none">
                <a:solidFill>
                  <a:srgbClr val="323F4F"/>
                </a:solidFill>
                <a:latin typeface="Calibri"/>
                <a:ea typeface="Calibri"/>
                <a:cs typeface="Calibri"/>
                <a:sym typeface="Calibri"/>
              </a:defRPr>
            </a:lvl1pPr>
            <a:lvl2pPr marR="0" lvl="1"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9pPr>
          </a:lstStyle>
          <a:p>
            <a:endParaRPr/>
          </a:p>
        </p:txBody>
      </p:sp>
      <p:sp>
        <p:nvSpPr>
          <p:cNvPr id="70" name="Google Shape;70;p2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888888"/>
              </a:buClr>
              <a:buSzPts val="1100"/>
              <a:buFont typeface="Calibri"/>
              <a:buNone/>
              <a:defRPr sz="11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9pPr>
          </a:lstStyle>
          <a:p>
            <a:endParaRPr/>
          </a:p>
        </p:txBody>
      </p:sp>
      <p:sp>
        <p:nvSpPr>
          <p:cNvPr id="71" name="Google Shape;71;p2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888888"/>
              </a:buClr>
              <a:buSzPts val="1100"/>
              <a:buFont typeface="Calibri"/>
              <a:buNone/>
              <a:defRPr sz="11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9pPr>
          </a:lstStyle>
          <a:p>
            <a:endParaRPr/>
          </a:p>
        </p:txBody>
      </p:sp>
      <p:sp>
        <p:nvSpPr>
          <p:cNvPr id="72" name="Google Shape;72;p28"/>
          <p:cNvSpPr txBox="1">
            <a:spLocks noGrp="1"/>
          </p:cNvSpPr>
          <p:nvPr>
            <p:ph type="sldNum" idx="12"/>
          </p:nvPr>
        </p:nvSpPr>
        <p:spPr>
          <a:xfrm>
            <a:off x="689491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pic>
        <p:nvPicPr>
          <p:cNvPr id="73" name="Google Shape;73;p28" descr="C:\Users\rajthilaks\Desktop\LogoPNG.png"/>
          <p:cNvPicPr preferRelativeResize="0"/>
          <p:nvPr/>
        </p:nvPicPr>
        <p:blipFill rotWithShape="1">
          <a:blip r:embed="rId3">
            <a:alphaModFix/>
          </a:blip>
          <a:srcRect b="23652"/>
          <a:stretch/>
        </p:blipFill>
        <p:spPr>
          <a:xfrm>
            <a:off x="8398669" y="139151"/>
            <a:ext cx="579129" cy="236405"/>
          </a:xfrm>
          <a:prstGeom prst="rect">
            <a:avLst/>
          </a:prstGeom>
          <a:noFill/>
          <a:ln>
            <a:noFill/>
          </a:ln>
        </p:spPr>
      </p:pic>
      <p:graphicFrame>
        <p:nvGraphicFramePr>
          <p:cNvPr id="74" name="Google Shape;74;p28"/>
          <p:cNvGraphicFramePr/>
          <p:nvPr/>
        </p:nvGraphicFramePr>
        <p:xfrm>
          <a:off x="1317713" y="833000"/>
          <a:ext cx="6221200" cy="3742000"/>
        </p:xfrm>
        <a:graphic>
          <a:graphicData uri="http://schemas.openxmlformats.org/drawingml/2006/table">
            <a:tbl>
              <a:tblPr firstRow="1" bandRow="1">
                <a:noFill/>
                <a:tableStyleId>{51958573-18DD-4F4F-87A5-23D0A4D2D5AC}</a:tableStyleId>
              </a:tblPr>
              <a:tblGrid>
                <a:gridCol w="592250">
                  <a:extLst>
                    <a:ext uri="{9D8B030D-6E8A-4147-A177-3AD203B41FA5}">
                      <a16:colId xmlns="" xmlns:a16="http://schemas.microsoft.com/office/drawing/2014/main" val="20000"/>
                    </a:ext>
                  </a:extLst>
                </a:gridCol>
                <a:gridCol w="2702325">
                  <a:extLst>
                    <a:ext uri="{9D8B030D-6E8A-4147-A177-3AD203B41FA5}">
                      <a16:colId xmlns="" xmlns:a16="http://schemas.microsoft.com/office/drawing/2014/main" val="20001"/>
                    </a:ext>
                  </a:extLst>
                </a:gridCol>
                <a:gridCol w="2926625">
                  <a:extLst>
                    <a:ext uri="{9D8B030D-6E8A-4147-A177-3AD203B41FA5}">
                      <a16:colId xmlns="" xmlns:a16="http://schemas.microsoft.com/office/drawing/2014/main" val="20002"/>
                    </a:ext>
                  </a:extLst>
                </a:gridCol>
              </a:tblGrid>
              <a:tr h="46775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S.No.</a:t>
                      </a: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Question </a:t>
                      </a: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Answer Options</a:t>
                      </a:r>
                      <a:endParaRPr sz="1100" u="none" strike="noStrike" cap="none"/>
                    </a:p>
                  </a:txBody>
                  <a:tcPr marL="68600" marR="68600" marT="34300" marB="34300"/>
                </a:tc>
                <a:extLst>
                  <a:ext uri="{0D108BD9-81ED-4DB2-BD59-A6C34878D82A}">
                    <a16:rowId xmlns="" xmlns:a16="http://schemas.microsoft.com/office/drawing/2014/main" val="10000"/>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 xmlns:a16="http://schemas.microsoft.com/office/drawing/2014/main" val="10001"/>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 xmlns:a16="http://schemas.microsoft.com/office/drawing/2014/main" val="10002"/>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 xmlns:a16="http://schemas.microsoft.com/office/drawing/2014/main" val="10003"/>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 xmlns:a16="http://schemas.microsoft.com/office/drawing/2014/main" val="10004"/>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 xmlns:a16="http://schemas.microsoft.com/office/drawing/2014/main" val="10005"/>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 xmlns:a16="http://schemas.microsoft.com/office/drawing/2014/main" val="10006"/>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 xmlns:a16="http://schemas.microsoft.com/office/drawing/2014/main" val="10007"/>
                  </a:ext>
                </a:extLst>
              </a:tr>
            </a:tbl>
          </a:graphicData>
        </a:graphic>
      </p:graphicFrame>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break  - White ">
  <p:cSld name="TITLE_1_1_1_1_1_1_1_1_1_1_1_1_1_2">
    <p:bg>
      <p:bgPr>
        <a:noFill/>
        <a:effectLst/>
      </p:bgPr>
    </p:bg>
    <p:spTree>
      <p:nvGrpSpPr>
        <p:cNvPr id="1" name="Shape 76"/>
        <p:cNvGrpSpPr/>
        <p:nvPr/>
      </p:nvGrpSpPr>
      <p:grpSpPr>
        <a:xfrm>
          <a:off x="0" y="0"/>
          <a:ext cx="0" cy="0"/>
          <a:chOff x="0" y="0"/>
          <a:chExt cx="0" cy="0"/>
        </a:xfrm>
      </p:grpSpPr>
      <p:sp>
        <p:nvSpPr>
          <p:cNvPr id="77" name="Google Shape;77;p22"/>
          <p:cNvSpPr txBox="1">
            <a:spLocks noGrp="1"/>
          </p:cNvSpPr>
          <p:nvPr>
            <p:ph type="title"/>
          </p:nvPr>
        </p:nvSpPr>
        <p:spPr>
          <a:xfrm>
            <a:off x="457200" y="1070150"/>
            <a:ext cx="4769100" cy="2555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4000"/>
              <a:buFont typeface="Proxima Nova"/>
              <a:buNone/>
              <a:defRPr sz="4000" b="0"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pic>
        <p:nvPicPr>
          <p:cNvPr id="78" name="Google Shape;78;p22"/>
          <p:cNvPicPr preferRelativeResize="0"/>
          <p:nvPr/>
        </p:nvPicPr>
        <p:blipFill rotWithShape="1">
          <a:blip r:embed="rId2">
            <a:alphaModFix/>
          </a:blip>
          <a:srcRect t="835" b="835"/>
          <a:stretch/>
        </p:blipFill>
        <p:spPr>
          <a:xfrm>
            <a:off x="7828161" y="4769500"/>
            <a:ext cx="858649" cy="164500"/>
          </a:xfrm>
          <a:prstGeom prst="rect">
            <a:avLst/>
          </a:prstGeom>
          <a:noFill/>
          <a:ln>
            <a:noFill/>
          </a:ln>
        </p:spPr>
      </p:pic>
    </p:spTree>
  </p:cSld>
  <p:clrMapOvr>
    <a:masterClrMapping/>
  </p:clrMapOvr>
  <p:extLst mod="1">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ouble line heading cover slide - White BG">
  <p:cSld name="TITLE_1">
    <p:spTree>
      <p:nvGrpSpPr>
        <p:cNvPr id="1" name="Shape 84"/>
        <p:cNvGrpSpPr/>
        <p:nvPr/>
      </p:nvGrpSpPr>
      <p:grpSpPr>
        <a:xfrm>
          <a:off x="0" y="0"/>
          <a:ext cx="0" cy="0"/>
          <a:chOff x="0" y="0"/>
          <a:chExt cx="0" cy="0"/>
        </a:xfrm>
      </p:grpSpPr>
      <p:sp>
        <p:nvSpPr>
          <p:cNvPr id="85" name="Google Shape;85;p29"/>
          <p:cNvSpPr txBox="1">
            <a:spLocks noGrp="1"/>
          </p:cNvSpPr>
          <p:nvPr>
            <p:ph type="title"/>
          </p:nvPr>
        </p:nvSpPr>
        <p:spPr>
          <a:xfrm>
            <a:off x="3613500" y="1606150"/>
            <a:ext cx="5073300" cy="13707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4400"/>
              <a:buFont typeface="Proxima Nova"/>
              <a:buNone/>
              <a:defRPr sz="4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2pPr>
            <a:lvl3pPr marR="0" lvl="2"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3pPr>
            <a:lvl4pPr marR="0" lvl="3"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4pPr>
            <a:lvl5pPr marR="0" lvl="4"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5pPr>
            <a:lvl6pPr marR="0" lvl="5"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6pPr>
            <a:lvl7pPr marR="0" lvl="6"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7pPr>
            <a:lvl8pPr marR="0" lvl="7"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8pPr>
            <a:lvl9pPr marR="0" lvl="8"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9pPr>
          </a:lstStyle>
          <a:p>
            <a:endParaRPr/>
          </a:p>
        </p:txBody>
      </p:sp>
      <p:sp>
        <p:nvSpPr>
          <p:cNvPr id="87" name="Google Shape;87;p29"/>
          <p:cNvSpPr txBox="1">
            <a:spLocks noGrp="1"/>
          </p:cNvSpPr>
          <p:nvPr>
            <p:ph type="subTitle" idx="1"/>
          </p:nvPr>
        </p:nvSpPr>
        <p:spPr>
          <a:xfrm>
            <a:off x="3651850" y="3111025"/>
            <a:ext cx="5034900" cy="3258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2pPr>
            <a:lvl3pPr marR="0" lvl="2"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3pPr>
            <a:lvl4pPr marR="0" lvl="3"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4pPr>
            <a:lvl5pPr marR="0" lvl="4"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5pPr>
            <a:lvl6pPr marR="0" lvl="5"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6pPr>
            <a:lvl7pPr marR="0" lvl="6"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7pPr>
            <a:lvl8pPr marR="0" lvl="7"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8pPr>
            <a:lvl9pPr marR="0" lvl="8"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9pPr>
          </a:lstStyle>
          <a:p>
            <a:endParaRPr/>
          </a:p>
        </p:txBody>
      </p:sp>
      <p:sp>
        <p:nvSpPr>
          <p:cNvPr id="88" name="Google Shape;88;p29"/>
          <p:cNvSpPr txBox="1"/>
          <p:nvPr/>
        </p:nvSpPr>
        <p:spPr>
          <a:xfrm>
            <a:off x="4258440" y="4657790"/>
            <a:ext cx="4428300" cy="3078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800"/>
              <a:buFont typeface="Arial"/>
              <a:buNone/>
            </a:pPr>
            <a:r>
              <a:rPr lang="en" sz="800" b="0" i="0" u="none" strike="noStrike" cap="none">
                <a:solidFill>
                  <a:srgbClr val="999999"/>
                </a:solidFill>
                <a:latin typeface="Proxima Nova"/>
                <a:ea typeface="Proxima Nova"/>
                <a:cs typeface="Proxima Nova"/>
                <a:sym typeface="Proxima Nova"/>
              </a:rPr>
              <a:t>© 2022 Relevantz Technology Services, Inc. All rights reserved</a:t>
            </a:r>
            <a:endParaRPr sz="800" b="0" i="0" u="none" strike="noStrike" cap="none">
              <a:solidFill>
                <a:srgbClr val="999999"/>
              </a:solidFill>
              <a:latin typeface="Proxima Nova"/>
              <a:ea typeface="Proxima Nova"/>
              <a:cs typeface="Proxima Nova"/>
              <a:sym typeface="Proxima Nova"/>
            </a:endParaRPr>
          </a:p>
        </p:txBody>
      </p:sp>
    </p:spTree>
  </p:cSld>
  <p:clrMapOvr>
    <a:masterClrMapping/>
  </p:clrMapOvr>
  <p:extLst mod="1">
    <p:ext uri="{DCECCB84-F9BA-43D5-87BE-67443E8EF086}">
      <p15:sldGuideLst xmlns:p15="http://schemas.microsoft.com/office/powerpoint/2012/main">
        <p15:guide id="1" orient="horz" pos="1620">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ingle column">
  <p:cSld name="TITLE_1_1_1_1_1">
    <p:bg>
      <p:bgPr>
        <a:noFill/>
        <a:effectLst/>
      </p:bgPr>
    </p:bg>
    <p:spTree>
      <p:nvGrpSpPr>
        <p:cNvPr id="1" name="Shape 90"/>
        <p:cNvGrpSpPr/>
        <p:nvPr/>
      </p:nvGrpSpPr>
      <p:grpSpPr>
        <a:xfrm>
          <a:off x="0" y="0"/>
          <a:ext cx="0" cy="0"/>
          <a:chOff x="0" y="0"/>
          <a:chExt cx="0" cy="0"/>
        </a:xfrm>
      </p:grpSpPr>
      <p:sp>
        <p:nvSpPr>
          <p:cNvPr id="91" name="Google Shape;91;p30"/>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2" name="Google Shape;92;p30"/>
          <p:cNvSpPr txBox="1">
            <a:spLocks noGrp="1"/>
          </p:cNvSpPr>
          <p:nvPr>
            <p:ph type="subTitle" idx="1"/>
          </p:nvPr>
        </p:nvSpPr>
        <p:spPr>
          <a:xfrm>
            <a:off x="460075" y="929725"/>
            <a:ext cx="82173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3" name="Google Shape;93;p30"/>
          <p:cNvSpPr txBox="1">
            <a:spLocks noGrp="1"/>
          </p:cNvSpPr>
          <p:nvPr>
            <p:ph type="body" idx="2"/>
          </p:nvPr>
        </p:nvSpPr>
        <p:spPr>
          <a:xfrm>
            <a:off x="450500" y="1293950"/>
            <a:ext cx="82173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95" name="Google Shape;95;p30"/>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96" name="Google Shape;96;p30"/>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Tree>
  </p:cSld>
  <p:clrMapOvr>
    <a:masterClrMapping/>
  </p:clrMapOvr>
  <p:extLst mod="1">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ouble coulmn">
  <p:cSld name="TITLE_1_1_1_1_1_1">
    <p:bg>
      <p:bgPr>
        <a:noFill/>
        <a:effectLst/>
      </p:bgPr>
    </p:bg>
    <p:spTree>
      <p:nvGrpSpPr>
        <p:cNvPr id="1" name="Shape 98"/>
        <p:cNvGrpSpPr/>
        <p:nvPr/>
      </p:nvGrpSpPr>
      <p:grpSpPr>
        <a:xfrm>
          <a:off x="0" y="0"/>
          <a:ext cx="0" cy="0"/>
          <a:chOff x="0" y="0"/>
          <a:chExt cx="0" cy="0"/>
        </a:xfrm>
      </p:grpSpPr>
      <p:sp>
        <p:nvSpPr>
          <p:cNvPr id="99" name="Google Shape;99;p31"/>
          <p:cNvSpPr txBox="1">
            <a:spLocks noGrp="1"/>
          </p:cNvSpPr>
          <p:nvPr>
            <p:ph type="subTitle" idx="1"/>
          </p:nvPr>
        </p:nvSpPr>
        <p:spPr>
          <a:xfrm>
            <a:off x="460075" y="9297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0" name="Google Shape;100;p31"/>
          <p:cNvSpPr txBox="1">
            <a:spLocks noGrp="1"/>
          </p:cNvSpPr>
          <p:nvPr>
            <p:ph type="body" idx="2"/>
          </p:nvPr>
        </p:nvSpPr>
        <p:spPr>
          <a:xfrm>
            <a:off x="450500" y="12939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101" name="Google Shape;101;p31"/>
          <p:cNvSpPr txBox="1">
            <a:spLocks noGrp="1"/>
          </p:cNvSpPr>
          <p:nvPr>
            <p:ph type="subTitle" idx="3"/>
          </p:nvPr>
        </p:nvSpPr>
        <p:spPr>
          <a:xfrm>
            <a:off x="4843175" y="9297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2" name="Google Shape;102;p31"/>
          <p:cNvSpPr txBox="1">
            <a:spLocks noGrp="1"/>
          </p:cNvSpPr>
          <p:nvPr>
            <p:ph type="body" idx="4"/>
          </p:nvPr>
        </p:nvSpPr>
        <p:spPr>
          <a:xfrm>
            <a:off x="4833600" y="12939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104" name="Google Shape;104;p31"/>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105" name="Google Shape;105;p31"/>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107" name="Google Shape;107;p31"/>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mod="1">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ingle column with image">
  <p:cSld name="TITLE_1_1_1_1_1_1_1">
    <p:bg>
      <p:bgPr>
        <a:noFill/>
        <a:effectLst/>
      </p:bgPr>
    </p:bg>
    <p:spTree>
      <p:nvGrpSpPr>
        <p:cNvPr id="1" name="Shape 108"/>
        <p:cNvGrpSpPr/>
        <p:nvPr/>
      </p:nvGrpSpPr>
      <p:grpSpPr>
        <a:xfrm>
          <a:off x="0" y="0"/>
          <a:ext cx="0" cy="0"/>
          <a:chOff x="0" y="0"/>
          <a:chExt cx="0" cy="0"/>
        </a:xfrm>
      </p:grpSpPr>
      <p:sp>
        <p:nvSpPr>
          <p:cNvPr id="109" name="Google Shape;109;p32"/>
          <p:cNvSpPr>
            <a:spLocks noGrp="1"/>
          </p:cNvSpPr>
          <p:nvPr>
            <p:ph type="pic" idx="2"/>
          </p:nvPr>
        </p:nvSpPr>
        <p:spPr>
          <a:xfrm>
            <a:off x="5027125" y="0"/>
            <a:ext cx="4116900" cy="5143500"/>
          </a:xfrm>
          <a:prstGeom prst="rect">
            <a:avLst/>
          </a:prstGeom>
          <a:noFill/>
          <a:ln>
            <a:noFill/>
          </a:ln>
        </p:spPr>
      </p:sp>
      <p:sp>
        <p:nvSpPr>
          <p:cNvPr id="110" name="Google Shape;110;p32"/>
          <p:cNvSpPr txBox="1"/>
          <p:nvPr/>
        </p:nvSpPr>
        <p:spPr>
          <a:xfrm>
            <a:off x="3423325"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111" name="Google Shape;111;p32"/>
          <p:cNvSpPr txBox="1">
            <a:spLocks noGrp="1"/>
          </p:cNvSpPr>
          <p:nvPr>
            <p:ph type="subTitle" idx="1"/>
          </p:nvPr>
        </p:nvSpPr>
        <p:spPr>
          <a:xfrm>
            <a:off x="460075" y="10821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2" name="Google Shape;112;p32"/>
          <p:cNvSpPr txBox="1">
            <a:spLocks noGrp="1"/>
          </p:cNvSpPr>
          <p:nvPr>
            <p:ph type="body" idx="3"/>
          </p:nvPr>
        </p:nvSpPr>
        <p:spPr>
          <a:xfrm>
            <a:off x="450500" y="14463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pic>
        <p:nvPicPr>
          <p:cNvPr id="113" name="Google Shape;113;p32"/>
          <p:cNvPicPr preferRelativeResize="0"/>
          <p:nvPr/>
        </p:nvPicPr>
        <p:blipFill rotWithShape="1">
          <a:blip r:embed="rId2">
            <a:alphaModFix/>
          </a:blip>
          <a:srcRect/>
          <a:stretch/>
        </p:blipFill>
        <p:spPr>
          <a:xfrm>
            <a:off x="665082" y="4769500"/>
            <a:ext cx="858651" cy="164500"/>
          </a:xfrm>
          <a:prstGeom prst="rect">
            <a:avLst/>
          </a:prstGeom>
          <a:noFill/>
          <a:ln>
            <a:noFill/>
          </a:ln>
        </p:spPr>
      </p:pic>
      <p:sp>
        <p:nvSpPr>
          <p:cNvPr id="114" name="Google Shape;114;p32"/>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pic>
        <p:nvPicPr>
          <p:cNvPr id="115" name="Google Shape;115;p32"/>
          <p:cNvPicPr preferRelativeResize="0"/>
          <p:nvPr/>
        </p:nvPicPr>
        <p:blipFill rotWithShape="1">
          <a:blip r:embed="rId3">
            <a:alphaModFix/>
          </a:blip>
          <a:srcRect/>
          <a:stretch/>
        </p:blipFill>
        <p:spPr>
          <a:xfrm>
            <a:off x="0" y="4689200"/>
            <a:ext cx="614619" cy="457200"/>
          </a:xfrm>
          <a:prstGeom prst="rect">
            <a:avLst/>
          </a:prstGeom>
          <a:noFill/>
          <a:ln>
            <a:noFill/>
          </a:ln>
        </p:spPr>
      </p:pic>
      <p:sp>
        <p:nvSpPr>
          <p:cNvPr id="116" name="Google Shape;116;p32"/>
          <p:cNvSpPr txBox="1">
            <a:spLocks noGrp="1"/>
          </p:cNvSpPr>
          <p:nvPr>
            <p:ph type="title"/>
          </p:nvPr>
        </p:nvSpPr>
        <p:spPr>
          <a:xfrm>
            <a:off x="469650" y="287550"/>
            <a:ext cx="42846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rofile desciption">
  <p:cSld name="TITLE_1_1_1_1_1_1_1_1_1">
    <p:bg>
      <p:bgPr>
        <a:noFill/>
        <a:effectLst/>
      </p:bgPr>
    </p:bg>
    <p:spTree>
      <p:nvGrpSpPr>
        <p:cNvPr id="1" name="Shape 117"/>
        <p:cNvGrpSpPr/>
        <p:nvPr/>
      </p:nvGrpSpPr>
      <p:grpSpPr>
        <a:xfrm>
          <a:off x="0" y="0"/>
          <a:ext cx="0" cy="0"/>
          <a:chOff x="0" y="0"/>
          <a:chExt cx="0" cy="0"/>
        </a:xfrm>
      </p:grpSpPr>
      <p:sp>
        <p:nvSpPr>
          <p:cNvPr id="118" name="Google Shape;118;p33"/>
          <p:cNvSpPr txBox="1">
            <a:spLocks noGrp="1"/>
          </p:cNvSpPr>
          <p:nvPr>
            <p:ph type="subTitle" idx="1"/>
          </p:nvPr>
        </p:nvSpPr>
        <p:spPr>
          <a:xfrm>
            <a:off x="460075" y="929725"/>
            <a:ext cx="82173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9" name="Google Shape;119;p33"/>
          <p:cNvSpPr/>
          <p:nvPr/>
        </p:nvSpPr>
        <p:spPr>
          <a:xfrm>
            <a:off x="8961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3"/>
          <p:cNvSpPr>
            <a:spLocks noGrp="1"/>
          </p:cNvSpPr>
          <p:nvPr>
            <p:ph type="pic" idx="2"/>
          </p:nvPr>
        </p:nvSpPr>
        <p:spPr>
          <a:xfrm>
            <a:off x="953750" y="1485825"/>
            <a:ext cx="1322700" cy="1322700"/>
          </a:xfrm>
          <a:prstGeom prst="ellipse">
            <a:avLst/>
          </a:prstGeom>
          <a:noFill/>
          <a:ln>
            <a:noFill/>
          </a:ln>
        </p:spPr>
      </p:sp>
      <p:sp>
        <p:nvSpPr>
          <p:cNvPr id="121" name="Google Shape;121;p33"/>
          <p:cNvSpPr txBox="1">
            <a:spLocks noGrp="1"/>
          </p:cNvSpPr>
          <p:nvPr>
            <p:ph type="body" idx="3"/>
          </p:nvPr>
        </p:nvSpPr>
        <p:spPr>
          <a:xfrm>
            <a:off x="450500"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122" name="Google Shape;122;p33"/>
          <p:cNvSpPr/>
          <p:nvPr/>
        </p:nvSpPr>
        <p:spPr>
          <a:xfrm>
            <a:off x="38593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33"/>
          <p:cNvSpPr>
            <a:spLocks noGrp="1"/>
          </p:cNvSpPr>
          <p:nvPr>
            <p:ph type="pic" idx="4"/>
          </p:nvPr>
        </p:nvSpPr>
        <p:spPr>
          <a:xfrm>
            <a:off x="3916950" y="1485825"/>
            <a:ext cx="1322700" cy="1322700"/>
          </a:xfrm>
          <a:prstGeom prst="ellipse">
            <a:avLst/>
          </a:prstGeom>
          <a:noFill/>
          <a:ln>
            <a:noFill/>
          </a:ln>
        </p:spPr>
      </p:sp>
      <p:sp>
        <p:nvSpPr>
          <p:cNvPr id="124" name="Google Shape;124;p33"/>
          <p:cNvSpPr txBox="1">
            <a:spLocks noGrp="1"/>
          </p:cNvSpPr>
          <p:nvPr>
            <p:ph type="body" idx="5"/>
          </p:nvPr>
        </p:nvSpPr>
        <p:spPr>
          <a:xfrm>
            <a:off x="3413700"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125" name="Google Shape;125;p33"/>
          <p:cNvSpPr/>
          <p:nvPr/>
        </p:nvSpPr>
        <p:spPr>
          <a:xfrm>
            <a:off x="6793825"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33"/>
          <p:cNvSpPr>
            <a:spLocks noGrp="1"/>
          </p:cNvSpPr>
          <p:nvPr>
            <p:ph type="pic" idx="6"/>
          </p:nvPr>
        </p:nvSpPr>
        <p:spPr>
          <a:xfrm>
            <a:off x="6851425" y="1485825"/>
            <a:ext cx="1322700" cy="1322700"/>
          </a:xfrm>
          <a:prstGeom prst="ellipse">
            <a:avLst/>
          </a:prstGeom>
          <a:noFill/>
          <a:ln>
            <a:noFill/>
          </a:ln>
        </p:spPr>
      </p:sp>
      <p:sp>
        <p:nvSpPr>
          <p:cNvPr id="127" name="Google Shape;127;p33"/>
          <p:cNvSpPr txBox="1">
            <a:spLocks noGrp="1"/>
          </p:cNvSpPr>
          <p:nvPr>
            <p:ph type="body" idx="7"/>
          </p:nvPr>
        </p:nvSpPr>
        <p:spPr>
          <a:xfrm>
            <a:off x="6348175"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129" name="Google Shape;129;p33"/>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130" name="Google Shape;130;p33"/>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132" name="Google Shape;132;p33"/>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mod="1">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ank you 1">
  <p:cSld name="CUSTOM_2">
    <p:spTree>
      <p:nvGrpSpPr>
        <p:cNvPr id="1" name="Shape 133"/>
        <p:cNvGrpSpPr/>
        <p:nvPr/>
      </p:nvGrpSpPr>
      <p:grpSpPr>
        <a:xfrm>
          <a:off x="0" y="0"/>
          <a:ext cx="0" cy="0"/>
          <a:chOff x="0" y="0"/>
          <a:chExt cx="0" cy="0"/>
        </a:xfrm>
      </p:grpSpPr>
      <p:sp>
        <p:nvSpPr>
          <p:cNvPr id="134" name="Google Shape;134;p34"/>
          <p:cNvSpPr txBox="1"/>
          <p:nvPr/>
        </p:nvSpPr>
        <p:spPr>
          <a:xfrm>
            <a:off x="2099100" y="1456925"/>
            <a:ext cx="5262000" cy="800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400"/>
              <a:buFont typeface="Arial"/>
              <a:buNone/>
            </a:pPr>
            <a:r>
              <a:rPr lang="en" sz="4400" b="0" i="0" u="none" strike="noStrike" cap="none">
                <a:solidFill>
                  <a:schemeClr val="accent1"/>
                </a:solidFill>
                <a:latin typeface="Proxima Nova"/>
                <a:ea typeface="Proxima Nova"/>
                <a:cs typeface="Proxima Nova"/>
                <a:sym typeface="Proxima Nova"/>
              </a:rPr>
              <a:t>THANK YOU</a:t>
            </a:r>
            <a:endParaRPr sz="4400" b="0" i="0" u="none" strike="noStrike" cap="none">
              <a:solidFill>
                <a:schemeClr val="accent1"/>
              </a:solidFill>
              <a:latin typeface="Proxima Nova"/>
              <a:ea typeface="Proxima Nova"/>
              <a:cs typeface="Proxima Nova"/>
              <a:sym typeface="Proxima Nova"/>
            </a:endParaRPr>
          </a:p>
        </p:txBody>
      </p:sp>
      <p:sp>
        <p:nvSpPr>
          <p:cNvPr id="135" name="Google Shape;135;p34"/>
          <p:cNvSpPr txBox="1">
            <a:spLocks noGrp="1"/>
          </p:cNvSpPr>
          <p:nvPr>
            <p:ph type="subTitle" idx="1"/>
          </p:nvPr>
        </p:nvSpPr>
        <p:spPr>
          <a:xfrm>
            <a:off x="2092775" y="2305650"/>
            <a:ext cx="5271900" cy="3207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2pPr>
            <a:lvl3pPr marR="0" lvl="2"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3pPr>
            <a:lvl4pPr marR="0" lvl="3"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4pPr>
            <a:lvl5pPr marR="0" lvl="4"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5pPr>
            <a:lvl6pPr marR="0" lvl="5"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6pPr>
            <a:lvl7pPr marR="0" lvl="6"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7pPr>
            <a:lvl8pPr marR="0" lvl="7"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8pPr>
            <a:lvl9pPr marR="0" lvl="8"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9pPr>
          </a:lstStyle>
          <a:p>
            <a:endParaRPr/>
          </a:p>
        </p:txBody>
      </p:sp>
      <p:sp>
        <p:nvSpPr>
          <p:cNvPr id="138" name="Google Shape;138;p34"/>
          <p:cNvSpPr/>
          <p:nvPr/>
        </p:nvSpPr>
        <p:spPr>
          <a:xfrm>
            <a:off x="2166199" y="3057550"/>
            <a:ext cx="6492300" cy="27900"/>
          </a:xfrm>
          <a:prstGeom prst="rect">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7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subTitle" idx="1"/>
          </p:nvPr>
        </p:nvSpPr>
        <p:spPr>
          <a:xfrm>
            <a:off x="3139175" y="2780450"/>
            <a:ext cx="5352600" cy="465300"/>
          </a:xfrm>
          <a:prstGeom prst="rect">
            <a:avLst/>
          </a:prstGeom>
          <a:noFill/>
          <a:ln>
            <a:noFill/>
          </a:ln>
        </p:spPr>
        <p:txBody>
          <a:bodyPr spcFirstLastPara="1" wrap="square" lIns="0" tIns="0" rIns="0" bIns="0" anchor="t" anchorCtr="0">
            <a:noAutofit/>
          </a:bodyPr>
          <a:lstStyle/>
          <a:p>
            <a:pPr marL="457200" lvl="0" indent="-228600" algn="l" rtl="0">
              <a:lnSpc>
                <a:spcPct val="90000"/>
              </a:lnSpc>
              <a:spcBef>
                <a:spcPts val="1000"/>
              </a:spcBef>
              <a:spcAft>
                <a:spcPts val="0"/>
              </a:spcAft>
              <a:buClr>
                <a:schemeClr val="dk1"/>
              </a:buClr>
              <a:buSzPts val="1100"/>
              <a:buFont typeface="Arial"/>
              <a:buNone/>
            </a:pPr>
            <a:r>
              <a:rPr lang="en" sz="1600">
                <a:solidFill>
                  <a:schemeClr val="dk1"/>
                </a:solidFill>
                <a:latin typeface="Proxima Nova Semibold"/>
                <a:ea typeface="Proxima Nova Semibold"/>
                <a:cs typeface="Proxima Nova Semibold"/>
                <a:sym typeface="Proxima Nova Semibold"/>
              </a:rPr>
              <a:t>Course Level – Intermediate </a:t>
            </a:r>
            <a:endParaRPr sz="1600">
              <a:latin typeface="Proxima Nova Semibold"/>
              <a:ea typeface="Proxima Nova Semibold"/>
              <a:cs typeface="Proxima Nova Semibold"/>
              <a:sym typeface="Proxima Nova Semibold"/>
            </a:endParaRPr>
          </a:p>
        </p:txBody>
      </p:sp>
      <p:sp>
        <p:nvSpPr>
          <p:cNvPr id="145" name="Google Shape;145;p1"/>
          <p:cNvSpPr txBox="1"/>
          <p:nvPr/>
        </p:nvSpPr>
        <p:spPr>
          <a:xfrm>
            <a:off x="2856700" y="1882025"/>
            <a:ext cx="6062100" cy="7941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400"/>
              <a:buFont typeface="Arial"/>
              <a:buNone/>
            </a:pPr>
            <a:r>
              <a:rPr lang="en" sz="4400" b="1" i="0" u="none" strike="noStrike" cap="none">
                <a:solidFill>
                  <a:schemeClr val="accent1"/>
                </a:solidFill>
                <a:latin typeface="Proxima Nova"/>
                <a:ea typeface="Proxima Nova"/>
                <a:cs typeface="Proxima Nova"/>
                <a:sym typeface="Proxima Nova"/>
              </a:rPr>
              <a:t>Javascript</a:t>
            </a:r>
            <a:endParaRPr sz="4400" b="1" i="0" u="none" strike="noStrike" cap="none">
              <a:solidFill>
                <a:schemeClr val="accent1"/>
              </a:solidFill>
              <a:latin typeface="Proxima Nova"/>
              <a:ea typeface="Proxima Nova"/>
              <a:cs typeface="Proxima Nova"/>
              <a:sym typeface="Proxima Nova"/>
            </a:endParaRPr>
          </a:p>
        </p:txBody>
      </p:sp>
    </p:spTree>
    <p:extLst>
      <p:ext uri="{BB962C8B-B14F-4D97-AF65-F5344CB8AC3E}">
        <p14:creationId xmlns:p14="http://schemas.microsoft.com/office/powerpoint/2010/main" val="3152054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
          <p:cNvSpPr txBox="1">
            <a:spLocks noGrp="1"/>
          </p:cNvSpPr>
          <p:nvPr>
            <p:ph type="title"/>
          </p:nvPr>
        </p:nvSpPr>
        <p:spPr>
          <a:xfrm>
            <a:off x="457200" y="396000"/>
            <a:ext cx="4769100" cy="518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4000"/>
              <a:buNone/>
            </a:pPr>
            <a:r>
              <a:rPr lang="en" sz="2400">
                <a:solidFill>
                  <a:srgbClr val="323F4F"/>
                </a:solidFill>
                <a:latin typeface="Proxima Nova Semibold"/>
                <a:ea typeface="Proxima Nova Semibold"/>
                <a:cs typeface="Proxima Nova Semibold"/>
                <a:sym typeface="Proxima Nova Semibold"/>
              </a:rPr>
              <a:t>A</a:t>
            </a:r>
            <a:r>
              <a:rPr lang="en" sz="2400" b="1">
                <a:solidFill>
                  <a:srgbClr val="323F4F"/>
                </a:solidFill>
              </a:rPr>
              <a:t>bout the Course Creators</a:t>
            </a:r>
            <a:endParaRPr sz="2400" b="1">
              <a:solidFill>
                <a:srgbClr val="323F4F"/>
              </a:solidFill>
            </a:endParaRPr>
          </a:p>
          <a:p>
            <a:pPr marL="0" lvl="0" indent="0" algn="l" rtl="0">
              <a:lnSpc>
                <a:spcPct val="100000"/>
              </a:lnSpc>
              <a:spcBef>
                <a:spcPts val="0"/>
              </a:spcBef>
              <a:spcAft>
                <a:spcPts val="0"/>
              </a:spcAft>
              <a:buSzPts val="4000"/>
              <a:buNone/>
            </a:pPr>
            <a:endParaRPr sz="2400"/>
          </a:p>
        </p:txBody>
      </p:sp>
      <p:graphicFrame>
        <p:nvGraphicFramePr>
          <p:cNvPr id="151" name="Google Shape;151;p2"/>
          <p:cNvGraphicFramePr/>
          <p:nvPr>
            <p:extLst/>
          </p:nvPr>
        </p:nvGraphicFramePr>
        <p:xfrm>
          <a:off x="345452" y="1249740"/>
          <a:ext cx="7054700" cy="2115270"/>
        </p:xfrm>
        <a:graphic>
          <a:graphicData uri="http://schemas.openxmlformats.org/drawingml/2006/table">
            <a:tbl>
              <a:tblPr firstRow="1" bandRow="1">
                <a:noFill/>
                <a:tableStyleId>{7FDA3176-15EB-4DB9-A849-97660B76C8F7}</a:tableStyleId>
              </a:tblPr>
              <a:tblGrid>
                <a:gridCol w="3422151">
                  <a:extLst>
                    <a:ext uri="{9D8B030D-6E8A-4147-A177-3AD203B41FA5}">
                      <a16:colId xmlns="" xmlns:a16="http://schemas.microsoft.com/office/drawing/2014/main" val="20000"/>
                    </a:ext>
                  </a:extLst>
                </a:gridCol>
                <a:gridCol w="3632549">
                  <a:extLst>
                    <a:ext uri="{9D8B030D-6E8A-4147-A177-3AD203B41FA5}">
                      <a16:colId xmlns="" xmlns:a16="http://schemas.microsoft.com/office/drawing/2014/main" val="20001"/>
                    </a:ext>
                  </a:extLst>
                </a:gridCol>
              </a:tblGrid>
              <a:tr h="448025">
                <a:tc>
                  <a:txBody>
                    <a:bodyPr/>
                    <a:lstStyle/>
                    <a:p>
                      <a:pPr marL="0" marR="0" lvl="0" indent="0" algn="ctr" rtl="0">
                        <a:lnSpc>
                          <a:spcPct val="100000"/>
                        </a:lnSpc>
                        <a:spcBef>
                          <a:spcPts val="0"/>
                        </a:spcBef>
                        <a:spcAft>
                          <a:spcPts val="0"/>
                        </a:spcAft>
                        <a:buClr>
                          <a:srgbClr val="000000"/>
                        </a:buClr>
                        <a:buSzPts val="1800"/>
                        <a:buFont typeface="Arial"/>
                        <a:buNone/>
                      </a:pPr>
                      <a:r>
                        <a:rPr lang="en" sz="1800" b="0" u="none" strike="noStrike" cap="none" dirty="0">
                          <a:latin typeface="Proxima Nova Semibold"/>
                          <a:ea typeface="Proxima Nova Semibold"/>
                          <a:cs typeface="Proxima Nova Semibold"/>
                          <a:sym typeface="Proxima Nova Semibold"/>
                        </a:rPr>
                        <a:t> Course Name</a:t>
                      </a:r>
                      <a:endParaRPr sz="1400" b="0" u="none" strike="noStrike" cap="none" dirty="0">
                        <a:latin typeface="Proxima Nova Semibold"/>
                        <a:ea typeface="Proxima Nova Semibold"/>
                        <a:cs typeface="Proxima Nova Semibold"/>
                        <a:sym typeface="Proxima Nova Semibold"/>
                      </a:endParaRPr>
                    </a:p>
                  </a:txBody>
                  <a:tcPr marL="91450" marR="91450" marT="45725" marB="45725">
                    <a:solidFill>
                      <a:srgbClr val="741B4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 sz="1800" u="none" strike="noStrike" cap="none">
                          <a:latin typeface="Calibri"/>
                          <a:ea typeface="Calibri"/>
                          <a:cs typeface="Calibri"/>
                          <a:sym typeface="Calibri"/>
                        </a:rPr>
                        <a:t>Java Script</a:t>
                      </a:r>
                      <a:endParaRPr sz="1800" u="none" strike="noStrike" cap="none">
                        <a:latin typeface="Calibri"/>
                        <a:ea typeface="Calibri"/>
                        <a:cs typeface="Calibri"/>
                        <a:sym typeface="Calibri"/>
                      </a:endParaRPr>
                    </a:p>
                  </a:txBody>
                  <a:tcPr marL="91450" marR="91450" marT="45725" marB="45725">
                    <a:solidFill>
                      <a:srgbClr val="25235B"/>
                    </a:solidFill>
                  </a:tcPr>
                </a:tc>
                <a:extLst>
                  <a:ext uri="{0D108BD9-81ED-4DB2-BD59-A6C34878D82A}">
                    <a16:rowId xmlns="" xmlns:a16="http://schemas.microsoft.com/office/drawing/2014/main" val="10000"/>
                  </a:ext>
                </a:extLst>
              </a:tr>
              <a:tr h="474700">
                <a:tc>
                  <a:txBody>
                    <a:bodyPr/>
                    <a:lstStyle/>
                    <a:p>
                      <a:pPr marL="0" marR="0" lvl="0" indent="0" algn="l" rtl="0">
                        <a:lnSpc>
                          <a:spcPct val="100000"/>
                        </a:lnSpc>
                        <a:spcBef>
                          <a:spcPts val="0"/>
                        </a:spcBef>
                        <a:spcAft>
                          <a:spcPts val="0"/>
                        </a:spcAft>
                        <a:buClr>
                          <a:srgbClr val="000000"/>
                        </a:buClr>
                        <a:buSzPts val="1400"/>
                        <a:buFont typeface="Arial"/>
                        <a:buNone/>
                      </a:pPr>
                      <a:r>
                        <a:rPr lang="en" sz="1600" u="none" strike="noStrike" cap="none">
                          <a:latin typeface="Proxima Nova Semibold"/>
                          <a:ea typeface="Proxima Nova Semibold"/>
                          <a:cs typeface="Proxima Nova Semibold"/>
                          <a:sym typeface="Proxima Nova Semibold"/>
                        </a:rPr>
                        <a:t> Course Author Name : </a:t>
                      </a:r>
                      <a:endParaRPr sz="1600" u="none" strike="noStrike" cap="none">
                        <a:latin typeface="Proxima Nova Semibold"/>
                        <a:ea typeface="Proxima Nova Semibold"/>
                        <a:cs typeface="Proxima Nova Semibold"/>
                        <a:sym typeface="Proxima Nova Semibold"/>
                      </a:endParaRPr>
                    </a:p>
                  </a:txBody>
                  <a:tcPr marL="91450" marR="91450" marT="45725" marB="45725" anchor="ctr"/>
                </a:tc>
                <a:tc>
                  <a:txBody>
                    <a:bodyPr/>
                    <a:lstStyle/>
                    <a:p>
                      <a:pPr marL="0" marR="0" lvl="0" indent="0" algn="l" rtl="0">
                        <a:lnSpc>
                          <a:spcPct val="100000"/>
                        </a:lnSpc>
                        <a:spcBef>
                          <a:spcPts val="0"/>
                        </a:spcBef>
                        <a:spcAft>
                          <a:spcPts val="0"/>
                        </a:spcAft>
                        <a:buClr>
                          <a:schemeClr val="dk1"/>
                        </a:buClr>
                        <a:buSzPts val="1400"/>
                        <a:buFont typeface="Arial"/>
                        <a:buNone/>
                      </a:pPr>
                      <a:r>
                        <a:rPr lang="en" sz="1600" u="none" strike="noStrike" cap="none" dirty="0">
                          <a:solidFill>
                            <a:schemeClr val="dk1"/>
                          </a:solidFill>
                          <a:latin typeface="Proxima Nova Semibold"/>
                          <a:ea typeface="Proxima Nova Semibold"/>
                          <a:cs typeface="Proxima Nova Semibold"/>
                        </a:rPr>
                        <a:t>Benhar Charles Velankanni</a:t>
                      </a:r>
                      <a:endParaRPr sz="1600" u="none" strike="noStrike" cap="none" dirty="0">
                        <a:solidFill>
                          <a:schemeClr val="dk1"/>
                        </a:solidFill>
                        <a:latin typeface="Proxima Nova Semibold"/>
                        <a:ea typeface="Proxima Nova Semibold"/>
                        <a:cs typeface="Proxima Nova Semibold"/>
                        <a:sym typeface="Proxima Nova Semibold"/>
                      </a:endParaRPr>
                    </a:p>
                    <a:p>
                      <a:pPr marL="0" marR="0" lvl="0" indent="0" algn="l" rtl="0">
                        <a:lnSpc>
                          <a:spcPct val="100000"/>
                        </a:lnSpc>
                        <a:spcBef>
                          <a:spcPts val="0"/>
                        </a:spcBef>
                        <a:spcAft>
                          <a:spcPts val="0"/>
                        </a:spcAft>
                        <a:buClr>
                          <a:srgbClr val="000000"/>
                        </a:buClr>
                        <a:buSzPts val="1800"/>
                        <a:buFont typeface="Arial"/>
                        <a:buNone/>
                      </a:pPr>
                      <a:endParaRPr sz="1800" u="none" strike="noStrike" cap="none" dirty="0">
                        <a:latin typeface="Calibri"/>
                        <a:ea typeface="Calibri"/>
                        <a:cs typeface="Calibri"/>
                        <a:sym typeface="Calibri"/>
                      </a:endParaRPr>
                    </a:p>
                  </a:txBody>
                  <a:tcPr marL="91450" marR="91450" marT="45725" marB="45725"/>
                </a:tc>
                <a:extLst>
                  <a:ext uri="{0D108BD9-81ED-4DB2-BD59-A6C34878D82A}">
                    <a16:rowId xmlns="" xmlns:a16="http://schemas.microsoft.com/office/drawing/2014/main" val="10001"/>
                  </a:ext>
                </a:extLst>
              </a:tr>
              <a:tr h="474700">
                <a:tc>
                  <a:txBody>
                    <a:bodyPr/>
                    <a:lstStyle/>
                    <a:p>
                      <a:pPr marL="0" marR="0" lvl="0" indent="0" algn="l" rtl="0">
                        <a:lnSpc>
                          <a:spcPct val="100000"/>
                        </a:lnSpc>
                        <a:spcBef>
                          <a:spcPts val="0"/>
                        </a:spcBef>
                        <a:spcAft>
                          <a:spcPts val="0"/>
                        </a:spcAft>
                        <a:buClr>
                          <a:srgbClr val="000000"/>
                        </a:buClr>
                        <a:buSzPts val="1400"/>
                        <a:buFont typeface="Arial"/>
                        <a:buNone/>
                      </a:pPr>
                      <a:r>
                        <a:rPr lang="en" sz="1600" u="none" strike="noStrike" cap="none" dirty="0">
                          <a:latin typeface="Proxima Nova Semibold"/>
                          <a:ea typeface="Proxima Nova Semibold"/>
                          <a:cs typeface="Proxima Nova Semibold"/>
                          <a:sym typeface="Proxima Nova Semibold"/>
                        </a:rPr>
                        <a:t>About the Author : </a:t>
                      </a:r>
                      <a:endParaRPr sz="1600" u="none" strike="noStrike" cap="none" dirty="0">
                        <a:latin typeface="Proxima Nova Semibold"/>
                        <a:ea typeface="Proxima Nova Semibold"/>
                        <a:cs typeface="Proxima Nova Semibold"/>
                        <a:sym typeface="Proxima Nova Semibold"/>
                      </a:endParaRPr>
                    </a:p>
                  </a:txBody>
                  <a:tcPr marL="91450" marR="91450" marT="45725" marB="45725" anchor="ctr"/>
                </a:tc>
                <a:tc>
                  <a:txBody>
                    <a:bodyPr/>
                    <a:lstStyle/>
                    <a:p>
                      <a:pPr marL="0" marR="0" lvl="0" indent="0" algn="l" rtl="0">
                        <a:lnSpc>
                          <a:spcPct val="100000"/>
                        </a:lnSpc>
                        <a:spcBef>
                          <a:spcPts val="0"/>
                        </a:spcBef>
                        <a:spcAft>
                          <a:spcPts val="0"/>
                        </a:spcAft>
                        <a:buClr>
                          <a:schemeClr val="dk1"/>
                        </a:buClr>
                        <a:buSzPts val="1400"/>
                        <a:buFont typeface="Arial"/>
                        <a:buNone/>
                      </a:pPr>
                      <a:r>
                        <a:rPr lang="en" sz="1600" u="none" strike="noStrike" cap="none" dirty="0">
                          <a:solidFill>
                            <a:schemeClr val="dk1"/>
                          </a:solidFill>
                          <a:latin typeface="Proxima Nova Semibold"/>
                          <a:ea typeface="Proxima Nova Semibold"/>
                          <a:cs typeface="Proxima Nova Semibold"/>
                          <a:sym typeface="Proxima Nova Semibold"/>
                        </a:rPr>
                        <a:t>Senior Technical Trainer L&amp;D</a:t>
                      </a:r>
                      <a:endParaRPr sz="1600" u="none" strike="noStrike" cap="none" dirty="0">
                        <a:solidFill>
                          <a:schemeClr val="dk1"/>
                        </a:solidFill>
                        <a:latin typeface="Proxima Nova Semibold"/>
                        <a:ea typeface="Proxima Nova Semibold"/>
                        <a:cs typeface="Proxima Nova Semibold"/>
                        <a:sym typeface="Proxima Nova Semibold"/>
                      </a:endParaRPr>
                    </a:p>
                    <a:p>
                      <a:pPr marL="0" marR="0" lvl="0" indent="0" algn="l" rtl="0">
                        <a:lnSpc>
                          <a:spcPct val="100000"/>
                        </a:lnSpc>
                        <a:spcBef>
                          <a:spcPts val="0"/>
                        </a:spcBef>
                        <a:spcAft>
                          <a:spcPts val="0"/>
                        </a:spcAft>
                        <a:buClr>
                          <a:srgbClr val="000000"/>
                        </a:buClr>
                        <a:buSzPts val="1800"/>
                        <a:buFont typeface="Arial"/>
                        <a:buNone/>
                      </a:pPr>
                      <a:endParaRPr sz="1800" u="none" strike="noStrike" cap="none" dirty="0">
                        <a:latin typeface="Calibri"/>
                        <a:ea typeface="Calibri"/>
                        <a:cs typeface="Calibri"/>
                        <a:sym typeface="Calibri"/>
                      </a:endParaRPr>
                    </a:p>
                  </a:txBody>
                  <a:tcPr marL="91450" marR="91450" marT="45725" marB="45725"/>
                </a:tc>
                <a:extLst>
                  <a:ext uri="{0D108BD9-81ED-4DB2-BD59-A6C34878D82A}">
                    <a16:rowId xmlns="" xmlns:a16="http://schemas.microsoft.com/office/drawing/2014/main" val="10002"/>
                  </a:ext>
                </a:extLst>
              </a:tr>
              <a:tr h="448025">
                <a:tc>
                  <a:txBody>
                    <a:bodyPr/>
                    <a:lstStyle/>
                    <a:p>
                      <a:pPr marL="0" marR="0" lvl="0" indent="0" algn="ctr" rtl="0">
                        <a:lnSpc>
                          <a:spcPct val="100000"/>
                        </a:lnSpc>
                        <a:spcBef>
                          <a:spcPts val="0"/>
                        </a:spcBef>
                        <a:spcAft>
                          <a:spcPts val="0"/>
                        </a:spcAft>
                        <a:buClr>
                          <a:srgbClr val="000000"/>
                        </a:buClr>
                        <a:buSzPts val="1400"/>
                        <a:buFont typeface="Arial"/>
                        <a:buNone/>
                      </a:pPr>
                      <a:endParaRPr sz="1600" u="none" strike="noStrike" cap="none" dirty="0">
                        <a:latin typeface="Proxima Nova Semibold"/>
                        <a:ea typeface="Proxima Nova Semibold"/>
                        <a:cs typeface="Proxima Nova Semibold"/>
                        <a:sym typeface="Proxima Nova Semibold"/>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latin typeface="Calibri"/>
                        <a:ea typeface="Calibri"/>
                        <a:cs typeface="Calibri"/>
                        <a:sym typeface="Calibri"/>
                      </a:endParaRPr>
                    </a:p>
                  </a:txBody>
                  <a:tcPr marL="91450" marR="91450" marT="45725" marB="45725"/>
                </a:tc>
                <a:extLst>
                  <a:ext uri="{0D108BD9-81ED-4DB2-BD59-A6C34878D82A}">
                    <a16:rowId xmlns="" xmlns:a16="http://schemas.microsoft.com/office/drawing/2014/main" val="10003"/>
                  </a:ext>
                </a:extLst>
              </a:tr>
            </a:tbl>
          </a:graphicData>
        </a:graphic>
      </p:graphicFrame>
    </p:spTree>
    <p:extLst>
      <p:ext uri="{BB962C8B-B14F-4D97-AF65-F5344CB8AC3E}">
        <p14:creationId xmlns:p14="http://schemas.microsoft.com/office/powerpoint/2010/main" val="2059039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4"/>
          <p:cNvSpPr txBox="1">
            <a:spLocks noGrp="1"/>
          </p:cNvSpPr>
          <p:nvPr>
            <p:ph type="title"/>
          </p:nvPr>
        </p:nvSpPr>
        <p:spPr>
          <a:xfrm>
            <a:off x="457200" y="1070150"/>
            <a:ext cx="4769100" cy="3310800"/>
          </a:xfrm>
          <a:prstGeom prst="rect">
            <a:avLst/>
          </a:prstGeom>
          <a:noFill/>
          <a:ln>
            <a:noFill/>
          </a:ln>
        </p:spPr>
        <p:txBody>
          <a:bodyPr spcFirstLastPara="1" wrap="square" lIns="0" tIns="0" rIns="0" bIns="0" anchor="t" anchorCtr="0">
            <a:noAutofit/>
          </a:bodyPr>
          <a:lstStyle/>
          <a:p>
            <a:pPr marL="457200" lvl="0" indent="-330200" algn="l" rtl="0">
              <a:lnSpc>
                <a:spcPct val="100000"/>
              </a:lnSpc>
              <a:spcBef>
                <a:spcPts val="0"/>
              </a:spcBef>
              <a:spcAft>
                <a:spcPts val="0"/>
              </a:spcAft>
              <a:buClr>
                <a:schemeClr val="dk1"/>
              </a:buClr>
              <a:buSzPts val="1600"/>
              <a:buFont typeface="Proxima Nova Semibold"/>
              <a:buAutoNum type="arabicPeriod"/>
            </a:pPr>
            <a:r>
              <a:rPr lang="en" sz="1600">
                <a:solidFill>
                  <a:schemeClr val="dk1"/>
                </a:solidFill>
                <a:highlight>
                  <a:srgbClr val="FFFFFF"/>
                </a:highlight>
                <a:latin typeface="Proxima Nova Semibold"/>
                <a:ea typeface="Proxima Nova Semibold"/>
                <a:cs typeface="Proxima Nova Semibold"/>
                <a:sym typeface="Proxima Nova Semibold"/>
              </a:rPr>
              <a:t>What is Javascript?</a:t>
            </a:r>
            <a:endParaRPr sz="1600">
              <a:solidFill>
                <a:schemeClr val="dk1"/>
              </a:solidFill>
              <a:highlight>
                <a:srgbClr val="FFFFFF"/>
              </a:highlight>
              <a:latin typeface="Proxima Nova Semibold"/>
              <a:ea typeface="Proxima Nova Semibold"/>
              <a:cs typeface="Proxima Nova Semibold"/>
              <a:sym typeface="Proxima Nova Semibold"/>
            </a:endParaRPr>
          </a:p>
          <a:p>
            <a:pPr marL="457200" lvl="0" indent="-330200" algn="l" rtl="0">
              <a:lnSpc>
                <a:spcPct val="100000"/>
              </a:lnSpc>
              <a:spcBef>
                <a:spcPts val="0"/>
              </a:spcBef>
              <a:spcAft>
                <a:spcPts val="0"/>
              </a:spcAft>
              <a:buClr>
                <a:schemeClr val="dk1"/>
              </a:buClr>
              <a:buSzPts val="1600"/>
              <a:buFont typeface="Proxima Nova Semibold"/>
              <a:buAutoNum type="arabicPeriod"/>
            </a:pPr>
            <a:r>
              <a:rPr lang="en" sz="1600">
                <a:solidFill>
                  <a:schemeClr val="dk1"/>
                </a:solidFill>
                <a:highlight>
                  <a:srgbClr val="FFFFFF"/>
                </a:highlight>
                <a:latin typeface="Proxima Nova Semibold"/>
                <a:ea typeface="Proxima Nova Semibold"/>
                <a:cs typeface="Proxima Nova Semibold"/>
                <a:sym typeface="Proxima Nova Semibold"/>
              </a:rPr>
              <a:t>How to validate the user data using Javascript?</a:t>
            </a:r>
            <a:endParaRPr sz="1600">
              <a:solidFill>
                <a:schemeClr val="dk1"/>
              </a:solidFill>
              <a:highlight>
                <a:srgbClr val="FFFFFF"/>
              </a:highlight>
              <a:latin typeface="Proxima Nova Semibold"/>
              <a:ea typeface="Proxima Nova Semibold"/>
              <a:cs typeface="Proxima Nova Semibold"/>
              <a:sym typeface="Proxima Nova Semibold"/>
            </a:endParaRPr>
          </a:p>
          <a:p>
            <a:pPr marL="457200" lvl="0" indent="-330200" algn="l" rtl="0">
              <a:lnSpc>
                <a:spcPct val="100000"/>
              </a:lnSpc>
              <a:spcBef>
                <a:spcPts val="0"/>
              </a:spcBef>
              <a:spcAft>
                <a:spcPts val="0"/>
              </a:spcAft>
              <a:buClr>
                <a:schemeClr val="dk1"/>
              </a:buClr>
              <a:buSzPts val="1600"/>
              <a:buFont typeface="Proxima Nova Semibold"/>
              <a:buAutoNum type="arabicPeriod"/>
            </a:pPr>
            <a:r>
              <a:rPr lang="en" sz="1600">
                <a:solidFill>
                  <a:schemeClr val="dk1"/>
                </a:solidFill>
                <a:highlight>
                  <a:srgbClr val="FFFFFF"/>
                </a:highlight>
                <a:latin typeface="Proxima Nova Semibold"/>
                <a:ea typeface="Proxima Nova Semibold"/>
                <a:cs typeface="Proxima Nova Semibold"/>
                <a:sym typeface="Proxima Nova Semibold"/>
              </a:rPr>
              <a:t>What are the types of Javascript?</a:t>
            </a:r>
            <a:endParaRPr sz="1600">
              <a:solidFill>
                <a:schemeClr val="dk1"/>
              </a:solidFill>
              <a:highlight>
                <a:srgbClr val="FFFFFF"/>
              </a:highlight>
              <a:latin typeface="Proxima Nova Semibold"/>
              <a:ea typeface="Proxima Nova Semibold"/>
              <a:cs typeface="Proxima Nova Semibold"/>
              <a:sym typeface="Proxima Nova Semibold"/>
            </a:endParaRPr>
          </a:p>
        </p:txBody>
      </p:sp>
      <p:sp>
        <p:nvSpPr>
          <p:cNvPr id="165" name="Google Shape;165;p4"/>
          <p:cNvSpPr txBox="1"/>
          <p:nvPr/>
        </p:nvSpPr>
        <p:spPr>
          <a:xfrm>
            <a:off x="381000" y="321000"/>
            <a:ext cx="3000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Do You Know?</a:t>
            </a:r>
            <a:endParaRPr sz="2400" b="1" i="0" u="none" strike="noStrike" cap="none">
              <a:solidFill>
                <a:srgbClr val="323F4F"/>
              </a:solidFill>
              <a:latin typeface="Proxima Nova"/>
              <a:ea typeface="Proxima Nova"/>
              <a:cs typeface="Proxima Nova"/>
              <a:sym typeface="Proxima Nova"/>
            </a:endParaRPr>
          </a:p>
        </p:txBody>
      </p:sp>
    </p:spTree>
    <p:extLst>
      <p:ext uri="{BB962C8B-B14F-4D97-AF65-F5344CB8AC3E}">
        <p14:creationId xmlns:p14="http://schemas.microsoft.com/office/powerpoint/2010/main" val="1766485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g24a84ead391_0_19"/>
          <p:cNvSpPr txBox="1"/>
          <p:nvPr/>
        </p:nvSpPr>
        <p:spPr>
          <a:xfrm>
            <a:off x="457200" y="277400"/>
            <a:ext cx="3000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 sz="2400" b="1" i="0" u="none" strike="noStrike" cap="none">
                <a:solidFill>
                  <a:srgbClr val="323F4F"/>
                </a:solidFill>
                <a:latin typeface="Proxima Nova"/>
                <a:ea typeface="Proxima Nova"/>
                <a:cs typeface="Proxima Nova"/>
                <a:sym typeface="Proxima Nova"/>
              </a:rPr>
              <a:t>Pre-Test</a:t>
            </a:r>
            <a:endParaRPr sz="2400" b="1" i="0" u="none" strike="noStrike" cap="none">
              <a:solidFill>
                <a:srgbClr val="323F4F"/>
              </a:solidFill>
              <a:latin typeface="Proxima Nova"/>
              <a:ea typeface="Proxima Nova"/>
              <a:cs typeface="Proxima Nova"/>
              <a:sym typeface="Proxima Nova"/>
            </a:endParaRPr>
          </a:p>
        </p:txBody>
      </p:sp>
      <p:graphicFrame>
        <p:nvGraphicFramePr>
          <p:cNvPr id="171" name="Google Shape;171;g24a84ead391_0_19"/>
          <p:cNvGraphicFramePr/>
          <p:nvPr/>
        </p:nvGraphicFramePr>
        <p:xfrm>
          <a:off x="538025" y="1165870"/>
          <a:ext cx="7650125" cy="2986950"/>
        </p:xfrm>
        <a:graphic>
          <a:graphicData uri="http://schemas.openxmlformats.org/drawingml/2006/table">
            <a:tbl>
              <a:tblPr>
                <a:noFill/>
                <a:tableStyleId>{1B9BAF51-D252-47A5-B818-23F1545D66B1}</a:tableStyleId>
              </a:tblPr>
              <a:tblGrid>
                <a:gridCol w="981675">
                  <a:extLst>
                    <a:ext uri="{9D8B030D-6E8A-4147-A177-3AD203B41FA5}">
                      <a16:colId xmlns:a16="http://schemas.microsoft.com/office/drawing/2014/main" xmlns="" val="20000"/>
                    </a:ext>
                  </a:extLst>
                </a:gridCol>
                <a:gridCol w="3052300">
                  <a:extLst>
                    <a:ext uri="{9D8B030D-6E8A-4147-A177-3AD203B41FA5}">
                      <a16:colId xmlns:a16="http://schemas.microsoft.com/office/drawing/2014/main" xmlns="" val="20001"/>
                    </a:ext>
                  </a:extLst>
                </a:gridCol>
                <a:gridCol w="3616150">
                  <a:extLst>
                    <a:ext uri="{9D8B030D-6E8A-4147-A177-3AD203B41FA5}">
                      <a16:colId xmlns:a16="http://schemas.microsoft.com/office/drawing/2014/main" xmlns="" val="20002"/>
                    </a:ext>
                  </a:extLst>
                </a:gridCol>
              </a:tblGrid>
              <a:tr h="536000">
                <a:tc>
                  <a:txBody>
                    <a:bodyPr/>
                    <a:lstStyle/>
                    <a:p>
                      <a:pPr marL="0" marR="0" lvl="0" indent="0" algn="l" rtl="0">
                        <a:lnSpc>
                          <a:spcPct val="100000"/>
                        </a:lnSpc>
                        <a:spcBef>
                          <a:spcPts val="0"/>
                        </a:spcBef>
                        <a:spcAft>
                          <a:spcPts val="0"/>
                        </a:spcAft>
                        <a:buClr>
                          <a:srgbClr val="000000"/>
                        </a:buClr>
                        <a:buSzPts val="1300"/>
                        <a:buFont typeface="Arial"/>
                        <a:buNone/>
                      </a:pPr>
                      <a:r>
                        <a:rPr lang="en" sz="1600" u="none" strike="noStrike" cap="none">
                          <a:solidFill>
                            <a:schemeClr val="lt1"/>
                          </a:solidFill>
                          <a:latin typeface="Proxima Nova Semibold"/>
                          <a:ea typeface="Proxima Nova Semibold"/>
                          <a:cs typeface="Proxima Nova Semibold"/>
                          <a:sym typeface="Proxima Nova Semibold"/>
                        </a:rPr>
                        <a:t>S.No</a:t>
                      </a:r>
                      <a:endParaRPr sz="1600" u="none" strike="noStrike" cap="none">
                        <a:solidFill>
                          <a:schemeClr val="lt1"/>
                        </a:solidFill>
                        <a:latin typeface="Proxima Nova Semibold"/>
                        <a:ea typeface="Proxima Nova Semibold"/>
                        <a:cs typeface="Proxima Nova Semibold"/>
                        <a:sym typeface="Proxima Nova Semibold"/>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25235B"/>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 sz="1600" u="none" strike="noStrike" cap="none">
                          <a:solidFill>
                            <a:schemeClr val="lt1"/>
                          </a:solidFill>
                          <a:latin typeface="Proxima Nova Semibold"/>
                          <a:ea typeface="Proxima Nova Semibold"/>
                          <a:cs typeface="Proxima Nova Semibold"/>
                          <a:sym typeface="Proxima Nova Semibold"/>
                        </a:rPr>
                        <a:t>Question</a:t>
                      </a:r>
                      <a:endParaRPr sz="1600" u="none" strike="noStrike" cap="none">
                        <a:solidFill>
                          <a:schemeClr val="lt1"/>
                        </a:solidFill>
                        <a:latin typeface="Proxima Nova Semibold"/>
                        <a:ea typeface="Proxima Nova Semibold"/>
                        <a:cs typeface="Proxima Nova Semibold"/>
                        <a:sym typeface="Proxima Nova Semibold"/>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25235B"/>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 sz="1600" u="none" strike="noStrike" cap="none">
                          <a:solidFill>
                            <a:schemeClr val="lt1"/>
                          </a:solidFill>
                          <a:latin typeface="Proxima Nova Semibold"/>
                          <a:ea typeface="Proxima Nova Semibold"/>
                          <a:cs typeface="Proxima Nova Semibold"/>
                          <a:sym typeface="Proxima Nova Semibold"/>
                        </a:rPr>
                        <a:t>Answer Options</a:t>
                      </a:r>
                      <a:endParaRPr sz="1600" u="none" strike="noStrike" cap="none">
                        <a:solidFill>
                          <a:schemeClr val="dk1"/>
                        </a:solidFill>
                        <a:latin typeface="Proxima Nova Semibold"/>
                        <a:ea typeface="Proxima Nova Semibold"/>
                        <a:cs typeface="Proxima Nova Semibold"/>
                        <a:sym typeface="Proxima Nova Semibold"/>
                      </a:endParaRPr>
                    </a:p>
                    <a:p>
                      <a:pPr marL="0" marR="0" lvl="0" indent="0" algn="l" rtl="0">
                        <a:lnSpc>
                          <a:spcPct val="100000"/>
                        </a:lnSpc>
                        <a:spcBef>
                          <a:spcPts val="0"/>
                        </a:spcBef>
                        <a:spcAft>
                          <a:spcPts val="0"/>
                        </a:spcAft>
                        <a:buClr>
                          <a:srgbClr val="000000"/>
                        </a:buClr>
                        <a:buSzPts val="1300"/>
                        <a:buFont typeface="Arial"/>
                        <a:buNone/>
                      </a:pPr>
                      <a:endParaRPr sz="1600" u="none" strike="noStrike" cap="none">
                        <a:latin typeface="Proxima Nova Semibold"/>
                        <a:ea typeface="Proxima Nova Semibold"/>
                        <a:cs typeface="Proxima Nova Semibold"/>
                        <a:sym typeface="Proxima Nova Semibold"/>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25235B"/>
                    </a:solidFill>
                  </a:tcPr>
                </a:tc>
                <a:extLst>
                  <a:ext uri="{0D108BD9-81ED-4DB2-BD59-A6C34878D82A}">
                    <a16:rowId xmlns:a16="http://schemas.microsoft.com/office/drawing/2014/main" xmlns="" val="10000"/>
                  </a:ext>
                </a:extLst>
              </a:tr>
              <a:tr h="1120750">
                <a:tc>
                  <a:txBody>
                    <a:bodyPr/>
                    <a:lstStyle/>
                    <a:p>
                      <a:pPr marL="0" marR="0" lvl="0" indent="0" algn="l" rtl="0">
                        <a:lnSpc>
                          <a:spcPct val="100000"/>
                        </a:lnSpc>
                        <a:spcBef>
                          <a:spcPts val="0"/>
                        </a:spcBef>
                        <a:spcAft>
                          <a:spcPts val="0"/>
                        </a:spcAft>
                        <a:buClr>
                          <a:srgbClr val="000000"/>
                        </a:buClr>
                        <a:buSzPts val="1100"/>
                        <a:buFont typeface="Arial"/>
                        <a:buNone/>
                      </a:pPr>
                      <a:r>
                        <a:rPr lang="en" sz="1600" u="none" strike="noStrike" cap="none">
                          <a:solidFill>
                            <a:schemeClr val="dk1"/>
                          </a:solidFill>
                          <a:latin typeface="Proxima Nova Semibold"/>
                          <a:ea typeface="Proxima Nova Semibold"/>
                          <a:cs typeface="Proxima Nova Semibold"/>
                          <a:sym typeface="Proxima Nova Semibold"/>
                        </a:rPr>
                        <a:t>1</a:t>
                      </a:r>
                      <a:endParaRPr sz="1600" u="none" strike="noStrike" cap="none">
                        <a:solidFill>
                          <a:schemeClr val="dk1"/>
                        </a:solidFill>
                        <a:latin typeface="Proxima Nova Semibold"/>
                        <a:ea typeface="Proxima Nova Semibold"/>
                        <a:cs typeface="Proxima Nova Semibold"/>
                        <a:sym typeface="Proxima Nova Semibold"/>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5"/>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 sz="1600" u="none" strike="noStrike" cap="none">
                          <a:solidFill>
                            <a:srgbClr val="3A3A3A"/>
                          </a:solidFill>
                          <a:highlight>
                            <a:srgbClr val="FFFFFF"/>
                          </a:highlight>
                          <a:latin typeface="Proxima Nova Semibold"/>
                          <a:ea typeface="Proxima Nova Semibold"/>
                          <a:cs typeface="Proxima Nova Semibold"/>
                          <a:sym typeface="Proxima Nova Semibold"/>
                        </a:rPr>
                        <a:t> </a:t>
                      </a:r>
                      <a:r>
                        <a:rPr lang="en" sz="1600" u="none" strike="noStrike" cap="none">
                          <a:solidFill>
                            <a:srgbClr val="373E3F"/>
                          </a:solidFill>
                          <a:highlight>
                            <a:srgbClr val="FFFFFF"/>
                          </a:highlight>
                          <a:latin typeface="Proxima Nova Semibold"/>
                          <a:ea typeface="Proxima Nova Semibold"/>
                          <a:cs typeface="Proxima Nova Semibold"/>
                          <a:sym typeface="Proxima Nova Semibold"/>
                        </a:rPr>
                        <a:t>Which of the following tag is used to write internal Javascript?</a:t>
                      </a:r>
                      <a:endParaRPr sz="1600" u="none" strike="noStrike" cap="none">
                        <a:solidFill>
                          <a:schemeClr val="dk1"/>
                        </a:solidFill>
                        <a:latin typeface="Proxima Nova Semibold"/>
                        <a:ea typeface="Proxima Nova Semibold"/>
                        <a:cs typeface="Proxima Nova Semibold"/>
                        <a:sym typeface="Proxima Nova Semibold"/>
                      </a:endParaRPr>
                    </a:p>
                  </a:txBody>
                  <a:tcPr marL="91425" marR="274300"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 sz="1600" u="none" strike="noStrike" cap="none">
                          <a:solidFill>
                            <a:srgbClr val="3A3A3A"/>
                          </a:solidFill>
                          <a:highlight>
                            <a:srgbClr val="FFFFFF"/>
                          </a:highlight>
                          <a:latin typeface="Proxima Nova Semibold"/>
                          <a:ea typeface="Proxima Nova Semibold"/>
                          <a:cs typeface="Proxima Nova Semibold"/>
                          <a:sym typeface="Proxima Nova Semibold"/>
                        </a:rPr>
                        <a:t>a)</a:t>
                      </a:r>
                      <a:r>
                        <a:rPr lang="en" sz="1600" u="none" strike="noStrike" cap="none">
                          <a:solidFill>
                            <a:srgbClr val="373E3F"/>
                          </a:solidFill>
                          <a:highlight>
                            <a:srgbClr val="F0F0F0"/>
                          </a:highlight>
                          <a:latin typeface="Proxima Nova Semibold"/>
                          <a:ea typeface="Proxima Nova Semibold"/>
                          <a:cs typeface="Proxima Nova Semibold"/>
                          <a:sym typeface="Proxima Nova Semibold"/>
                        </a:rPr>
                        <a:t>&lt;style&gt;</a:t>
                      </a:r>
                      <a:endParaRPr sz="1600" u="none" strike="noStrike" cap="none">
                        <a:solidFill>
                          <a:srgbClr val="3A3A3A"/>
                        </a:solidFill>
                        <a:highlight>
                          <a:srgbClr val="FFFFFF"/>
                        </a:highlight>
                        <a:latin typeface="Proxima Nova Semibold"/>
                        <a:ea typeface="Proxima Nova Semibold"/>
                        <a:cs typeface="Proxima Nova Semibold"/>
                        <a:sym typeface="Proxima Nova Semibold"/>
                      </a:endParaRPr>
                    </a:p>
                    <a:p>
                      <a:pPr marL="0" marR="0" lvl="0" indent="0" algn="l" rtl="0">
                        <a:lnSpc>
                          <a:spcPct val="100000"/>
                        </a:lnSpc>
                        <a:spcBef>
                          <a:spcPts val="0"/>
                        </a:spcBef>
                        <a:spcAft>
                          <a:spcPts val="0"/>
                        </a:spcAft>
                        <a:buClr>
                          <a:schemeClr val="dk1"/>
                        </a:buClr>
                        <a:buSzPts val="1100"/>
                        <a:buFont typeface="Arial"/>
                        <a:buNone/>
                      </a:pPr>
                      <a:r>
                        <a:rPr lang="en" sz="1600" u="none" strike="noStrike" cap="none">
                          <a:solidFill>
                            <a:srgbClr val="3A3A3A"/>
                          </a:solidFill>
                          <a:highlight>
                            <a:srgbClr val="FFFFFF"/>
                          </a:highlight>
                          <a:latin typeface="Proxima Nova Semibold"/>
                          <a:ea typeface="Proxima Nova Semibold"/>
                          <a:cs typeface="Proxima Nova Semibold"/>
                          <a:sym typeface="Proxima Nova Semibold"/>
                        </a:rPr>
                        <a:t>b) </a:t>
                      </a:r>
                      <a:r>
                        <a:rPr lang="en" sz="1600" u="none" strike="noStrike" cap="none">
                          <a:solidFill>
                            <a:srgbClr val="373E3F"/>
                          </a:solidFill>
                          <a:highlight>
                            <a:srgbClr val="F0F0F0"/>
                          </a:highlight>
                          <a:latin typeface="Proxima Nova Semibold"/>
                          <a:ea typeface="Proxima Nova Semibold"/>
                          <a:cs typeface="Proxima Nova Semibold"/>
                          <a:sym typeface="Proxima Nova Semibold"/>
                        </a:rPr>
                        <a:t>&lt;script&gt;</a:t>
                      </a:r>
                      <a:endParaRPr sz="1600" u="none" strike="noStrike" cap="none">
                        <a:solidFill>
                          <a:srgbClr val="3A3A3A"/>
                        </a:solidFill>
                        <a:highlight>
                          <a:srgbClr val="FFFFFF"/>
                        </a:highlight>
                        <a:latin typeface="Proxima Nova Semibold"/>
                        <a:ea typeface="Proxima Nova Semibold"/>
                        <a:cs typeface="Proxima Nova Semibold"/>
                        <a:sym typeface="Proxima Nova Semibold"/>
                      </a:endParaRPr>
                    </a:p>
                    <a:p>
                      <a:pPr marL="0" marR="0" lvl="0" indent="0" algn="l" rtl="0">
                        <a:lnSpc>
                          <a:spcPct val="100000"/>
                        </a:lnSpc>
                        <a:spcBef>
                          <a:spcPts val="0"/>
                        </a:spcBef>
                        <a:spcAft>
                          <a:spcPts val="0"/>
                        </a:spcAft>
                        <a:buClr>
                          <a:schemeClr val="dk1"/>
                        </a:buClr>
                        <a:buSzPts val="1100"/>
                        <a:buFont typeface="Arial"/>
                        <a:buNone/>
                      </a:pPr>
                      <a:r>
                        <a:rPr lang="en" sz="1600" u="none" strike="noStrike" cap="none">
                          <a:solidFill>
                            <a:srgbClr val="3A3A3A"/>
                          </a:solidFill>
                          <a:highlight>
                            <a:srgbClr val="FFFFFF"/>
                          </a:highlight>
                          <a:latin typeface="Proxima Nova Semibold"/>
                          <a:ea typeface="Proxima Nova Semibold"/>
                          <a:cs typeface="Proxima Nova Semibold"/>
                          <a:sym typeface="Proxima Nova Semibold"/>
                        </a:rPr>
                        <a:t>c) </a:t>
                      </a:r>
                      <a:r>
                        <a:rPr lang="en" sz="1600" u="none" strike="noStrike" cap="none">
                          <a:solidFill>
                            <a:srgbClr val="373E3F"/>
                          </a:solidFill>
                          <a:highlight>
                            <a:srgbClr val="F0F0F0"/>
                          </a:highlight>
                          <a:latin typeface="Proxima Nova Semibold"/>
                          <a:ea typeface="Proxima Nova Semibold"/>
                          <a:cs typeface="Proxima Nova Semibold"/>
                          <a:sym typeface="Proxima Nova Semibold"/>
                        </a:rPr>
                        <a:t>&lt;javascript&gt;</a:t>
                      </a:r>
                      <a:endParaRPr sz="1600" u="none" strike="noStrike" cap="none">
                        <a:solidFill>
                          <a:srgbClr val="3A3A3A"/>
                        </a:solidFill>
                        <a:highlight>
                          <a:srgbClr val="FFFFFF"/>
                        </a:highlight>
                        <a:latin typeface="Proxima Nova Semibold"/>
                        <a:ea typeface="Proxima Nova Semibold"/>
                        <a:cs typeface="Proxima Nova Semibold"/>
                        <a:sym typeface="Proxima Nova Semibold"/>
                      </a:endParaRPr>
                    </a:p>
                    <a:p>
                      <a:pPr marL="0" marR="0" lvl="0" indent="0" algn="l" rtl="0">
                        <a:lnSpc>
                          <a:spcPct val="100000"/>
                        </a:lnSpc>
                        <a:spcBef>
                          <a:spcPts val="0"/>
                        </a:spcBef>
                        <a:spcAft>
                          <a:spcPts val="0"/>
                        </a:spcAft>
                        <a:buClr>
                          <a:srgbClr val="000000"/>
                        </a:buClr>
                        <a:buSzPts val="1300"/>
                        <a:buFont typeface="Arial"/>
                        <a:buNone/>
                      </a:pPr>
                      <a:r>
                        <a:rPr lang="en" sz="1600" u="none" strike="noStrike" cap="none">
                          <a:solidFill>
                            <a:srgbClr val="3A3A3A"/>
                          </a:solidFill>
                          <a:highlight>
                            <a:srgbClr val="FFFFFF"/>
                          </a:highlight>
                          <a:latin typeface="Proxima Nova Semibold"/>
                          <a:ea typeface="Proxima Nova Semibold"/>
                          <a:cs typeface="Proxima Nova Semibold"/>
                          <a:sym typeface="Proxima Nova Semibold"/>
                        </a:rPr>
                        <a:t>d) &lt;js&gt;</a:t>
                      </a:r>
                      <a:endParaRPr sz="1600" u="none" strike="noStrike" cap="none">
                        <a:solidFill>
                          <a:schemeClr val="dk1"/>
                        </a:solidFill>
                        <a:latin typeface="Proxima Nova Semibold"/>
                        <a:ea typeface="Proxima Nova Semibold"/>
                        <a:cs typeface="Proxima Nova Semibold"/>
                        <a:sym typeface="Proxima Nova Semibold"/>
                      </a:endParaRPr>
                    </a:p>
                  </a:txBody>
                  <a:tcPr marL="91425" marR="274300"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FFFFFF"/>
                      </a:solidFill>
                      <a:prstDash val="solid"/>
                      <a:round/>
                      <a:headEnd type="none" w="sm" len="sm"/>
                      <a:tailEnd type="none" w="sm" len="sm"/>
                    </a:lnB>
                  </a:tcPr>
                </a:tc>
                <a:extLst>
                  <a:ext uri="{0D108BD9-81ED-4DB2-BD59-A6C34878D82A}">
                    <a16:rowId xmlns:a16="http://schemas.microsoft.com/office/drawing/2014/main" xmlns="" val="10001"/>
                  </a:ext>
                </a:extLst>
              </a:tr>
              <a:tr h="925850">
                <a:tc>
                  <a:txBody>
                    <a:bodyPr/>
                    <a:lstStyle/>
                    <a:p>
                      <a:pPr marL="0" marR="0" lvl="0" indent="0" algn="l" rtl="0">
                        <a:lnSpc>
                          <a:spcPct val="100000"/>
                        </a:lnSpc>
                        <a:spcBef>
                          <a:spcPts val="0"/>
                        </a:spcBef>
                        <a:spcAft>
                          <a:spcPts val="0"/>
                        </a:spcAft>
                        <a:buClr>
                          <a:srgbClr val="000000"/>
                        </a:buClr>
                        <a:buSzPts val="1100"/>
                        <a:buFont typeface="Arial"/>
                        <a:buNone/>
                      </a:pPr>
                      <a:r>
                        <a:rPr lang="en" sz="1600" u="none" strike="noStrike" cap="none">
                          <a:solidFill>
                            <a:schemeClr val="dk1"/>
                          </a:solidFill>
                          <a:latin typeface="Proxima Nova Semibold"/>
                          <a:ea typeface="Proxima Nova Semibold"/>
                          <a:cs typeface="Proxima Nova Semibold"/>
                          <a:sym typeface="Proxima Nova Semibold"/>
                        </a:rPr>
                        <a:t>2</a:t>
                      </a:r>
                      <a:endParaRPr sz="1600" u="none" strike="noStrike" cap="none">
                        <a:solidFill>
                          <a:schemeClr val="dk1"/>
                        </a:solidFill>
                        <a:latin typeface="Proxima Nova Semibold"/>
                        <a:ea typeface="Proxima Nova Semibold"/>
                        <a:cs typeface="Proxima Nova Semibold"/>
                        <a:sym typeface="Proxima Nova Semibold"/>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5"/>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 sz="1600" u="none" strike="noStrike" cap="none">
                          <a:solidFill>
                            <a:srgbClr val="373E3F"/>
                          </a:solidFill>
                          <a:highlight>
                            <a:srgbClr val="FFFFFF"/>
                          </a:highlight>
                          <a:latin typeface="Proxima Nova Semibold"/>
                          <a:ea typeface="Proxima Nova Semibold"/>
                          <a:cs typeface="Proxima Nova Semibold"/>
                          <a:sym typeface="Proxima Nova Semibold"/>
                        </a:rPr>
                        <a:t>Which of the following is / are the types of Javascript?</a:t>
                      </a:r>
                      <a:endParaRPr sz="1600" u="none" strike="noStrike" cap="none">
                        <a:solidFill>
                          <a:schemeClr val="dk1"/>
                        </a:solidFill>
                        <a:latin typeface="Proxima Nova Semibold"/>
                        <a:ea typeface="Proxima Nova Semibold"/>
                        <a:cs typeface="Proxima Nova Semibold"/>
                        <a:sym typeface="Proxima Nova Semibold"/>
                      </a:endParaRPr>
                    </a:p>
                  </a:txBody>
                  <a:tcPr marL="91425" marR="274300"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 sz="1600" u="none" strike="noStrike" cap="none">
                          <a:solidFill>
                            <a:srgbClr val="3A3A3A"/>
                          </a:solidFill>
                          <a:highlight>
                            <a:srgbClr val="FFFFFF"/>
                          </a:highlight>
                          <a:latin typeface="Proxima Nova Semibold"/>
                          <a:ea typeface="Proxima Nova Semibold"/>
                          <a:cs typeface="Proxima Nova Semibold"/>
                          <a:sym typeface="Proxima Nova Semibold"/>
                        </a:rPr>
                        <a:t>a)Inline Javascript.</a:t>
                      </a:r>
                      <a:endParaRPr sz="1600" u="none" strike="noStrike" cap="none">
                        <a:solidFill>
                          <a:srgbClr val="3A3A3A"/>
                        </a:solidFill>
                        <a:highlight>
                          <a:srgbClr val="FFFFFF"/>
                        </a:highlight>
                        <a:latin typeface="Proxima Nova Semibold"/>
                        <a:ea typeface="Proxima Nova Semibold"/>
                        <a:cs typeface="Proxima Nova Semibold"/>
                        <a:sym typeface="Proxima Nova Semibold"/>
                      </a:endParaRPr>
                    </a:p>
                    <a:p>
                      <a:pPr marL="0" marR="0" lvl="0" indent="0" algn="l" rtl="0">
                        <a:lnSpc>
                          <a:spcPct val="100000"/>
                        </a:lnSpc>
                        <a:spcBef>
                          <a:spcPts val="0"/>
                        </a:spcBef>
                        <a:spcAft>
                          <a:spcPts val="0"/>
                        </a:spcAft>
                        <a:buClr>
                          <a:schemeClr val="dk1"/>
                        </a:buClr>
                        <a:buSzPts val="1100"/>
                        <a:buFont typeface="Arial"/>
                        <a:buNone/>
                      </a:pPr>
                      <a:r>
                        <a:rPr lang="en" sz="1600" u="none" strike="noStrike" cap="none">
                          <a:solidFill>
                            <a:srgbClr val="3A3A3A"/>
                          </a:solidFill>
                          <a:highlight>
                            <a:srgbClr val="FFFFFF"/>
                          </a:highlight>
                          <a:latin typeface="Proxima Nova Semibold"/>
                          <a:ea typeface="Proxima Nova Semibold"/>
                          <a:cs typeface="Proxima Nova Semibold"/>
                          <a:sym typeface="Proxima Nova Semibold"/>
                        </a:rPr>
                        <a:t>b) Internal Javascript.</a:t>
                      </a:r>
                      <a:endParaRPr sz="1600" u="none" strike="noStrike" cap="none">
                        <a:solidFill>
                          <a:srgbClr val="3A3A3A"/>
                        </a:solidFill>
                        <a:highlight>
                          <a:srgbClr val="FFFFFF"/>
                        </a:highlight>
                        <a:latin typeface="Proxima Nova Semibold"/>
                        <a:ea typeface="Proxima Nova Semibold"/>
                        <a:cs typeface="Proxima Nova Semibold"/>
                        <a:sym typeface="Proxima Nova Semibold"/>
                      </a:endParaRPr>
                    </a:p>
                    <a:p>
                      <a:pPr marL="0" marR="0" lvl="0" indent="0" algn="l" rtl="0">
                        <a:lnSpc>
                          <a:spcPct val="100000"/>
                        </a:lnSpc>
                        <a:spcBef>
                          <a:spcPts val="0"/>
                        </a:spcBef>
                        <a:spcAft>
                          <a:spcPts val="0"/>
                        </a:spcAft>
                        <a:buClr>
                          <a:schemeClr val="dk1"/>
                        </a:buClr>
                        <a:buSzPts val="1100"/>
                        <a:buFont typeface="Arial"/>
                        <a:buNone/>
                      </a:pPr>
                      <a:r>
                        <a:rPr lang="en" sz="1600" u="none" strike="noStrike" cap="none">
                          <a:solidFill>
                            <a:srgbClr val="3A3A3A"/>
                          </a:solidFill>
                          <a:highlight>
                            <a:srgbClr val="FFFFFF"/>
                          </a:highlight>
                          <a:latin typeface="Proxima Nova Semibold"/>
                          <a:ea typeface="Proxima Nova Semibold"/>
                          <a:cs typeface="Proxima Nova Semibold"/>
                          <a:sym typeface="Proxima Nova Semibold"/>
                        </a:rPr>
                        <a:t>c) External Javascript.</a:t>
                      </a:r>
                      <a:endParaRPr sz="1600" u="none" strike="noStrike" cap="none">
                        <a:solidFill>
                          <a:srgbClr val="3A3A3A"/>
                        </a:solidFill>
                        <a:highlight>
                          <a:srgbClr val="FFFFFF"/>
                        </a:highlight>
                        <a:latin typeface="Proxima Nova Semibold"/>
                        <a:ea typeface="Proxima Nova Semibold"/>
                        <a:cs typeface="Proxima Nova Semibold"/>
                        <a:sym typeface="Proxima Nova Semibold"/>
                      </a:endParaRPr>
                    </a:p>
                    <a:p>
                      <a:pPr marL="0" marR="0" lvl="0" indent="0" algn="l" rtl="0">
                        <a:lnSpc>
                          <a:spcPct val="100000"/>
                        </a:lnSpc>
                        <a:spcBef>
                          <a:spcPts val="0"/>
                        </a:spcBef>
                        <a:spcAft>
                          <a:spcPts val="0"/>
                        </a:spcAft>
                        <a:buClr>
                          <a:srgbClr val="000000"/>
                        </a:buClr>
                        <a:buSzPts val="1300"/>
                        <a:buFont typeface="Arial"/>
                        <a:buNone/>
                      </a:pPr>
                      <a:r>
                        <a:rPr lang="en" sz="1600" u="none" strike="noStrike" cap="none">
                          <a:solidFill>
                            <a:srgbClr val="3A3A3A"/>
                          </a:solidFill>
                          <a:highlight>
                            <a:srgbClr val="FFFFFF"/>
                          </a:highlight>
                          <a:latin typeface="Proxima Nova Semibold"/>
                          <a:ea typeface="Proxima Nova Semibold"/>
                          <a:cs typeface="Proxima Nova Semibold"/>
                          <a:sym typeface="Proxima Nova Semibold"/>
                        </a:rPr>
                        <a:t>d) All the above</a:t>
                      </a:r>
                      <a:endParaRPr sz="1600" u="none" strike="noStrike" cap="none">
                        <a:solidFill>
                          <a:schemeClr val="dk1"/>
                        </a:solidFill>
                        <a:latin typeface="Proxima Nova Semibold"/>
                        <a:ea typeface="Proxima Nova Semibold"/>
                        <a:cs typeface="Proxima Nova Semibold"/>
                        <a:sym typeface="Proxima Nova Semibold"/>
                      </a:endParaRPr>
                    </a:p>
                  </a:txBody>
                  <a:tcPr marL="91425" marR="274300"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4034756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24a84ead391_0_98"/>
          <p:cNvSpPr txBox="1"/>
          <p:nvPr/>
        </p:nvSpPr>
        <p:spPr>
          <a:xfrm>
            <a:off x="457200" y="277400"/>
            <a:ext cx="3000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200"/>
              <a:buFont typeface="Arial"/>
              <a:buNone/>
            </a:pPr>
            <a:r>
              <a:rPr lang="en" sz="2400" b="1" i="0" u="none" strike="noStrike" cap="none">
                <a:solidFill>
                  <a:srgbClr val="323F4F"/>
                </a:solidFill>
                <a:latin typeface="Proxima Nova"/>
                <a:ea typeface="Proxima Nova"/>
                <a:cs typeface="Proxima Nova"/>
                <a:sym typeface="Proxima Nova"/>
              </a:rPr>
              <a:t>Pre-Test</a:t>
            </a:r>
            <a:endParaRPr sz="2400" b="1" i="0" u="none" strike="noStrike" cap="none">
              <a:solidFill>
                <a:srgbClr val="323F4F"/>
              </a:solidFill>
              <a:latin typeface="Proxima Nova"/>
              <a:ea typeface="Proxima Nova"/>
              <a:cs typeface="Proxima Nova"/>
              <a:sym typeface="Proxima Nova"/>
            </a:endParaRPr>
          </a:p>
        </p:txBody>
      </p:sp>
      <p:graphicFrame>
        <p:nvGraphicFramePr>
          <p:cNvPr id="177" name="Google Shape;177;g24a84ead391_0_98"/>
          <p:cNvGraphicFramePr/>
          <p:nvPr/>
        </p:nvGraphicFramePr>
        <p:xfrm>
          <a:off x="538025" y="1165870"/>
          <a:ext cx="7650125" cy="2986950"/>
        </p:xfrm>
        <a:graphic>
          <a:graphicData uri="http://schemas.openxmlformats.org/drawingml/2006/table">
            <a:tbl>
              <a:tblPr>
                <a:noFill/>
                <a:tableStyleId>{1B9BAF51-D252-47A5-B818-23F1545D66B1}</a:tableStyleId>
              </a:tblPr>
              <a:tblGrid>
                <a:gridCol w="981675">
                  <a:extLst>
                    <a:ext uri="{9D8B030D-6E8A-4147-A177-3AD203B41FA5}">
                      <a16:colId xmlns:a16="http://schemas.microsoft.com/office/drawing/2014/main" xmlns="" val="20000"/>
                    </a:ext>
                  </a:extLst>
                </a:gridCol>
                <a:gridCol w="3052300">
                  <a:extLst>
                    <a:ext uri="{9D8B030D-6E8A-4147-A177-3AD203B41FA5}">
                      <a16:colId xmlns:a16="http://schemas.microsoft.com/office/drawing/2014/main" xmlns="" val="20001"/>
                    </a:ext>
                  </a:extLst>
                </a:gridCol>
                <a:gridCol w="3616150">
                  <a:extLst>
                    <a:ext uri="{9D8B030D-6E8A-4147-A177-3AD203B41FA5}">
                      <a16:colId xmlns:a16="http://schemas.microsoft.com/office/drawing/2014/main" xmlns="" val="20002"/>
                    </a:ext>
                  </a:extLst>
                </a:gridCol>
              </a:tblGrid>
              <a:tr h="536000">
                <a:tc>
                  <a:txBody>
                    <a:bodyPr/>
                    <a:lstStyle/>
                    <a:p>
                      <a:pPr marL="0" marR="0" lvl="0" indent="0" algn="l" rtl="0">
                        <a:lnSpc>
                          <a:spcPct val="100000"/>
                        </a:lnSpc>
                        <a:spcBef>
                          <a:spcPts val="0"/>
                        </a:spcBef>
                        <a:spcAft>
                          <a:spcPts val="0"/>
                        </a:spcAft>
                        <a:buClr>
                          <a:srgbClr val="000000"/>
                        </a:buClr>
                        <a:buSzPts val="1300"/>
                        <a:buFont typeface="Arial"/>
                        <a:buNone/>
                      </a:pPr>
                      <a:r>
                        <a:rPr lang="en" sz="1600" u="none" strike="noStrike" cap="none">
                          <a:solidFill>
                            <a:schemeClr val="lt1"/>
                          </a:solidFill>
                          <a:latin typeface="Proxima Nova Semibold"/>
                          <a:ea typeface="Proxima Nova Semibold"/>
                          <a:cs typeface="Proxima Nova Semibold"/>
                          <a:sym typeface="Proxima Nova Semibold"/>
                        </a:rPr>
                        <a:t>S.No</a:t>
                      </a:r>
                      <a:endParaRPr sz="1600" u="none" strike="noStrike" cap="none">
                        <a:solidFill>
                          <a:schemeClr val="lt1"/>
                        </a:solidFill>
                        <a:latin typeface="Proxima Nova Semibold"/>
                        <a:ea typeface="Proxima Nova Semibold"/>
                        <a:cs typeface="Proxima Nova Semibold"/>
                        <a:sym typeface="Proxima Nova Semibold"/>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25235B"/>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 sz="1600" u="none" strike="noStrike" cap="none">
                          <a:solidFill>
                            <a:schemeClr val="lt1"/>
                          </a:solidFill>
                          <a:latin typeface="Proxima Nova Semibold"/>
                          <a:ea typeface="Proxima Nova Semibold"/>
                          <a:cs typeface="Proxima Nova Semibold"/>
                          <a:sym typeface="Proxima Nova Semibold"/>
                        </a:rPr>
                        <a:t>Question</a:t>
                      </a:r>
                      <a:endParaRPr sz="1600" u="none" strike="noStrike" cap="none">
                        <a:solidFill>
                          <a:schemeClr val="lt1"/>
                        </a:solidFill>
                        <a:latin typeface="Proxima Nova Semibold"/>
                        <a:ea typeface="Proxima Nova Semibold"/>
                        <a:cs typeface="Proxima Nova Semibold"/>
                        <a:sym typeface="Proxima Nova Semibold"/>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25235B"/>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 sz="1600" u="none" strike="noStrike" cap="none">
                          <a:solidFill>
                            <a:schemeClr val="lt1"/>
                          </a:solidFill>
                          <a:latin typeface="Proxima Nova Semibold"/>
                          <a:ea typeface="Proxima Nova Semibold"/>
                          <a:cs typeface="Proxima Nova Semibold"/>
                          <a:sym typeface="Proxima Nova Semibold"/>
                        </a:rPr>
                        <a:t>Answer Options</a:t>
                      </a:r>
                      <a:endParaRPr sz="1600" u="none" strike="noStrike" cap="none">
                        <a:solidFill>
                          <a:schemeClr val="dk1"/>
                        </a:solidFill>
                        <a:latin typeface="Proxima Nova Semibold"/>
                        <a:ea typeface="Proxima Nova Semibold"/>
                        <a:cs typeface="Proxima Nova Semibold"/>
                        <a:sym typeface="Proxima Nova Semibold"/>
                      </a:endParaRPr>
                    </a:p>
                    <a:p>
                      <a:pPr marL="0" marR="0" lvl="0" indent="0" algn="l" rtl="0">
                        <a:lnSpc>
                          <a:spcPct val="100000"/>
                        </a:lnSpc>
                        <a:spcBef>
                          <a:spcPts val="0"/>
                        </a:spcBef>
                        <a:spcAft>
                          <a:spcPts val="0"/>
                        </a:spcAft>
                        <a:buClr>
                          <a:srgbClr val="000000"/>
                        </a:buClr>
                        <a:buSzPts val="1300"/>
                        <a:buFont typeface="Arial"/>
                        <a:buNone/>
                      </a:pPr>
                      <a:endParaRPr sz="1600" u="none" strike="noStrike" cap="none">
                        <a:latin typeface="Proxima Nova Semibold"/>
                        <a:ea typeface="Proxima Nova Semibold"/>
                        <a:cs typeface="Proxima Nova Semibold"/>
                        <a:sym typeface="Proxima Nova Semibold"/>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25235B"/>
                    </a:solidFill>
                  </a:tcPr>
                </a:tc>
                <a:extLst>
                  <a:ext uri="{0D108BD9-81ED-4DB2-BD59-A6C34878D82A}">
                    <a16:rowId xmlns:a16="http://schemas.microsoft.com/office/drawing/2014/main" xmlns="" val="10000"/>
                  </a:ext>
                </a:extLst>
              </a:tr>
              <a:tr h="1120750">
                <a:tc>
                  <a:txBody>
                    <a:bodyPr/>
                    <a:lstStyle/>
                    <a:p>
                      <a:pPr marL="0" marR="0" lvl="0" indent="0" algn="l" rtl="0">
                        <a:lnSpc>
                          <a:spcPct val="100000"/>
                        </a:lnSpc>
                        <a:spcBef>
                          <a:spcPts val="0"/>
                        </a:spcBef>
                        <a:spcAft>
                          <a:spcPts val="0"/>
                        </a:spcAft>
                        <a:buClr>
                          <a:srgbClr val="000000"/>
                        </a:buClr>
                        <a:buSzPts val="1100"/>
                        <a:buFont typeface="Arial"/>
                        <a:buNone/>
                      </a:pPr>
                      <a:r>
                        <a:rPr lang="en" sz="1600" u="none" strike="noStrike" cap="none">
                          <a:solidFill>
                            <a:schemeClr val="dk1"/>
                          </a:solidFill>
                          <a:latin typeface="Proxima Nova Semibold"/>
                          <a:ea typeface="Proxima Nova Semibold"/>
                          <a:cs typeface="Proxima Nova Semibold"/>
                          <a:sym typeface="Proxima Nova Semibold"/>
                        </a:rPr>
                        <a:t>3</a:t>
                      </a:r>
                      <a:endParaRPr sz="1600" u="none" strike="noStrike" cap="none">
                        <a:solidFill>
                          <a:schemeClr val="dk1"/>
                        </a:solidFill>
                        <a:latin typeface="Proxima Nova Semibold"/>
                        <a:ea typeface="Proxima Nova Semibold"/>
                        <a:cs typeface="Proxima Nova Semibold"/>
                        <a:sym typeface="Proxima Nova Semibold"/>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5"/>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 sz="1600" u="none" strike="noStrike" cap="none">
                          <a:solidFill>
                            <a:srgbClr val="373E3F"/>
                          </a:solidFill>
                          <a:highlight>
                            <a:srgbClr val="FFFFFF"/>
                          </a:highlight>
                          <a:latin typeface="Proxima Nova Semibold"/>
                          <a:ea typeface="Proxima Nova Semibold"/>
                          <a:cs typeface="Proxima Nova Semibold"/>
                          <a:sym typeface="Proxima Nova Semibold"/>
                        </a:rPr>
                        <a:t>Which of the following is / are valid events in Javascript?</a:t>
                      </a:r>
                      <a:endParaRPr sz="1600" u="none" strike="noStrike" cap="none">
                        <a:solidFill>
                          <a:schemeClr val="dk1"/>
                        </a:solidFill>
                        <a:latin typeface="Proxima Nova Semibold"/>
                        <a:ea typeface="Proxima Nova Semibold"/>
                        <a:cs typeface="Proxima Nova Semibold"/>
                        <a:sym typeface="Proxima Nova Semibold"/>
                      </a:endParaRPr>
                    </a:p>
                  </a:txBody>
                  <a:tcPr marL="91425" marR="274300"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 sz="1600" u="none" strike="noStrike" cap="none">
                          <a:solidFill>
                            <a:srgbClr val="3A3A3A"/>
                          </a:solidFill>
                          <a:highlight>
                            <a:srgbClr val="FFFFFF"/>
                          </a:highlight>
                          <a:latin typeface="Proxima Nova Semibold"/>
                          <a:ea typeface="Proxima Nova Semibold"/>
                          <a:cs typeface="Proxima Nova Semibold"/>
                          <a:sym typeface="Proxima Nova Semibold"/>
                        </a:rPr>
                        <a:t>a) onclick</a:t>
                      </a:r>
                      <a:endParaRPr sz="1600" u="none" strike="noStrike" cap="none">
                        <a:solidFill>
                          <a:srgbClr val="3A3A3A"/>
                        </a:solidFill>
                        <a:highlight>
                          <a:srgbClr val="FFFFFF"/>
                        </a:highlight>
                        <a:latin typeface="Proxima Nova Semibold"/>
                        <a:ea typeface="Proxima Nova Semibold"/>
                        <a:cs typeface="Proxima Nova Semibold"/>
                        <a:sym typeface="Proxima Nova Semibold"/>
                      </a:endParaRPr>
                    </a:p>
                    <a:p>
                      <a:pPr marL="0" marR="0" lvl="0" indent="0" algn="l" rtl="0">
                        <a:lnSpc>
                          <a:spcPct val="100000"/>
                        </a:lnSpc>
                        <a:spcBef>
                          <a:spcPts val="0"/>
                        </a:spcBef>
                        <a:spcAft>
                          <a:spcPts val="0"/>
                        </a:spcAft>
                        <a:buClr>
                          <a:schemeClr val="dk1"/>
                        </a:buClr>
                        <a:buSzPts val="1100"/>
                        <a:buFont typeface="Arial"/>
                        <a:buNone/>
                      </a:pPr>
                      <a:r>
                        <a:rPr lang="en" sz="1600" u="none" strike="noStrike" cap="none">
                          <a:solidFill>
                            <a:srgbClr val="3A3A3A"/>
                          </a:solidFill>
                          <a:highlight>
                            <a:srgbClr val="FFFFFF"/>
                          </a:highlight>
                          <a:latin typeface="Proxima Nova Semibold"/>
                          <a:ea typeface="Proxima Nova Semibold"/>
                          <a:cs typeface="Proxima Nova Semibold"/>
                          <a:sym typeface="Proxima Nova Semibold"/>
                        </a:rPr>
                        <a:t>b) onblur</a:t>
                      </a:r>
                      <a:endParaRPr sz="1600" u="none" strike="noStrike" cap="none">
                        <a:solidFill>
                          <a:srgbClr val="3A3A3A"/>
                        </a:solidFill>
                        <a:highlight>
                          <a:srgbClr val="FFFFFF"/>
                        </a:highlight>
                        <a:latin typeface="Proxima Nova Semibold"/>
                        <a:ea typeface="Proxima Nova Semibold"/>
                        <a:cs typeface="Proxima Nova Semibold"/>
                        <a:sym typeface="Proxima Nova Semibold"/>
                      </a:endParaRPr>
                    </a:p>
                    <a:p>
                      <a:pPr marL="0" marR="0" lvl="0" indent="0" algn="l" rtl="0">
                        <a:lnSpc>
                          <a:spcPct val="100000"/>
                        </a:lnSpc>
                        <a:spcBef>
                          <a:spcPts val="0"/>
                        </a:spcBef>
                        <a:spcAft>
                          <a:spcPts val="0"/>
                        </a:spcAft>
                        <a:buClr>
                          <a:schemeClr val="dk1"/>
                        </a:buClr>
                        <a:buSzPts val="1100"/>
                        <a:buFont typeface="Arial"/>
                        <a:buNone/>
                      </a:pPr>
                      <a:r>
                        <a:rPr lang="en" sz="1600" u="none" strike="noStrike" cap="none">
                          <a:solidFill>
                            <a:srgbClr val="3A3A3A"/>
                          </a:solidFill>
                          <a:highlight>
                            <a:srgbClr val="FFFFFF"/>
                          </a:highlight>
                          <a:latin typeface="Proxima Nova Semibold"/>
                          <a:ea typeface="Proxima Nova Semibold"/>
                          <a:cs typeface="Proxima Nova Semibold"/>
                          <a:sym typeface="Proxima Nova Semibold"/>
                        </a:rPr>
                        <a:t>c) onfocus</a:t>
                      </a:r>
                      <a:endParaRPr sz="1600" u="none" strike="noStrike" cap="none">
                        <a:solidFill>
                          <a:srgbClr val="3A3A3A"/>
                        </a:solidFill>
                        <a:highlight>
                          <a:srgbClr val="FFFFFF"/>
                        </a:highlight>
                        <a:latin typeface="Proxima Nova Semibold"/>
                        <a:ea typeface="Proxima Nova Semibold"/>
                        <a:cs typeface="Proxima Nova Semibold"/>
                        <a:sym typeface="Proxima Nova Semibold"/>
                      </a:endParaRPr>
                    </a:p>
                    <a:p>
                      <a:pPr marL="0" marR="0" lvl="0" indent="0" algn="l" rtl="0">
                        <a:lnSpc>
                          <a:spcPct val="100000"/>
                        </a:lnSpc>
                        <a:spcBef>
                          <a:spcPts val="0"/>
                        </a:spcBef>
                        <a:spcAft>
                          <a:spcPts val="0"/>
                        </a:spcAft>
                        <a:buClr>
                          <a:srgbClr val="000000"/>
                        </a:buClr>
                        <a:buSzPts val="1300"/>
                        <a:buFont typeface="Arial"/>
                        <a:buNone/>
                      </a:pPr>
                      <a:r>
                        <a:rPr lang="en" sz="1600" u="none" strike="noStrike" cap="none">
                          <a:solidFill>
                            <a:srgbClr val="3A3A3A"/>
                          </a:solidFill>
                          <a:highlight>
                            <a:srgbClr val="FFFFFF"/>
                          </a:highlight>
                          <a:latin typeface="Proxima Nova Semibold"/>
                          <a:ea typeface="Proxima Nova Semibold"/>
                          <a:cs typeface="Proxima Nova Semibold"/>
                          <a:sym typeface="Proxima Nova Semibold"/>
                        </a:rPr>
                        <a:t>d) All the above</a:t>
                      </a:r>
                      <a:endParaRPr sz="1600" u="none" strike="noStrike" cap="none">
                        <a:solidFill>
                          <a:srgbClr val="3A3A3A"/>
                        </a:solidFill>
                        <a:highlight>
                          <a:srgbClr val="FFFFFF"/>
                        </a:highlight>
                        <a:latin typeface="Proxima Nova Semibold"/>
                        <a:ea typeface="Proxima Nova Semibold"/>
                        <a:cs typeface="Proxima Nova Semibold"/>
                        <a:sym typeface="Proxima Nova Semibold"/>
                      </a:endParaRPr>
                    </a:p>
                  </a:txBody>
                  <a:tcPr marL="91425" marR="274300"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FFFFFF"/>
                      </a:solidFill>
                      <a:prstDash val="solid"/>
                      <a:round/>
                      <a:headEnd type="none" w="sm" len="sm"/>
                      <a:tailEnd type="none" w="sm" len="sm"/>
                    </a:lnB>
                  </a:tcPr>
                </a:tc>
                <a:extLst>
                  <a:ext uri="{0D108BD9-81ED-4DB2-BD59-A6C34878D82A}">
                    <a16:rowId xmlns:a16="http://schemas.microsoft.com/office/drawing/2014/main" xmlns="" val="10001"/>
                  </a:ext>
                </a:extLst>
              </a:tr>
              <a:tr h="925850">
                <a:tc>
                  <a:txBody>
                    <a:bodyPr/>
                    <a:lstStyle/>
                    <a:p>
                      <a:pPr marL="0" marR="0" lvl="0" indent="0" algn="l" rtl="0">
                        <a:lnSpc>
                          <a:spcPct val="100000"/>
                        </a:lnSpc>
                        <a:spcBef>
                          <a:spcPts val="0"/>
                        </a:spcBef>
                        <a:spcAft>
                          <a:spcPts val="0"/>
                        </a:spcAft>
                        <a:buClr>
                          <a:srgbClr val="000000"/>
                        </a:buClr>
                        <a:buSzPts val="1100"/>
                        <a:buFont typeface="Arial"/>
                        <a:buNone/>
                      </a:pPr>
                      <a:r>
                        <a:rPr lang="en" sz="1600" u="none" strike="noStrike" cap="none">
                          <a:solidFill>
                            <a:schemeClr val="dk1"/>
                          </a:solidFill>
                          <a:latin typeface="Proxima Nova Semibold"/>
                          <a:ea typeface="Proxima Nova Semibold"/>
                          <a:cs typeface="Proxima Nova Semibold"/>
                          <a:sym typeface="Proxima Nova Semibold"/>
                        </a:rPr>
                        <a:t>4</a:t>
                      </a:r>
                      <a:endParaRPr sz="1600" u="none" strike="noStrike" cap="none">
                        <a:solidFill>
                          <a:schemeClr val="dk1"/>
                        </a:solidFill>
                        <a:latin typeface="Proxima Nova Semibold"/>
                        <a:ea typeface="Proxima Nova Semibold"/>
                        <a:cs typeface="Proxima Nova Semibold"/>
                        <a:sym typeface="Proxima Nova Semibold"/>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accent5"/>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 sz="1600" u="none" strike="noStrike" cap="none">
                          <a:solidFill>
                            <a:srgbClr val="373E3F"/>
                          </a:solidFill>
                          <a:highlight>
                            <a:srgbClr val="FFFFFF"/>
                          </a:highlight>
                          <a:latin typeface="Proxima Nova Semibold"/>
                          <a:ea typeface="Proxima Nova Semibold"/>
                          <a:cs typeface="Proxima Nova Semibold"/>
                          <a:sym typeface="Proxima Nova Semibold"/>
                        </a:rPr>
                        <a:t>What is the correct syntax for referring to an external script called "abc.js"?</a:t>
                      </a:r>
                      <a:endParaRPr sz="1600" u="none" strike="noStrike" cap="none">
                        <a:solidFill>
                          <a:srgbClr val="373E3F"/>
                        </a:solidFill>
                        <a:highlight>
                          <a:srgbClr val="FFFFFF"/>
                        </a:highlight>
                        <a:latin typeface="Proxima Nova Semibold"/>
                        <a:ea typeface="Proxima Nova Semibold"/>
                        <a:cs typeface="Proxima Nova Semibold"/>
                        <a:sym typeface="Proxima Nova Semibold"/>
                      </a:endParaRPr>
                    </a:p>
                  </a:txBody>
                  <a:tcPr marL="91425" marR="274300"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 sz="1600" u="none" strike="noStrike" cap="none">
                          <a:solidFill>
                            <a:srgbClr val="222222"/>
                          </a:solidFill>
                          <a:highlight>
                            <a:srgbClr val="FFFFFF"/>
                          </a:highlight>
                          <a:latin typeface="Proxima Nova Semibold"/>
                          <a:ea typeface="Proxima Nova Semibold"/>
                          <a:cs typeface="Proxima Nova Semibold"/>
                          <a:sym typeface="Proxima Nova Semibold"/>
                        </a:rPr>
                        <a:t>a) &lt;script src=”abc.js”/&gt;</a:t>
                      </a:r>
                      <a:endParaRPr sz="1600" u="none" strike="noStrike" cap="none">
                        <a:solidFill>
                          <a:srgbClr val="222222"/>
                        </a:solidFill>
                        <a:highlight>
                          <a:srgbClr val="FFFFFF"/>
                        </a:highlight>
                        <a:latin typeface="Proxima Nova Semibold"/>
                        <a:ea typeface="Proxima Nova Semibold"/>
                        <a:cs typeface="Proxima Nova Semibold"/>
                        <a:sym typeface="Proxima Nova Semibold"/>
                      </a:endParaRPr>
                    </a:p>
                    <a:p>
                      <a:pPr marL="0" marR="0" lvl="0" indent="0" algn="l" rtl="0">
                        <a:lnSpc>
                          <a:spcPct val="100000"/>
                        </a:lnSpc>
                        <a:spcBef>
                          <a:spcPts val="0"/>
                        </a:spcBef>
                        <a:spcAft>
                          <a:spcPts val="0"/>
                        </a:spcAft>
                        <a:buClr>
                          <a:schemeClr val="dk1"/>
                        </a:buClr>
                        <a:buSzPts val="1100"/>
                        <a:buFont typeface="Arial"/>
                        <a:buNone/>
                      </a:pPr>
                      <a:r>
                        <a:rPr lang="en" sz="1600" u="none" strike="noStrike" cap="none">
                          <a:solidFill>
                            <a:srgbClr val="222222"/>
                          </a:solidFill>
                          <a:highlight>
                            <a:srgbClr val="FFFFFF"/>
                          </a:highlight>
                          <a:latin typeface="Proxima Nova Semibold"/>
                          <a:ea typeface="Proxima Nova Semibold"/>
                          <a:cs typeface="Proxima Nova Semibold"/>
                          <a:sym typeface="Proxima Nova Semibold"/>
                        </a:rPr>
                        <a:t>b) </a:t>
                      </a:r>
                      <a:r>
                        <a:rPr lang="en" sz="1600" u="none" strike="noStrike" cap="none">
                          <a:solidFill>
                            <a:srgbClr val="222222"/>
                          </a:solidFill>
                          <a:highlight>
                            <a:schemeClr val="lt1"/>
                          </a:highlight>
                          <a:latin typeface="Proxima Nova Semibold"/>
                          <a:ea typeface="Proxima Nova Semibold"/>
                          <a:cs typeface="Proxima Nova Semibold"/>
                          <a:sym typeface="Proxima Nova Semibold"/>
                        </a:rPr>
                        <a:t>&lt;script href=”abc.js”/&gt;</a:t>
                      </a:r>
                      <a:endParaRPr sz="1600" u="none" strike="noStrike" cap="none">
                        <a:solidFill>
                          <a:srgbClr val="222222"/>
                        </a:solidFill>
                        <a:highlight>
                          <a:srgbClr val="FFFFFF"/>
                        </a:highlight>
                        <a:latin typeface="Proxima Nova Semibold"/>
                        <a:ea typeface="Proxima Nova Semibold"/>
                        <a:cs typeface="Proxima Nova Semibold"/>
                        <a:sym typeface="Proxima Nova Semibold"/>
                      </a:endParaRPr>
                    </a:p>
                    <a:p>
                      <a:pPr marL="0" marR="0" lvl="0" indent="0" algn="l" rtl="0">
                        <a:lnSpc>
                          <a:spcPct val="100000"/>
                        </a:lnSpc>
                        <a:spcBef>
                          <a:spcPts val="0"/>
                        </a:spcBef>
                        <a:spcAft>
                          <a:spcPts val="0"/>
                        </a:spcAft>
                        <a:buClr>
                          <a:schemeClr val="dk1"/>
                        </a:buClr>
                        <a:buSzPts val="1100"/>
                        <a:buFont typeface="Arial"/>
                        <a:buNone/>
                      </a:pPr>
                      <a:r>
                        <a:rPr lang="en" sz="1600" u="none" strike="noStrike" cap="none">
                          <a:solidFill>
                            <a:srgbClr val="222222"/>
                          </a:solidFill>
                          <a:highlight>
                            <a:srgbClr val="FFFFFF"/>
                          </a:highlight>
                          <a:latin typeface="Proxima Nova Semibold"/>
                          <a:ea typeface="Proxima Nova Semibold"/>
                          <a:cs typeface="Proxima Nova Semibold"/>
                          <a:sym typeface="Proxima Nova Semibold"/>
                        </a:rPr>
                        <a:t>c) </a:t>
                      </a:r>
                      <a:r>
                        <a:rPr lang="en" sz="1600" u="none" strike="noStrike" cap="none">
                          <a:solidFill>
                            <a:srgbClr val="222222"/>
                          </a:solidFill>
                          <a:highlight>
                            <a:schemeClr val="lt1"/>
                          </a:highlight>
                          <a:latin typeface="Proxima Nova Semibold"/>
                          <a:ea typeface="Proxima Nova Semibold"/>
                          <a:cs typeface="Proxima Nova Semibold"/>
                          <a:sym typeface="Proxima Nova Semibold"/>
                        </a:rPr>
                        <a:t>&lt;script ref=”abc.js”/&gt;</a:t>
                      </a:r>
                      <a:endParaRPr sz="1600" u="none" strike="noStrike" cap="none">
                        <a:solidFill>
                          <a:srgbClr val="222222"/>
                        </a:solidFill>
                        <a:highlight>
                          <a:srgbClr val="FFFFFF"/>
                        </a:highlight>
                        <a:latin typeface="Proxima Nova Semibold"/>
                        <a:ea typeface="Proxima Nova Semibold"/>
                        <a:cs typeface="Proxima Nova Semibold"/>
                        <a:sym typeface="Proxima Nova Semibold"/>
                      </a:endParaRPr>
                    </a:p>
                    <a:p>
                      <a:pPr marL="0" marR="0" lvl="0" indent="0" algn="l" rtl="0">
                        <a:lnSpc>
                          <a:spcPct val="100000"/>
                        </a:lnSpc>
                        <a:spcBef>
                          <a:spcPts val="0"/>
                        </a:spcBef>
                        <a:spcAft>
                          <a:spcPts val="0"/>
                        </a:spcAft>
                        <a:buClr>
                          <a:srgbClr val="000000"/>
                        </a:buClr>
                        <a:buSzPts val="1300"/>
                        <a:buFont typeface="Arial"/>
                        <a:buNone/>
                      </a:pPr>
                      <a:r>
                        <a:rPr lang="en" sz="1600" u="none" strike="noStrike" cap="none">
                          <a:solidFill>
                            <a:srgbClr val="222222"/>
                          </a:solidFill>
                          <a:highlight>
                            <a:srgbClr val="FFFFFF"/>
                          </a:highlight>
                          <a:latin typeface="Proxima Nova Semibold"/>
                          <a:ea typeface="Proxima Nova Semibold"/>
                          <a:cs typeface="Proxima Nova Semibold"/>
                          <a:sym typeface="Proxima Nova Semibold"/>
                        </a:rPr>
                        <a:t>d) </a:t>
                      </a:r>
                      <a:r>
                        <a:rPr lang="en" sz="1600" u="none" strike="noStrike" cap="none">
                          <a:solidFill>
                            <a:srgbClr val="222222"/>
                          </a:solidFill>
                          <a:highlight>
                            <a:schemeClr val="lt1"/>
                          </a:highlight>
                          <a:latin typeface="Proxima Nova Semibold"/>
                          <a:ea typeface="Proxima Nova Semibold"/>
                          <a:cs typeface="Proxima Nova Semibold"/>
                          <a:sym typeface="Proxima Nova Semibold"/>
                        </a:rPr>
                        <a:t>&lt;script link=”abc.js”/&gt;</a:t>
                      </a:r>
                      <a:endParaRPr sz="1600" u="none" strike="noStrike" cap="none">
                        <a:solidFill>
                          <a:srgbClr val="3A3A3A"/>
                        </a:solidFill>
                        <a:highlight>
                          <a:srgbClr val="FFFFFF"/>
                        </a:highlight>
                        <a:latin typeface="Proxima Nova Semibold"/>
                        <a:ea typeface="Proxima Nova Semibold"/>
                        <a:cs typeface="Proxima Nova Semibold"/>
                        <a:sym typeface="Proxima Nova Semibold"/>
                      </a:endParaRPr>
                    </a:p>
                  </a:txBody>
                  <a:tcPr marL="91425" marR="274300"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891318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g24a84ead391_0_107"/>
          <p:cNvSpPr txBox="1"/>
          <p:nvPr/>
        </p:nvSpPr>
        <p:spPr>
          <a:xfrm>
            <a:off x="702325" y="1771000"/>
            <a:ext cx="6725400" cy="663600"/>
          </a:xfrm>
          <a:prstGeom prst="rect">
            <a:avLst/>
          </a:prstGeom>
          <a:solidFill>
            <a:srgbClr val="A64D79"/>
          </a:soli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00000"/>
              </a:buClr>
              <a:buSzPts val="4000"/>
              <a:buFont typeface="Arial"/>
              <a:buNone/>
            </a:pPr>
            <a:r>
              <a:rPr lang="en" sz="4000" b="0" i="0" u="none" strike="noStrike" cap="none">
                <a:solidFill>
                  <a:schemeClr val="lt1"/>
                </a:solidFill>
                <a:latin typeface="Proxima Nova"/>
                <a:ea typeface="Proxima Nova"/>
                <a:cs typeface="Proxima Nova"/>
                <a:sym typeface="Proxima Nova"/>
              </a:rPr>
              <a:t>Javascript - Overview</a:t>
            </a:r>
            <a:endParaRPr sz="4000" b="0" i="0" u="none" strike="noStrike" cap="none">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432717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xmlns="" id="{C7F1B8D0-67C3-5453-5843-57E5665E3FDE}"/>
            </a:ext>
          </a:extLst>
        </p:cNvPr>
        <p:cNvGrpSpPr/>
        <p:nvPr/>
      </p:nvGrpSpPr>
      <p:grpSpPr>
        <a:xfrm>
          <a:off x="0" y="0"/>
          <a:ext cx="0" cy="0"/>
          <a:chOff x="0" y="0"/>
          <a:chExt cx="0" cy="0"/>
        </a:xfrm>
      </p:grpSpPr>
      <p:sp>
        <p:nvSpPr>
          <p:cNvPr id="188" name="Google Shape;188;g12719cf4802_0_0">
            <a:extLst>
              <a:ext uri="{FF2B5EF4-FFF2-40B4-BE49-F238E27FC236}">
                <a16:creationId xmlns:a16="http://schemas.microsoft.com/office/drawing/2014/main" xmlns="" id="{D452CEC5-034E-60DF-A81E-AFC8B790BEE6}"/>
              </a:ext>
            </a:extLst>
          </p:cNvPr>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a:lnSpc>
                <a:spcPct val="90000"/>
              </a:lnSpc>
              <a:buSzPts val="2400"/>
            </a:pPr>
            <a:r>
              <a:rPr lang="en" sz="2400" b="1">
                <a:solidFill>
                  <a:srgbClr val="323F4F"/>
                </a:solidFill>
                <a:latin typeface="Proxima Nova"/>
                <a:ea typeface="Proxima Nova"/>
                <a:cs typeface="Proxima Nova"/>
                <a:sym typeface="Proxima Nova"/>
              </a:rPr>
              <a:t>6WH JS</a:t>
            </a:r>
            <a:r>
              <a:rPr lang="en" sz="2400" b="1" i="0" u="none" strike="noStrike" cap="none">
                <a:solidFill>
                  <a:srgbClr val="323F4F"/>
                </a:solidFill>
                <a:latin typeface="Proxima Nova"/>
                <a:ea typeface="Proxima Nova"/>
                <a:cs typeface="Proxima Nova"/>
                <a:sym typeface="Proxima Nova"/>
              </a:rPr>
              <a:t>?</a:t>
            </a:r>
            <a:endParaRPr sz="2400" b="1" i="0" u="none" strike="noStrike" cap="none">
              <a:solidFill>
                <a:srgbClr val="323F4F"/>
              </a:solidFill>
              <a:latin typeface="Proxima Nova"/>
              <a:ea typeface="Proxima Nova"/>
              <a:cs typeface="Proxima Nova"/>
              <a:sym typeface="Proxima Nova"/>
            </a:endParaRPr>
          </a:p>
        </p:txBody>
      </p:sp>
      <p:graphicFrame>
        <p:nvGraphicFramePr>
          <p:cNvPr id="5" name="Table 4">
            <a:extLst>
              <a:ext uri="{FF2B5EF4-FFF2-40B4-BE49-F238E27FC236}">
                <a16:creationId xmlns:a16="http://schemas.microsoft.com/office/drawing/2014/main" xmlns="" id="{F3DCECEF-AA3D-B301-1836-5252DCB00A0F}"/>
              </a:ext>
            </a:extLst>
          </p:cNvPr>
          <p:cNvGraphicFramePr>
            <a:graphicFrameLocks noGrp="1"/>
          </p:cNvGraphicFramePr>
          <p:nvPr>
            <p:extLst/>
          </p:nvPr>
        </p:nvGraphicFramePr>
        <p:xfrm>
          <a:off x="488783" y="1289284"/>
          <a:ext cx="8133941" cy="2613426"/>
        </p:xfrm>
        <a:graphic>
          <a:graphicData uri="http://schemas.openxmlformats.org/drawingml/2006/table">
            <a:tbl>
              <a:tblPr bandRow="1">
                <a:tableStyleId>{51958573-18DD-4F4F-87A5-23D0A4D2D5AC}</a:tableStyleId>
              </a:tblPr>
              <a:tblGrid>
                <a:gridCol w="2544871">
                  <a:extLst>
                    <a:ext uri="{9D8B030D-6E8A-4147-A177-3AD203B41FA5}">
                      <a16:colId xmlns:a16="http://schemas.microsoft.com/office/drawing/2014/main" xmlns="" val="3596704750"/>
                    </a:ext>
                  </a:extLst>
                </a:gridCol>
                <a:gridCol w="5589070">
                  <a:extLst>
                    <a:ext uri="{9D8B030D-6E8A-4147-A177-3AD203B41FA5}">
                      <a16:colId xmlns:a16="http://schemas.microsoft.com/office/drawing/2014/main" xmlns="" val="3053523004"/>
                    </a:ext>
                  </a:extLst>
                </a:gridCol>
              </a:tblGrid>
              <a:tr h="565707">
                <a:tc>
                  <a:txBody>
                    <a:bodyPr/>
                    <a:lstStyle/>
                    <a:p>
                      <a:pPr fontAlgn="t"/>
                      <a:r>
                        <a:rPr lang="en-GB">
                          <a:effectLst/>
                        </a:rPr>
                        <a:t>What if JS is not available?</a:t>
                      </a: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FAFAFA"/>
                    </a:solidFill>
                  </a:tcPr>
                </a:tc>
                <a:tc>
                  <a:txBody>
                    <a:bodyPr/>
                    <a:lstStyle/>
                    <a:p>
                      <a:pPr fontAlgn="t"/>
                      <a:r>
                        <a:rPr lang="en-GB">
                          <a:effectLst/>
                        </a:rPr>
                        <a:t>Site loses interactivity; use HTML/CSS and server-side fallbacks.</a:t>
                      </a: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rgbClr val="FAFAFA"/>
                    </a:solidFill>
                  </a:tcPr>
                </a:tc>
                <a:extLst>
                  <a:ext uri="{0D108BD9-81ED-4DB2-BD59-A6C34878D82A}">
                    <a16:rowId xmlns:a16="http://schemas.microsoft.com/office/drawing/2014/main" xmlns="" val="1584964526"/>
                  </a:ext>
                </a:extLst>
              </a:tr>
              <a:tr h="565707">
                <a:tc>
                  <a:txBody>
                    <a:bodyPr/>
                    <a:lstStyle/>
                    <a:p>
                      <a:pPr fontAlgn="t"/>
                      <a:r>
                        <a:rPr lang="en-GB">
                          <a:effectLst/>
                        </a:rPr>
                        <a:t>What is the alternative to JS?</a:t>
                      </a: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AFA"/>
                    </a:solidFill>
                  </a:tcPr>
                </a:tc>
                <a:tc>
                  <a:txBody>
                    <a:bodyPr/>
                    <a:lstStyle/>
                    <a:p>
                      <a:pPr fontAlgn="t"/>
                      <a:r>
                        <a:rPr lang="en-GB">
                          <a:effectLst/>
                        </a:rPr>
                        <a:t>HTML5, CSS, and server-side languages like PHP, Python, or Ruby.</a:t>
                      </a: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AFA"/>
                    </a:solidFill>
                  </a:tcPr>
                </a:tc>
                <a:extLst>
                  <a:ext uri="{0D108BD9-81ED-4DB2-BD59-A6C34878D82A}">
                    <a16:rowId xmlns:a16="http://schemas.microsoft.com/office/drawing/2014/main" xmlns="" val="2352181877"/>
                  </a:ext>
                </a:extLst>
              </a:tr>
              <a:tr h="565707">
                <a:tc>
                  <a:txBody>
                    <a:bodyPr/>
                    <a:lstStyle/>
                    <a:p>
                      <a:pPr fontAlgn="t"/>
                      <a:r>
                        <a:rPr lang="en-GB">
                          <a:effectLst/>
                        </a:rPr>
                        <a:t>When to use JS?</a:t>
                      </a: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AFA"/>
                    </a:solidFill>
                  </a:tcPr>
                </a:tc>
                <a:tc>
                  <a:txBody>
                    <a:bodyPr/>
                    <a:lstStyle/>
                    <a:p>
                      <a:pPr fontAlgn="t"/>
                      <a:r>
                        <a:rPr lang="en-GB">
                          <a:effectLst/>
                        </a:rPr>
                        <a:t>For dynamic content, form validation, interactivity, and real-time updates.</a:t>
                      </a: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AFA"/>
                    </a:solidFill>
                  </a:tcPr>
                </a:tc>
                <a:extLst>
                  <a:ext uri="{0D108BD9-81ED-4DB2-BD59-A6C34878D82A}">
                    <a16:rowId xmlns:a16="http://schemas.microsoft.com/office/drawing/2014/main" xmlns="" val="4220738792"/>
                  </a:ext>
                </a:extLst>
              </a:tr>
              <a:tr h="565707">
                <a:tc>
                  <a:txBody>
                    <a:bodyPr/>
                    <a:lstStyle/>
                    <a:p>
                      <a:pPr fontAlgn="t"/>
                      <a:r>
                        <a:rPr lang="en-GB">
                          <a:effectLst/>
                        </a:rPr>
                        <a:t>Best scenario to use JS?</a:t>
                      </a: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AFA"/>
                    </a:solidFill>
                  </a:tcPr>
                </a:tc>
                <a:tc>
                  <a:txBody>
                    <a:bodyPr/>
                    <a:lstStyle/>
                    <a:p>
                      <a:pPr fontAlgn="t"/>
                      <a:r>
                        <a:rPr lang="en-GB">
                          <a:effectLst/>
                        </a:rPr>
                        <a:t>SPAs, dashboards, live chat, modals, and dynamic forms.</a:t>
                      </a:r>
                    </a:p>
                  </a:txBody>
                  <a:tcPr marL="114300" marR="76200" marT="76200" marB="666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AFA"/>
                    </a:solidFill>
                  </a:tcPr>
                </a:tc>
                <a:extLst>
                  <a:ext uri="{0D108BD9-81ED-4DB2-BD59-A6C34878D82A}">
                    <a16:rowId xmlns:a16="http://schemas.microsoft.com/office/drawing/2014/main" xmlns="" val="2130985516"/>
                  </a:ext>
                </a:extLst>
              </a:tr>
              <a:tr h="339425">
                <a:tc>
                  <a:txBody>
                    <a:bodyPr/>
                    <a:lstStyle/>
                    <a:p>
                      <a:pPr fontAlgn="t"/>
                      <a:r>
                        <a:rPr lang="en-GB">
                          <a:effectLst/>
                        </a:rPr>
                        <a:t>How to implement JS?</a:t>
                      </a:r>
                    </a:p>
                  </a:txBody>
                  <a:tcPr marL="114300" marR="76200" marT="76200" marB="5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AFA"/>
                    </a:solidFill>
                  </a:tcPr>
                </a:tc>
                <a:tc>
                  <a:txBody>
                    <a:bodyPr/>
                    <a:lstStyle/>
                    <a:p>
                      <a:pPr fontAlgn="t"/>
                      <a:r>
                        <a:rPr lang="en-GB">
                          <a:effectLst/>
                        </a:rPr>
                        <a:t>Inline, internal (&lt;script&gt; tag), or external (.js file).</a:t>
                      </a:r>
                    </a:p>
                  </a:txBody>
                  <a:tcPr marL="114300" marR="76200" marT="76200" marB="571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AFA"/>
                    </a:solidFill>
                  </a:tcPr>
                </a:tc>
                <a:extLst>
                  <a:ext uri="{0D108BD9-81ED-4DB2-BD59-A6C34878D82A}">
                    <a16:rowId xmlns:a16="http://schemas.microsoft.com/office/drawing/2014/main" xmlns="" val="3771227746"/>
                  </a:ext>
                </a:extLst>
              </a:tr>
            </a:tbl>
          </a:graphicData>
        </a:graphic>
      </p:graphicFrame>
    </p:spTree>
    <p:extLst>
      <p:ext uri="{BB962C8B-B14F-4D97-AF65-F5344CB8AC3E}">
        <p14:creationId xmlns:p14="http://schemas.microsoft.com/office/powerpoint/2010/main" val="3453884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g12719cf4802_0_0"/>
          <p:cNvSpPr txBox="1">
            <a:spLocks noGrp="1"/>
          </p:cNvSpPr>
          <p:nvPr>
            <p:ph type="title"/>
          </p:nvPr>
        </p:nvSpPr>
        <p:spPr>
          <a:xfrm>
            <a:off x="457200" y="1070150"/>
            <a:ext cx="8049959" cy="3300900"/>
          </a:xfrm>
          <a:prstGeom prst="rect">
            <a:avLst/>
          </a:prstGeom>
          <a:noFill/>
          <a:ln>
            <a:noFill/>
          </a:ln>
        </p:spPr>
        <p:txBody>
          <a:bodyPr spcFirstLastPara="1" wrap="square" lIns="0" tIns="0" rIns="0" bIns="0" anchor="t" anchorCtr="0">
            <a:noAutofit/>
          </a:bodyPr>
          <a:lstStyle/>
          <a:p>
            <a:pPr marL="285750" lvl="0" indent="-285750" algn="l" rtl="0">
              <a:lnSpc>
                <a:spcPct val="100000"/>
              </a:lnSpc>
              <a:spcBef>
                <a:spcPts val="1200"/>
              </a:spcBef>
              <a:spcAft>
                <a:spcPts val="0"/>
              </a:spcAft>
              <a:buSzPts val="4000"/>
              <a:buFont typeface="Arial"/>
              <a:buChar char="•"/>
            </a:pPr>
            <a:r>
              <a:rPr lang="en" sz="1600">
                <a:solidFill>
                  <a:srgbClr val="333333"/>
                </a:solidFill>
                <a:highlight>
                  <a:srgbClr val="FFFFFF"/>
                </a:highlight>
                <a:latin typeface="Proxima Nova Semibold"/>
                <a:ea typeface="Proxima Nova Semibold"/>
                <a:cs typeface="Proxima Nova Semibold"/>
                <a:sym typeface="Proxima Nova Semibold"/>
              </a:rPr>
              <a:t>JavaScript (</a:t>
            </a:r>
            <a:r>
              <a:rPr lang="en" sz="1600" err="1">
                <a:solidFill>
                  <a:srgbClr val="333333"/>
                </a:solidFill>
                <a:highlight>
                  <a:srgbClr val="FFFFFF"/>
                </a:highlight>
                <a:latin typeface="Proxima Nova Semibold"/>
                <a:ea typeface="Proxima Nova Semibold"/>
                <a:cs typeface="Proxima Nova Semibold"/>
                <a:sym typeface="Proxima Nova Semibold"/>
              </a:rPr>
              <a:t>js</a:t>
            </a:r>
            <a:r>
              <a:rPr lang="en" sz="1600">
                <a:solidFill>
                  <a:srgbClr val="333333"/>
                </a:solidFill>
                <a:highlight>
                  <a:srgbClr val="FFFFFF"/>
                </a:highlight>
                <a:latin typeface="Proxima Nova Semibold"/>
                <a:ea typeface="Proxima Nova Semibold"/>
                <a:cs typeface="Proxima Nova Semibold"/>
                <a:sym typeface="Proxima Nova Semibold"/>
              </a:rPr>
              <a:t>) is a light-weight object-oriented programming language which is used by several websites for scripting the webpages.</a:t>
            </a:r>
            <a:endParaRPr lang="en-US" sz="1600">
              <a:solidFill>
                <a:srgbClr val="333333"/>
              </a:solidFill>
              <a:highlight>
                <a:srgbClr val="FFFFFF"/>
              </a:highlight>
              <a:latin typeface="Proxima Nova Semibold"/>
              <a:ea typeface="Proxima Nova Semibold"/>
              <a:cs typeface="Proxima Nova Semibold"/>
            </a:endParaRPr>
          </a:p>
          <a:p>
            <a:pPr marL="285750" lvl="0" indent="-285750" algn="l" rtl="0">
              <a:lnSpc>
                <a:spcPct val="100000"/>
              </a:lnSpc>
              <a:spcBef>
                <a:spcPts val="1200"/>
              </a:spcBef>
              <a:spcAft>
                <a:spcPts val="0"/>
              </a:spcAft>
              <a:buSzPts val="4000"/>
              <a:buFont typeface="Arial"/>
              <a:buChar char="•"/>
            </a:pPr>
            <a:r>
              <a:rPr lang="en" sz="1600">
                <a:solidFill>
                  <a:srgbClr val="333333"/>
                </a:solidFill>
                <a:highlight>
                  <a:srgbClr val="FFFFFF"/>
                </a:highlight>
                <a:latin typeface="Proxima Nova Semibold"/>
                <a:ea typeface="Proxima Nova Semibold"/>
                <a:cs typeface="Proxima Nova Semibold"/>
                <a:sym typeface="Proxima Nova Semibold"/>
              </a:rPr>
              <a:t> It is an interpreted, full-fledged programming language that enables dynamic interactivity on websites when applied to an HTML document.</a:t>
            </a:r>
            <a:endParaRPr sz="1600">
              <a:solidFill>
                <a:srgbClr val="333333"/>
              </a:solidFill>
              <a:highlight>
                <a:srgbClr val="FFFFFF"/>
              </a:highlight>
              <a:latin typeface="Proxima Nova Semibold"/>
              <a:ea typeface="Proxima Nova Semibold"/>
              <a:cs typeface="Proxima Nova Semibold"/>
            </a:endParaRPr>
          </a:p>
          <a:p>
            <a:pPr marL="285750" lvl="0" indent="-285750" algn="l" rtl="0">
              <a:lnSpc>
                <a:spcPct val="100000"/>
              </a:lnSpc>
              <a:spcBef>
                <a:spcPts val="1200"/>
              </a:spcBef>
              <a:spcAft>
                <a:spcPts val="0"/>
              </a:spcAft>
              <a:buSzPts val="4000"/>
              <a:buFont typeface="Arial"/>
              <a:buChar char="•"/>
            </a:pPr>
            <a:r>
              <a:rPr lang="en" sz="1600">
                <a:solidFill>
                  <a:srgbClr val="333333"/>
                </a:solidFill>
                <a:highlight>
                  <a:srgbClr val="FFFFFF"/>
                </a:highlight>
                <a:latin typeface="Proxima Nova Semibold"/>
                <a:ea typeface="Proxima Nova Semibold"/>
                <a:cs typeface="Proxima Nova Semibold"/>
                <a:sym typeface="Proxima Nova Semibold"/>
              </a:rPr>
              <a:t> It was introduced in the year 1995 for adding programs to the webpages in the Netscape Navigator browser. Since then, it has been adopted by all other graphical web browsers. </a:t>
            </a:r>
            <a:endParaRPr sz="1600">
              <a:solidFill>
                <a:srgbClr val="333333"/>
              </a:solidFill>
              <a:highlight>
                <a:srgbClr val="FFFFFF"/>
              </a:highlight>
              <a:latin typeface="Proxima Nova Semibold"/>
              <a:ea typeface="Proxima Nova Semibold"/>
              <a:cs typeface="Proxima Nova Semibold"/>
            </a:endParaRPr>
          </a:p>
          <a:p>
            <a:pPr marL="285750" lvl="0" indent="-285750" algn="l" rtl="0">
              <a:lnSpc>
                <a:spcPct val="100000"/>
              </a:lnSpc>
              <a:spcBef>
                <a:spcPts val="1200"/>
              </a:spcBef>
              <a:spcAft>
                <a:spcPts val="0"/>
              </a:spcAft>
              <a:buSzPts val="4000"/>
              <a:buFont typeface="Arial"/>
              <a:buChar char="•"/>
            </a:pPr>
            <a:r>
              <a:rPr lang="en" sz="1600">
                <a:solidFill>
                  <a:srgbClr val="333333"/>
                </a:solidFill>
                <a:highlight>
                  <a:srgbClr val="FFFFFF"/>
                </a:highlight>
                <a:latin typeface="Proxima Nova Semibold"/>
                <a:ea typeface="Proxima Nova Semibold"/>
                <a:cs typeface="Proxima Nova Semibold"/>
                <a:sym typeface="Proxima Nova Semibold"/>
              </a:rPr>
              <a:t>With JavaScript, users can build modern web applications to interact directly without reloading the page every time.</a:t>
            </a:r>
            <a:endParaRPr sz="1600">
              <a:solidFill>
                <a:srgbClr val="333333"/>
              </a:solidFill>
              <a:highlight>
                <a:srgbClr val="FFFFFF"/>
              </a:highlight>
              <a:latin typeface="Proxima Nova Semibold"/>
              <a:ea typeface="Proxima Nova Semibold"/>
              <a:cs typeface="Proxima Nova Semibold"/>
            </a:endParaRPr>
          </a:p>
          <a:p>
            <a:pPr marL="285750" lvl="0" indent="-285750" algn="l" rtl="0">
              <a:lnSpc>
                <a:spcPct val="100000"/>
              </a:lnSpc>
              <a:spcBef>
                <a:spcPts val="1200"/>
              </a:spcBef>
              <a:spcAft>
                <a:spcPts val="0"/>
              </a:spcAft>
              <a:buSzPts val="4000"/>
              <a:buFont typeface="Arial"/>
              <a:buChar char="•"/>
            </a:pPr>
            <a:r>
              <a:rPr lang="en" sz="1600">
                <a:solidFill>
                  <a:srgbClr val="333333"/>
                </a:solidFill>
                <a:highlight>
                  <a:srgbClr val="FFFFFF"/>
                </a:highlight>
                <a:latin typeface="Proxima Nova Semibold"/>
                <a:ea typeface="Proxima Nova Semibold"/>
                <a:cs typeface="Proxima Nova Semibold"/>
                <a:sym typeface="Proxima Nova Semibold"/>
              </a:rPr>
              <a:t> The traditional website uses </a:t>
            </a:r>
            <a:r>
              <a:rPr lang="en" sz="1600" err="1">
                <a:solidFill>
                  <a:srgbClr val="333333"/>
                </a:solidFill>
                <a:highlight>
                  <a:srgbClr val="FFFFFF"/>
                </a:highlight>
                <a:latin typeface="Proxima Nova Semibold"/>
                <a:ea typeface="Proxima Nova Semibold"/>
                <a:cs typeface="Proxima Nova Semibold"/>
                <a:sym typeface="Proxima Nova Semibold"/>
              </a:rPr>
              <a:t>js</a:t>
            </a:r>
            <a:r>
              <a:rPr lang="en" sz="1600">
                <a:solidFill>
                  <a:srgbClr val="333333"/>
                </a:solidFill>
                <a:highlight>
                  <a:srgbClr val="FFFFFF"/>
                </a:highlight>
                <a:latin typeface="Proxima Nova Semibold"/>
                <a:ea typeface="Proxima Nova Semibold"/>
                <a:cs typeface="Proxima Nova Semibold"/>
                <a:sym typeface="Proxima Nova Semibold"/>
              </a:rPr>
              <a:t> to provide several forms of interactivity and simplicity.</a:t>
            </a:r>
            <a:endParaRPr sz="1600">
              <a:solidFill>
                <a:srgbClr val="4D5156"/>
              </a:solidFill>
              <a:highlight>
                <a:srgbClr val="FFFFFF"/>
              </a:highlight>
              <a:latin typeface="Proxima Nova Semibold"/>
              <a:ea typeface="Proxima Nova Semibold"/>
              <a:cs typeface="Proxima Nova Semibold"/>
            </a:endParaRPr>
          </a:p>
        </p:txBody>
      </p:sp>
      <p:sp>
        <p:nvSpPr>
          <p:cNvPr id="188" name="Google Shape;188;g12719cf4802_0_0"/>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What is JS?</a:t>
            </a:r>
            <a:endParaRPr sz="2400" b="1" i="0" u="none" strike="noStrike" cap="none">
              <a:solidFill>
                <a:srgbClr val="323F4F"/>
              </a:solidFill>
              <a:latin typeface="Proxima Nova"/>
              <a:ea typeface="Proxima Nova"/>
              <a:cs typeface="Proxima Nova"/>
              <a:sym typeface="Proxima Nova"/>
            </a:endParaRPr>
          </a:p>
        </p:txBody>
      </p:sp>
    </p:spTree>
    <p:extLst>
      <p:ext uri="{BB962C8B-B14F-4D97-AF65-F5344CB8AC3E}">
        <p14:creationId xmlns:p14="http://schemas.microsoft.com/office/powerpoint/2010/main" val="464961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g249e6af7e75_0_4"/>
          <p:cNvSpPr txBox="1">
            <a:spLocks noGrp="1"/>
          </p:cNvSpPr>
          <p:nvPr>
            <p:ph type="title"/>
          </p:nvPr>
        </p:nvSpPr>
        <p:spPr>
          <a:xfrm>
            <a:off x="457200" y="975675"/>
            <a:ext cx="8229687" cy="3472807"/>
          </a:xfrm>
          <a:prstGeom prst="rect">
            <a:avLst/>
          </a:prstGeom>
          <a:noFill/>
          <a:ln>
            <a:noFill/>
          </a:ln>
        </p:spPr>
        <p:txBody>
          <a:bodyPr spcFirstLastPara="1" wrap="square" lIns="0" tIns="0" rIns="0" bIns="0" anchor="t" anchorCtr="0">
            <a:noAutofit/>
          </a:bodyPr>
          <a:lstStyle/>
          <a:p>
            <a:pPr marL="285750" lvl="0" indent="-285750" algn="l" rtl="0">
              <a:lnSpc>
                <a:spcPct val="115000"/>
              </a:lnSpc>
              <a:spcBef>
                <a:spcPts val="0"/>
              </a:spcBef>
              <a:spcAft>
                <a:spcPts val="0"/>
              </a:spcAft>
              <a:buSzPts val="4000"/>
              <a:buFont typeface="Arial"/>
              <a:buChar char="•"/>
            </a:pPr>
            <a:r>
              <a:rPr lang="en" sz="1600">
                <a:solidFill>
                  <a:srgbClr val="4D5156"/>
                </a:solidFill>
                <a:highlight>
                  <a:srgbClr val="FFFFFF"/>
                </a:highlight>
                <a:latin typeface="Proxima Nova Semibold"/>
                <a:ea typeface="Proxima Nova Semibold"/>
                <a:cs typeface="Proxima Nova Semibold"/>
                <a:sym typeface="Proxima Nova Semibold"/>
              </a:rPr>
              <a:t> </a:t>
            </a:r>
            <a:r>
              <a:rPr lang="en" sz="1600">
                <a:solidFill>
                  <a:schemeClr val="dk1"/>
                </a:solidFill>
                <a:highlight>
                  <a:srgbClr val="FFFFFF"/>
                </a:highlight>
                <a:latin typeface="Proxima Nova Semibold"/>
                <a:ea typeface="Proxima Nova Semibold"/>
                <a:cs typeface="Proxima Nova Semibold"/>
                <a:sym typeface="Proxima Nova Semibold"/>
              </a:rPr>
              <a:t>All popular web browsers support JavaScript as they provide built-in execution environments.</a:t>
            </a:r>
            <a:endParaRPr lang="en-US" sz="1600">
              <a:solidFill>
                <a:schemeClr val="dk1"/>
              </a:solidFill>
              <a:highlight>
                <a:srgbClr val="FFFFFF"/>
              </a:highlight>
              <a:latin typeface="Proxima Nova Semibold"/>
              <a:ea typeface="Proxima Nova Semibold"/>
              <a:cs typeface="Proxima Nova Semibold"/>
            </a:endParaRPr>
          </a:p>
          <a:p>
            <a:pPr marL="285750" marR="25400" lvl="0" indent="-285750" algn="l" rtl="0">
              <a:lnSpc>
                <a:spcPct val="156250"/>
              </a:lnSpc>
              <a:spcBef>
                <a:spcPts val="1500"/>
              </a:spcBef>
              <a:spcAft>
                <a:spcPts val="0"/>
              </a:spcAft>
              <a:buSzPts val="4000"/>
              <a:buFont typeface="Arial"/>
              <a:buChar char="•"/>
            </a:pPr>
            <a:r>
              <a:rPr lang="en" sz="1600">
                <a:solidFill>
                  <a:schemeClr val="dk1"/>
                </a:solidFill>
                <a:highlight>
                  <a:srgbClr val="FFFFFF"/>
                </a:highlight>
                <a:latin typeface="Proxima Nova Semibold"/>
                <a:ea typeface="Proxima Nova Semibold"/>
                <a:cs typeface="Proxima Nova Semibold"/>
                <a:sym typeface="Proxima Nova Semibold"/>
              </a:rPr>
              <a:t>JavaScript follows the syntax and structure of the C programming language. Thus, it is a structured programming language.</a:t>
            </a:r>
            <a:endParaRPr sz="1600">
              <a:solidFill>
                <a:schemeClr val="dk1"/>
              </a:solidFill>
              <a:highlight>
                <a:srgbClr val="FFFFFF"/>
              </a:highlight>
              <a:latin typeface="Proxima Nova Semibold"/>
              <a:ea typeface="Proxima Nova Semibold"/>
              <a:cs typeface="Proxima Nova Semibold"/>
            </a:endParaRPr>
          </a:p>
          <a:p>
            <a:pPr marL="285750" marR="25400" lvl="0" indent="-285750" algn="l" rtl="0">
              <a:lnSpc>
                <a:spcPct val="156250"/>
              </a:lnSpc>
              <a:spcBef>
                <a:spcPts val="1500"/>
              </a:spcBef>
              <a:spcAft>
                <a:spcPts val="0"/>
              </a:spcAft>
              <a:buSzPts val="4000"/>
              <a:buFont typeface="Arial"/>
              <a:buChar char="•"/>
            </a:pPr>
            <a:r>
              <a:rPr lang="en" sz="1600">
                <a:solidFill>
                  <a:schemeClr val="dk1"/>
                </a:solidFill>
                <a:highlight>
                  <a:srgbClr val="FFFFFF"/>
                </a:highlight>
                <a:latin typeface="Proxima Nova Semibold"/>
                <a:ea typeface="Proxima Nova Semibold"/>
                <a:cs typeface="Proxima Nova Semibold"/>
                <a:sym typeface="Proxima Nova Semibold"/>
              </a:rPr>
              <a:t>JavaScript is a weakly typed language, where certain types are implicitly cast (depending on the operation).</a:t>
            </a:r>
            <a:endParaRPr sz="1600">
              <a:solidFill>
                <a:schemeClr val="dk1"/>
              </a:solidFill>
              <a:highlight>
                <a:srgbClr val="FFFFFF"/>
              </a:highlight>
              <a:latin typeface="Proxima Nova Semibold"/>
              <a:ea typeface="Proxima Nova Semibold"/>
              <a:cs typeface="Proxima Nova Semibold"/>
            </a:endParaRPr>
          </a:p>
          <a:p>
            <a:pPr marL="285750" marR="25400" lvl="0" indent="-285750" algn="l" rtl="0">
              <a:lnSpc>
                <a:spcPct val="156250"/>
              </a:lnSpc>
              <a:spcBef>
                <a:spcPts val="1500"/>
              </a:spcBef>
              <a:spcAft>
                <a:spcPts val="1200"/>
              </a:spcAft>
              <a:buSzPts val="4000"/>
              <a:buFont typeface="Arial"/>
              <a:buChar char="•"/>
            </a:pPr>
            <a:r>
              <a:rPr lang="en" sz="1600">
                <a:solidFill>
                  <a:schemeClr val="dk1"/>
                </a:solidFill>
                <a:highlight>
                  <a:srgbClr val="FFFFFF"/>
                </a:highlight>
                <a:latin typeface="Proxima Nova Semibold"/>
                <a:ea typeface="Proxima Nova Semibold"/>
                <a:cs typeface="Proxima Nova Semibold"/>
                <a:sym typeface="Proxima Nova Semibold"/>
              </a:rPr>
              <a:t>JavaScript is an object-oriented programming language that uses prototypes rather than using classes for inheritance.</a:t>
            </a:r>
            <a:endParaRPr sz="1600">
              <a:solidFill>
                <a:srgbClr val="4D5156"/>
              </a:solidFill>
              <a:highlight>
                <a:srgbClr val="FFFFFF"/>
              </a:highlight>
              <a:latin typeface="Proxima Nova Semibold"/>
              <a:ea typeface="Proxima Nova Semibold"/>
              <a:cs typeface="Proxima Nova Semibold"/>
            </a:endParaRPr>
          </a:p>
        </p:txBody>
      </p:sp>
      <p:sp>
        <p:nvSpPr>
          <p:cNvPr id="194" name="Google Shape;194;g249e6af7e75_0_4"/>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Features of JS.</a:t>
            </a:r>
            <a:endParaRPr sz="2400" b="1" i="0" u="none" strike="noStrike" cap="none">
              <a:solidFill>
                <a:srgbClr val="323F4F"/>
              </a:solidFill>
              <a:latin typeface="Proxima Nova"/>
              <a:ea typeface="Proxima Nova"/>
              <a:cs typeface="Proxima Nova"/>
              <a:sym typeface="Proxima Nova"/>
            </a:endParaRPr>
          </a:p>
        </p:txBody>
      </p:sp>
    </p:spTree>
    <p:extLst>
      <p:ext uri="{BB962C8B-B14F-4D97-AF65-F5344CB8AC3E}">
        <p14:creationId xmlns:p14="http://schemas.microsoft.com/office/powerpoint/2010/main" val="2338933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23d6530f4b9_0_3"/>
          <p:cNvSpPr txBox="1">
            <a:spLocks noGrp="1"/>
          </p:cNvSpPr>
          <p:nvPr>
            <p:ph type="title"/>
          </p:nvPr>
        </p:nvSpPr>
        <p:spPr>
          <a:xfrm>
            <a:off x="457200" y="975675"/>
            <a:ext cx="8425200" cy="2555400"/>
          </a:xfrm>
          <a:prstGeom prst="rect">
            <a:avLst/>
          </a:prstGeom>
          <a:noFill/>
          <a:ln>
            <a:noFill/>
          </a:ln>
        </p:spPr>
        <p:txBody>
          <a:bodyPr spcFirstLastPara="1" wrap="square" lIns="0" tIns="0" rIns="0" bIns="0" anchor="t" anchorCtr="0">
            <a:noAutofit/>
          </a:bodyPr>
          <a:lstStyle/>
          <a:p>
            <a:pPr marL="285750" lvl="0" indent="-285750" algn="l" rtl="0">
              <a:lnSpc>
                <a:spcPct val="115000"/>
              </a:lnSpc>
              <a:spcBef>
                <a:spcPts val="0"/>
              </a:spcBef>
              <a:spcAft>
                <a:spcPts val="0"/>
              </a:spcAft>
              <a:buSzPts val="4000"/>
              <a:buFont typeface="Arial"/>
              <a:buChar char="•"/>
            </a:pPr>
            <a:r>
              <a:rPr lang="en" sz="1600">
                <a:solidFill>
                  <a:srgbClr val="4D5156"/>
                </a:solidFill>
                <a:highlight>
                  <a:srgbClr val="FFFFFF"/>
                </a:highlight>
                <a:latin typeface="Proxima Nova Semibold"/>
                <a:ea typeface="Proxima Nova Semibold"/>
                <a:cs typeface="Proxima Nova Semibold"/>
                <a:sym typeface="Proxima Nova Semibold"/>
              </a:rPr>
              <a:t> </a:t>
            </a:r>
            <a:r>
              <a:rPr lang="en" sz="1600">
                <a:solidFill>
                  <a:schemeClr val="dk1"/>
                </a:solidFill>
                <a:highlight>
                  <a:srgbClr val="FFFFFF"/>
                </a:highlight>
                <a:latin typeface="Proxima Nova Semibold"/>
                <a:ea typeface="Proxima Nova Semibold"/>
                <a:cs typeface="Proxima Nova Semibold"/>
                <a:sym typeface="Proxima Nova Semibold"/>
              </a:rPr>
              <a:t>It is a light-weighted and interpreted language.</a:t>
            </a:r>
            <a:endParaRPr lang="en-US" sz="1600">
              <a:solidFill>
                <a:schemeClr val="dk1"/>
              </a:solidFill>
              <a:highlight>
                <a:srgbClr val="FFFFFF"/>
              </a:highlight>
              <a:latin typeface="Proxima Nova Semibold"/>
              <a:ea typeface="Proxima Nova Semibold"/>
              <a:cs typeface="Proxima Nova Semibold"/>
            </a:endParaRPr>
          </a:p>
          <a:p>
            <a:pPr marL="285750" marR="25400" lvl="0" indent="-285750" algn="l" rtl="0">
              <a:lnSpc>
                <a:spcPct val="156250"/>
              </a:lnSpc>
              <a:spcBef>
                <a:spcPts val="1500"/>
              </a:spcBef>
              <a:spcAft>
                <a:spcPts val="0"/>
              </a:spcAft>
              <a:buSzPts val="4000"/>
              <a:buFont typeface="Arial"/>
              <a:buChar char="•"/>
            </a:pPr>
            <a:r>
              <a:rPr lang="en" sz="1600">
                <a:solidFill>
                  <a:schemeClr val="dk1"/>
                </a:solidFill>
                <a:highlight>
                  <a:srgbClr val="FFFFFF"/>
                </a:highlight>
                <a:latin typeface="Proxima Nova Semibold"/>
                <a:ea typeface="Proxima Nova Semibold"/>
                <a:cs typeface="Proxima Nova Semibold"/>
                <a:sym typeface="Proxima Nova Semibold"/>
              </a:rPr>
              <a:t>It is a case-sensitive language.</a:t>
            </a:r>
            <a:endParaRPr sz="1600">
              <a:solidFill>
                <a:schemeClr val="dk1"/>
              </a:solidFill>
              <a:highlight>
                <a:srgbClr val="FFFFFF"/>
              </a:highlight>
              <a:latin typeface="Proxima Nova Semibold"/>
              <a:ea typeface="Proxima Nova Semibold"/>
              <a:cs typeface="Proxima Nova Semibold"/>
            </a:endParaRPr>
          </a:p>
          <a:p>
            <a:pPr marL="285750" marR="25400" lvl="0" indent="-285750" algn="l" rtl="0">
              <a:lnSpc>
                <a:spcPct val="156250"/>
              </a:lnSpc>
              <a:spcBef>
                <a:spcPts val="1500"/>
              </a:spcBef>
              <a:spcAft>
                <a:spcPts val="0"/>
              </a:spcAft>
              <a:buSzPts val="4000"/>
              <a:buFont typeface="Arial"/>
              <a:buChar char="•"/>
            </a:pPr>
            <a:r>
              <a:rPr lang="en" sz="1600">
                <a:solidFill>
                  <a:schemeClr val="dk1"/>
                </a:solidFill>
                <a:highlight>
                  <a:srgbClr val="FFFFFF"/>
                </a:highlight>
                <a:latin typeface="Proxima Nova Semibold"/>
                <a:ea typeface="Proxima Nova Semibold"/>
                <a:cs typeface="Proxima Nova Semibold"/>
                <a:sym typeface="Proxima Nova Semibold"/>
              </a:rPr>
              <a:t>JavaScript is supportable in several operating systems including, Windows, macOS, etc.</a:t>
            </a:r>
            <a:endParaRPr sz="1600">
              <a:solidFill>
                <a:schemeClr val="dk1"/>
              </a:solidFill>
              <a:highlight>
                <a:srgbClr val="FFFFFF"/>
              </a:highlight>
              <a:latin typeface="Proxima Nova Semibold"/>
              <a:ea typeface="Proxima Nova Semibold"/>
              <a:cs typeface="Proxima Nova Semibold"/>
            </a:endParaRPr>
          </a:p>
          <a:p>
            <a:pPr marL="285750" marR="25400" lvl="0" indent="-285750" algn="l" rtl="0">
              <a:lnSpc>
                <a:spcPct val="156250"/>
              </a:lnSpc>
              <a:spcBef>
                <a:spcPts val="1500"/>
              </a:spcBef>
              <a:spcAft>
                <a:spcPts val="0"/>
              </a:spcAft>
              <a:buSzPts val="4000"/>
              <a:buFont typeface="Arial"/>
              <a:buChar char="•"/>
            </a:pPr>
            <a:r>
              <a:rPr lang="en" sz="1600">
                <a:solidFill>
                  <a:schemeClr val="dk1"/>
                </a:solidFill>
                <a:highlight>
                  <a:srgbClr val="FFFFFF"/>
                </a:highlight>
                <a:latin typeface="Proxima Nova Semibold"/>
                <a:ea typeface="Proxima Nova Semibold"/>
                <a:cs typeface="Proxima Nova Semibold"/>
                <a:sym typeface="Proxima Nova Semibold"/>
              </a:rPr>
              <a:t>It provides good control to the users over the web browsers.</a:t>
            </a:r>
            <a:endParaRPr sz="1600">
              <a:solidFill>
                <a:schemeClr val="dk1"/>
              </a:solidFill>
              <a:highlight>
                <a:srgbClr val="FFFFFF"/>
              </a:highlight>
              <a:latin typeface="Proxima Nova Semibold"/>
              <a:ea typeface="Proxima Nova Semibold"/>
              <a:cs typeface="Proxima Nova Semibold"/>
            </a:endParaRPr>
          </a:p>
          <a:p>
            <a:pPr marL="285750" lvl="0" indent="-285750" algn="l" rtl="0">
              <a:lnSpc>
                <a:spcPct val="115000"/>
              </a:lnSpc>
              <a:spcBef>
                <a:spcPts val="1200"/>
              </a:spcBef>
              <a:spcAft>
                <a:spcPts val="0"/>
              </a:spcAft>
              <a:buSzPts val="4000"/>
              <a:buFont typeface="Arial"/>
              <a:buChar char="•"/>
            </a:pPr>
            <a:endParaRPr sz="1600">
              <a:solidFill>
                <a:srgbClr val="4D5156"/>
              </a:solidFill>
              <a:highlight>
                <a:srgbClr val="FFFFFF"/>
              </a:highlight>
              <a:latin typeface="Proxima Nova Semibold"/>
              <a:ea typeface="Proxima Nova Semibold"/>
              <a:cs typeface="Proxima Nova Semibold"/>
            </a:endParaRPr>
          </a:p>
        </p:txBody>
      </p:sp>
      <p:sp>
        <p:nvSpPr>
          <p:cNvPr id="200" name="Google Shape;200;g23d6530f4b9_0_3"/>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Features of JS.</a:t>
            </a:r>
            <a:endParaRPr sz="2400" b="1" i="0" u="none" strike="noStrike" cap="none">
              <a:solidFill>
                <a:srgbClr val="323F4F"/>
              </a:solidFill>
              <a:latin typeface="Proxima Nova"/>
              <a:ea typeface="Proxima Nova"/>
              <a:cs typeface="Proxima Nova"/>
              <a:sym typeface="Proxima Nova"/>
            </a:endParaRPr>
          </a:p>
        </p:txBody>
      </p:sp>
    </p:spTree>
    <p:extLst>
      <p:ext uri="{BB962C8B-B14F-4D97-AF65-F5344CB8AC3E}">
        <p14:creationId xmlns:p14="http://schemas.microsoft.com/office/powerpoint/2010/main" val="403648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8">
          <a:extLst>
            <a:ext uri="{FF2B5EF4-FFF2-40B4-BE49-F238E27FC236}">
              <a16:creationId xmlns:a16="http://schemas.microsoft.com/office/drawing/2014/main" xmlns="" id="{A5924F13-AD26-98D3-8BE4-9682A443E99E}"/>
            </a:ext>
          </a:extLst>
        </p:cNvPr>
        <p:cNvGrpSpPr/>
        <p:nvPr/>
      </p:nvGrpSpPr>
      <p:grpSpPr>
        <a:xfrm>
          <a:off x="0" y="0"/>
          <a:ext cx="0" cy="0"/>
          <a:chOff x="0" y="0"/>
          <a:chExt cx="0" cy="0"/>
        </a:xfrm>
      </p:grpSpPr>
      <p:sp>
        <p:nvSpPr>
          <p:cNvPr id="199" name="Google Shape;199;g23d6530f4b9_0_3">
            <a:extLst>
              <a:ext uri="{FF2B5EF4-FFF2-40B4-BE49-F238E27FC236}">
                <a16:creationId xmlns:a16="http://schemas.microsoft.com/office/drawing/2014/main" xmlns="" id="{B59D194C-ADE6-A15A-65FD-6486EE74EFE9}"/>
              </a:ext>
            </a:extLst>
          </p:cNvPr>
          <p:cNvSpPr txBox="1">
            <a:spLocks noGrp="1"/>
          </p:cNvSpPr>
          <p:nvPr>
            <p:ph type="title"/>
          </p:nvPr>
        </p:nvSpPr>
        <p:spPr>
          <a:xfrm>
            <a:off x="457200" y="975675"/>
            <a:ext cx="8124411" cy="2555400"/>
          </a:xfrm>
          <a:prstGeom prst="rect">
            <a:avLst/>
          </a:prstGeom>
          <a:noFill/>
          <a:ln>
            <a:noFill/>
          </a:ln>
        </p:spPr>
        <p:txBody>
          <a:bodyPr spcFirstLastPara="1" wrap="square" lIns="0" tIns="0" rIns="0" bIns="0" anchor="t" anchorCtr="0">
            <a:noAutofit/>
          </a:bodyPr>
          <a:lstStyle/>
          <a:p>
            <a:pPr marL="285750" lvl="0" indent="-285750" algn="l" rtl="0">
              <a:lnSpc>
                <a:spcPct val="115000"/>
              </a:lnSpc>
              <a:spcBef>
                <a:spcPts val="0"/>
              </a:spcBef>
              <a:spcAft>
                <a:spcPts val="0"/>
              </a:spcAft>
              <a:buSzPts val="4000"/>
              <a:buFont typeface="Arial"/>
              <a:buChar char="•"/>
            </a:pPr>
            <a:r>
              <a:rPr lang="en" sz="1600">
                <a:solidFill>
                  <a:srgbClr val="4D5156"/>
                </a:solidFill>
                <a:highlight>
                  <a:srgbClr val="FFFFFF"/>
                </a:highlight>
                <a:latin typeface="Proxima Nova Semibold"/>
                <a:ea typeface="Proxima Nova Semibold"/>
                <a:cs typeface="Proxima Nova Semibold"/>
                <a:sym typeface="Proxima Nova Semibold"/>
              </a:rPr>
              <a:t> </a:t>
            </a:r>
            <a:r>
              <a:rPr lang="en" sz="1600">
                <a:solidFill>
                  <a:schemeClr val="dk1"/>
                </a:solidFill>
                <a:highlight>
                  <a:srgbClr val="FFFFFF"/>
                </a:highlight>
                <a:latin typeface="Proxima Nova Semibold"/>
                <a:ea typeface="Proxima Nova Semibold"/>
                <a:cs typeface="Proxima Nova Semibold"/>
                <a:sym typeface="Proxima Nova Semibold"/>
              </a:rPr>
              <a:t>It is a light-weighted and interpreted language.</a:t>
            </a:r>
            <a:endParaRPr lang="en-US" sz="1600">
              <a:solidFill>
                <a:schemeClr val="dk1"/>
              </a:solidFill>
              <a:highlight>
                <a:srgbClr val="FFFFFF"/>
              </a:highlight>
              <a:latin typeface="Proxima Nova Semibold"/>
              <a:ea typeface="Proxima Nova Semibold"/>
              <a:cs typeface="Proxima Nova Semibold"/>
            </a:endParaRPr>
          </a:p>
          <a:p>
            <a:pPr marL="285750" marR="25400" lvl="0" indent="-285750" algn="l" rtl="0">
              <a:lnSpc>
                <a:spcPct val="156250"/>
              </a:lnSpc>
              <a:spcBef>
                <a:spcPts val="1500"/>
              </a:spcBef>
              <a:spcAft>
                <a:spcPts val="0"/>
              </a:spcAft>
              <a:buSzPts val="4000"/>
              <a:buFont typeface="Arial"/>
              <a:buChar char="•"/>
            </a:pPr>
            <a:r>
              <a:rPr lang="en" sz="1600">
                <a:solidFill>
                  <a:schemeClr val="dk1"/>
                </a:solidFill>
                <a:highlight>
                  <a:srgbClr val="FFFFFF"/>
                </a:highlight>
                <a:latin typeface="Proxima Nova Semibold"/>
                <a:ea typeface="Proxima Nova Semibold"/>
                <a:cs typeface="Proxima Nova Semibold"/>
                <a:sym typeface="Proxima Nova Semibold"/>
              </a:rPr>
              <a:t>It is a case-sensitive language.</a:t>
            </a:r>
            <a:endParaRPr sz="1600">
              <a:solidFill>
                <a:schemeClr val="dk1"/>
              </a:solidFill>
              <a:highlight>
                <a:srgbClr val="FFFFFF"/>
              </a:highlight>
              <a:latin typeface="Proxima Nova Semibold"/>
              <a:ea typeface="Proxima Nova Semibold"/>
              <a:cs typeface="Proxima Nova Semibold"/>
            </a:endParaRPr>
          </a:p>
          <a:p>
            <a:pPr marL="285750" marR="25400" lvl="0" indent="-285750" algn="l" rtl="0">
              <a:lnSpc>
                <a:spcPct val="156250"/>
              </a:lnSpc>
              <a:spcBef>
                <a:spcPts val="1500"/>
              </a:spcBef>
              <a:spcAft>
                <a:spcPts val="0"/>
              </a:spcAft>
              <a:buSzPts val="4000"/>
              <a:buFont typeface="Arial"/>
              <a:buChar char="•"/>
            </a:pPr>
            <a:r>
              <a:rPr lang="en" sz="1600">
                <a:solidFill>
                  <a:schemeClr val="dk1"/>
                </a:solidFill>
                <a:highlight>
                  <a:srgbClr val="FFFFFF"/>
                </a:highlight>
                <a:latin typeface="Proxima Nova Semibold"/>
                <a:ea typeface="Proxima Nova Semibold"/>
                <a:cs typeface="Proxima Nova Semibold"/>
                <a:sym typeface="Proxima Nova Semibold"/>
              </a:rPr>
              <a:t>JavaScript is supportable in several operating systems including, Windows, macOS, etc.</a:t>
            </a:r>
            <a:endParaRPr sz="1600">
              <a:solidFill>
                <a:schemeClr val="dk1"/>
              </a:solidFill>
              <a:highlight>
                <a:srgbClr val="FFFFFF"/>
              </a:highlight>
              <a:latin typeface="Proxima Nova Semibold"/>
              <a:ea typeface="Proxima Nova Semibold"/>
              <a:cs typeface="Proxima Nova Semibold"/>
            </a:endParaRPr>
          </a:p>
          <a:p>
            <a:pPr marL="285750" marR="25400" lvl="0" indent="-285750" algn="l" rtl="0">
              <a:lnSpc>
                <a:spcPct val="156250"/>
              </a:lnSpc>
              <a:spcBef>
                <a:spcPts val="1500"/>
              </a:spcBef>
              <a:spcAft>
                <a:spcPts val="0"/>
              </a:spcAft>
              <a:buSzPts val="4000"/>
              <a:buFont typeface="Arial"/>
              <a:buChar char="•"/>
            </a:pPr>
            <a:r>
              <a:rPr lang="en" sz="1600">
                <a:solidFill>
                  <a:schemeClr val="dk1"/>
                </a:solidFill>
                <a:highlight>
                  <a:srgbClr val="FFFFFF"/>
                </a:highlight>
                <a:latin typeface="Proxima Nova Semibold"/>
                <a:ea typeface="Proxima Nova Semibold"/>
                <a:cs typeface="Proxima Nova Semibold"/>
                <a:sym typeface="Proxima Nova Semibold"/>
              </a:rPr>
              <a:t>It provides good control to the users over the web browsers.</a:t>
            </a:r>
            <a:endParaRPr sz="1600">
              <a:solidFill>
                <a:schemeClr val="dk1"/>
              </a:solidFill>
              <a:highlight>
                <a:srgbClr val="FFFFFF"/>
              </a:highlight>
              <a:latin typeface="Proxima Nova Semibold"/>
              <a:ea typeface="Proxima Nova Semibold"/>
              <a:cs typeface="Proxima Nova Semibold"/>
            </a:endParaRPr>
          </a:p>
          <a:p>
            <a:pPr marL="285750" lvl="0" indent="-285750" algn="l" rtl="0">
              <a:lnSpc>
                <a:spcPct val="115000"/>
              </a:lnSpc>
              <a:spcBef>
                <a:spcPts val="1200"/>
              </a:spcBef>
              <a:spcAft>
                <a:spcPts val="0"/>
              </a:spcAft>
              <a:buSzPts val="4000"/>
              <a:buFont typeface="Arial"/>
              <a:buChar char="•"/>
            </a:pPr>
            <a:endParaRPr sz="1600">
              <a:solidFill>
                <a:srgbClr val="4D5156"/>
              </a:solidFill>
              <a:highlight>
                <a:srgbClr val="FFFFFF"/>
              </a:highlight>
              <a:latin typeface="Proxima Nova Semibold"/>
              <a:ea typeface="Proxima Nova Semibold"/>
              <a:cs typeface="Proxima Nova Semibold"/>
            </a:endParaRPr>
          </a:p>
        </p:txBody>
      </p:sp>
      <p:sp>
        <p:nvSpPr>
          <p:cNvPr id="200" name="Google Shape;200;g23d6530f4b9_0_3">
            <a:extLst>
              <a:ext uri="{FF2B5EF4-FFF2-40B4-BE49-F238E27FC236}">
                <a16:creationId xmlns:a16="http://schemas.microsoft.com/office/drawing/2014/main" xmlns="" id="{125EB004-5CB3-31DD-9103-59DDE515169B}"/>
              </a:ext>
            </a:extLst>
          </p:cNvPr>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a:lnSpc>
                <a:spcPct val="90000"/>
              </a:lnSpc>
              <a:buSzPts val="2400"/>
            </a:pPr>
            <a:r>
              <a:rPr lang="en" sz="2400" b="1">
                <a:solidFill>
                  <a:srgbClr val="323F4F"/>
                </a:solidFill>
                <a:latin typeface="Proxima Nova"/>
                <a:ea typeface="Proxima Nova"/>
                <a:cs typeface="Proxima Nova"/>
              </a:rPr>
              <a:t>Features of JS.</a:t>
            </a:r>
            <a:endParaRPr lang="en-US" sz="2400" b="1" i="0" u="none" strike="noStrike" cap="none">
              <a:solidFill>
                <a:srgbClr val="323F4F"/>
              </a:solidFill>
              <a:latin typeface="Proxima Nova"/>
              <a:ea typeface="Proxima Nova"/>
              <a:cs typeface="Proxima Nova"/>
            </a:endParaRPr>
          </a:p>
        </p:txBody>
      </p:sp>
    </p:spTree>
    <p:extLst>
      <p:ext uri="{BB962C8B-B14F-4D97-AF65-F5344CB8AC3E}">
        <p14:creationId xmlns:p14="http://schemas.microsoft.com/office/powerpoint/2010/main" val="1749991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8">
          <a:extLst>
            <a:ext uri="{FF2B5EF4-FFF2-40B4-BE49-F238E27FC236}">
              <a16:creationId xmlns:a16="http://schemas.microsoft.com/office/drawing/2014/main" xmlns="" id="{C570F7FE-88C6-240F-2F40-ED0935E79D72}"/>
            </a:ext>
          </a:extLst>
        </p:cNvPr>
        <p:cNvGrpSpPr/>
        <p:nvPr/>
      </p:nvGrpSpPr>
      <p:grpSpPr>
        <a:xfrm>
          <a:off x="0" y="0"/>
          <a:ext cx="0" cy="0"/>
          <a:chOff x="0" y="0"/>
          <a:chExt cx="0" cy="0"/>
        </a:xfrm>
      </p:grpSpPr>
      <p:sp>
        <p:nvSpPr>
          <p:cNvPr id="199" name="Google Shape;199;g23d6530f4b9_0_3">
            <a:extLst>
              <a:ext uri="{FF2B5EF4-FFF2-40B4-BE49-F238E27FC236}">
                <a16:creationId xmlns:a16="http://schemas.microsoft.com/office/drawing/2014/main" xmlns="" id="{7504B529-B537-D346-6C01-1C2D57ADF30F}"/>
              </a:ext>
            </a:extLst>
          </p:cNvPr>
          <p:cNvSpPr txBox="1">
            <a:spLocks noGrp="1"/>
          </p:cNvSpPr>
          <p:nvPr>
            <p:ph type="title"/>
          </p:nvPr>
        </p:nvSpPr>
        <p:spPr>
          <a:xfrm>
            <a:off x="457200" y="1178709"/>
            <a:ext cx="4763089" cy="2938905"/>
          </a:xfrm>
          <a:prstGeom prst="rect">
            <a:avLst/>
          </a:prstGeom>
          <a:noFill/>
          <a:ln>
            <a:noFill/>
          </a:ln>
        </p:spPr>
        <p:txBody>
          <a:bodyPr spcFirstLastPara="1" wrap="square" lIns="0" tIns="0" rIns="0" bIns="0" anchor="t" anchorCtr="0">
            <a:noAutofit/>
          </a:bodyPr>
          <a:lstStyle/>
          <a:p>
            <a:r>
              <a:rPr lang="en" sz="1600">
                <a:solidFill>
                  <a:schemeClr val="dk1"/>
                </a:solidFill>
                <a:highlight>
                  <a:srgbClr val="FFFFFF"/>
                </a:highlight>
                <a:sym typeface="Proxima Nova Semibold"/>
              </a:rPr>
              <a:t>You can implement JavaScript in three main ways:</a:t>
            </a:r>
            <a:endParaRPr lang="en-US" sz="1600">
              <a:solidFill>
                <a:schemeClr val="dk1"/>
              </a:solidFill>
              <a:highlight>
                <a:srgbClr val="FFFFFF"/>
              </a:highlight>
              <a:latin typeface="Proxima Nova Semibold"/>
            </a:endParaRPr>
          </a:p>
          <a:p>
            <a:r>
              <a:rPr lang="en" sz="1600" b="1">
                <a:solidFill>
                  <a:schemeClr val="dk1"/>
                </a:solidFill>
                <a:highlight>
                  <a:srgbClr val="FFFFFF"/>
                </a:highlight>
                <a:sym typeface="Proxima Nova Semibold"/>
              </a:rPr>
              <a:t/>
            </a:r>
            <a:br>
              <a:rPr lang="en" sz="1600" b="1">
                <a:solidFill>
                  <a:schemeClr val="dk1"/>
                </a:solidFill>
                <a:highlight>
                  <a:srgbClr val="FFFFFF"/>
                </a:highlight>
                <a:sym typeface="Proxima Nova Semibold"/>
              </a:rPr>
            </a:br>
            <a:r>
              <a:rPr lang="en" sz="1600" b="1">
                <a:solidFill>
                  <a:schemeClr val="dk1"/>
                </a:solidFill>
                <a:highlight>
                  <a:srgbClr val="FFFFFF"/>
                </a:highlight>
                <a:sym typeface="Proxima Nova Semibold"/>
              </a:rPr>
              <a:t>Inline:   </a:t>
            </a:r>
            <a:r>
              <a:rPr lang="en" sz="1600">
                <a:solidFill>
                  <a:schemeClr val="dk1"/>
                </a:solidFill>
                <a:highlight>
                  <a:srgbClr val="FFFFFF"/>
                </a:highlight>
                <a:sym typeface="Proxima Nova Semibold"/>
              </a:rPr>
              <a:t> </a:t>
            </a:r>
            <a:endParaRPr lang="en">
              <a:solidFill>
                <a:schemeClr val="dk1"/>
              </a:solidFill>
            </a:endParaRPr>
          </a:p>
          <a:p>
            <a:r>
              <a:rPr lang="en" sz="1600">
                <a:solidFill>
                  <a:schemeClr val="dk1"/>
                </a:solidFill>
                <a:highlight>
                  <a:srgbClr val="FFFFFF"/>
                </a:highlight>
                <a:sym typeface="Proxima Nova Semibold"/>
              </a:rPr>
              <a:t>&lt;button onclick="alert('Hello!')"&gt;Click Me&lt;/button&gt;</a:t>
            </a:r>
            <a:endParaRPr lang="en">
              <a:solidFill>
                <a:schemeClr val="dk1"/>
              </a:solidFill>
            </a:endParaRPr>
          </a:p>
          <a:p>
            <a:r>
              <a:rPr lang="en" sz="1600" b="1">
                <a:solidFill>
                  <a:schemeClr val="dk1"/>
                </a:solidFill>
                <a:highlight>
                  <a:srgbClr val="FFFFFF"/>
                </a:highlight>
                <a:sym typeface="Proxima Nova Semibold"/>
              </a:rPr>
              <a:t/>
            </a:r>
            <a:br>
              <a:rPr lang="en" sz="1600" b="1">
                <a:solidFill>
                  <a:schemeClr val="dk1"/>
                </a:solidFill>
                <a:highlight>
                  <a:srgbClr val="FFFFFF"/>
                </a:highlight>
                <a:sym typeface="Proxima Nova Semibold"/>
              </a:rPr>
            </a:br>
            <a:r>
              <a:rPr lang="en" sz="1600" b="1">
                <a:solidFill>
                  <a:schemeClr val="dk1"/>
                </a:solidFill>
                <a:highlight>
                  <a:srgbClr val="FFFFFF"/>
                </a:highlight>
                <a:sym typeface="Proxima Nova Semibold"/>
              </a:rPr>
              <a:t>Internal (within &lt;script&gt; tag):</a:t>
            </a:r>
            <a:endParaRPr lang="en" b="1">
              <a:solidFill>
                <a:schemeClr val="dk1"/>
              </a:solidFill>
            </a:endParaRPr>
          </a:p>
          <a:p>
            <a:r>
              <a:rPr lang="en" sz="1600">
                <a:solidFill>
                  <a:schemeClr val="dk1"/>
                </a:solidFill>
                <a:highlight>
                  <a:srgbClr val="FFFFFF"/>
                </a:highlight>
                <a:sym typeface="Proxima Nova Semibold"/>
              </a:rPr>
              <a:t>&lt;script&gt;</a:t>
            </a:r>
            <a:endParaRPr lang="en">
              <a:solidFill>
                <a:schemeClr val="dk1"/>
              </a:solidFill>
            </a:endParaRPr>
          </a:p>
          <a:p>
            <a:r>
              <a:rPr lang="en" sz="1600" err="1">
                <a:solidFill>
                  <a:schemeClr val="dk1"/>
                </a:solidFill>
                <a:highlight>
                  <a:srgbClr val="FFFFFF"/>
                </a:highlight>
                <a:ea typeface="Proxima Nova Semibold"/>
                <a:cs typeface="Proxima Nova Semibold"/>
                <a:sym typeface="Proxima Nova Semibold"/>
              </a:rPr>
              <a:t>document.getElementById</a:t>
            </a:r>
            <a:r>
              <a:rPr lang="en" sz="1600">
                <a:solidFill>
                  <a:schemeClr val="dk1"/>
                </a:solidFill>
                <a:highlight>
                  <a:srgbClr val="FFFFFF"/>
                </a:highlight>
                <a:ea typeface="Proxima Nova Semibold"/>
                <a:cs typeface="Proxima Nova Semibold"/>
                <a:sym typeface="Proxima Nova Semibold"/>
              </a:rPr>
              <a:t>("</a:t>
            </a:r>
            <a:r>
              <a:rPr lang="en" sz="1600" err="1">
                <a:solidFill>
                  <a:schemeClr val="dk1"/>
                </a:solidFill>
                <a:highlight>
                  <a:srgbClr val="FFFFFF"/>
                </a:highlight>
                <a:ea typeface="Proxima Nova Semibold"/>
                <a:cs typeface="Proxima Nova Semibold"/>
                <a:sym typeface="Proxima Nova Semibold"/>
              </a:rPr>
              <a:t>myBtn</a:t>
            </a:r>
            <a:r>
              <a:rPr lang="en" sz="1600">
                <a:solidFill>
                  <a:schemeClr val="dk1"/>
                </a:solidFill>
                <a:highlight>
                  <a:srgbClr val="FFFFFF"/>
                </a:highlight>
                <a:ea typeface="Proxima Nova Semibold"/>
                <a:cs typeface="Proxima Nova Semibold"/>
                <a:sym typeface="Proxima Nova Semibold"/>
              </a:rPr>
              <a:t>").onclick = function() {</a:t>
            </a:r>
            <a:endParaRPr lang="en">
              <a:solidFill>
                <a:schemeClr val="dk1"/>
              </a:solidFill>
            </a:endParaRPr>
          </a:p>
          <a:p>
            <a:r>
              <a:rPr lang="en" sz="1600">
                <a:solidFill>
                  <a:schemeClr val="dk1"/>
                </a:solidFill>
                <a:highlight>
                  <a:srgbClr val="FFFFFF"/>
                </a:highlight>
                <a:ea typeface="Proxima Nova Semibold"/>
                <a:cs typeface="Proxima Nova Semibold"/>
                <a:sym typeface="Proxima Nova Semibold"/>
              </a:rPr>
              <a:t>    alert("Button clicked!");</a:t>
            </a:r>
            <a:endParaRPr lang="en">
              <a:solidFill>
                <a:schemeClr val="dk1"/>
              </a:solidFill>
            </a:endParaRPr>
          </a:p>
          <a:p>
            <a:r>
              <a:rPr lang="en" sz="1600">
                <a:solidFill>
                  <a:schemeClr val="dk1"/>
                </a:solidFill>
                <a:highlight>
                  <a:srgbClr val="FFFFFF"/>
                </a:highlight>
                <a:ea typeface="Proxima Nova Semibold"/>
                <a:cs typeface="Proxima Nova Semibold"/>
                <a:sym typeface="Proxima Nova Semibold"/>
              </a:rPr>
              <a:t>  };</a:t>
            </a:r>
            <a:endParaRPr lang="en"/>
          </a:p>
          <a:p>
            <a:r>
              <a:rPr lang="en" sz="1600">
                <a:solidFill>
                  <a:schemeClr val="dk1"/>
                </a:solidFill>
                <a:highlight>
                  <a:srgbClr val="FFFFFF"/>
                </a:highlight>
                <a:ea typeface="Proxima Nova Semibold"/>
                <a:cs typeface="Proxima Nova Semibold"/>
                <a:sym typeface="Proxima Nova Semibold"/>
              </a:rPr>
              <a:t>&lt;/script&gt;</a:t>
            </a:r>
            <a:endParaRPr/>
          </a:p>
        </p:txBody>
      </p:sp>
      <p:sp>
        <p:nvSpPr>
          <p:cNvPr id="200" name="Google Shape;200;g23d6530f4b9_0_3">
            <a:extLst>
              <a:ext uri="{FF2B5EF4-FFF2-40B4-BE49-F238E27FC236}">
                <a16:creationId xmlns:a16="http://schemas.microsoft.com/office/drawing/2014/main" xmlns="" id="{A9121030-519C-CFEA-AA9B-CCAC6AD67FD6}"/>
              </a:ext>
            </a:extLst>
          </p:cNvPr>
          <p:cNvSpPr txBox="1"/>
          <p:nvPr/>
        </p:nvSpPr>
        <p:spPr>
          <a:xfrm>
            <a:off x="381000" y="321000"/>
            <a:ext cx="5583000" cy="517034"/>
          </a:xfrm>
          <a:prstGeom prst="rect">
            <a:avLst/>
          </a:prstGeom>
          <a:noFill/>
          <a:ln>
            <a:noFill/>
          </a:ln>
        </p:spPr>
        <p:txBody>
          <a:bodyPr spcFirstLastPara="1" wrap="square" lIns="91425" tIns="91425" rIns="91425" bIns="91425" anchor="t" anchorCtr="0">
            <a:spAutoFit/>
          </a:bodyPr>
          <a:lstStyle/>
          <a:p>
            <a:pPr>
              <a:lnSpc>
                <a:spcPct val="90000"/>
              </a:lnSpc>
              <a:buSzPts val="2400"/>
            </a:pPr>
            <a:r>
              <a:rPr lang="en" sz="2400" b="1">
                <a:solidFill>
                  <a:srgbClr val="323F4F"/>
                </a:solidFill>
                <a:latin typeface="Proxima Nova"/>
              </a:rPr>
              <a:t>Implement JavaScript</a:t>
            </a:r>
            <a:endParaRPr lang="en-US" sz="2400" b="1">
              <a:solidFill>
                <a:srgbClr val="323F4F"/>
              </a:solidFill>
              <a:latin typeface="Proxima Nova"/>
            </a:endParaRPr>
          </a:p>
        </p:txBody>
      </p:sp>
      <p:sp>
        <p:nvSpPr>
          <p:cNvPr id="2" name="TextBox 1">
            <a:extLst>
              <a:ext uri="{FF2B5EF4-FFF2-40B4-BE49-F238E27FC236}">
                <a16:creationId xmlns:a16="http://schemas.microsoft.com/office/drawing/2014/main" xmlns="" id="{872DCDF9-86CC-BC83-7717-981AC9397CCD}"/>
              </a:ext>
            </a:extLst>
          </p:cNvPr>
          <p:cNvSpPr txBox="1"/>
          <p:nvPr/>
        </p:nvSpPr>
        <p:spPr>
          <a:xfrm>
            <a:off x="5050257" y="1117433"/>
            <a:ext cx="3758364" cy="25735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2400"/>
              </a:lnSpc>
            </a:pPr>
            <a:r>
              <a:rPr lang="en-GB" sz="1600" b="1">
                <a:highlight>
                  <a:srgbClr val="FFFFFF"/>
                </a:highlight>
                <a:latin typeface="Proxima Nova"/>
                <a:cs typeface="Segoe UI"/>
              </a:rPr>
              <a:t>External (best practice):</a:t>
            </a:r>
            <a:r>
              <a:rPr lang="en-GB" sz="1600" b="1">
                <a:latin typeface="Proxima Nova"/>
                <a:cs typeface="Segoe UI"/>
              </a:rPr>
              <a:t>​</a:t>
            </a:r>
          </a:p>
          <a:p>
            <a:pPr>
              <a:lnSpc>
                <a:spcPts val="2400"/>
              </a:lnSpc>
            </a:pPr>
            <a:r>
              <a:rPr lang="en-GB" sz="1600">
                <a:highlight>
                  <a:srgbClr val="FFFFFF"/>
                </a:highlight>
                <a:latin typeface="Proxima Nova"/>
                <a:cs typeface="Segoe UI"/>
              </a:rPr>
              <a:t>&lt;!-- HTML --&gt;</a:t>
            </a:r>
            <a:r>
              <a:rPr lang="en-US" sz="1600">
                <a:latin typeface="Proxima Nova"/>
                <a:cs typeface="Segoe UI"/>
              </a:rPr>
              <a:t>​</a:t>
            </a:r>
          </a:p>
          <a:p>
            <a:pPr>
              <a:lnSpc>
                <a:spcPts val="2400"/>
              </a:lnSpc>
            </a:pPr>
            <a:r>
              <a:rPr lang="en-GB" sz="1600">
                <a:highlight>
                  <a:srgbClr val="FFFFFF"/>
                </a:highlight>
                <a:latin typeface="Proxima Nova"/>
                <a:cs typeface="Segoe UI"/>
              </a:rPr>
              <a:t>&lt;script </a:t>
            </a:r>
            <a:r>
              <a:rPr lang="en-GB" sz="1600" err="1">
                <a:highlight>
                  <a:srgbClr val="FFFFFF"/>
                </a:highlight>
                <a:latin typeface="Proxima Nova"/>
                <a:cs typeface="Segoe UI"/>
              </a:rPr>
              <a:t>src</a:t>
            </a:r>
            <a:r>
              <a:rPr lang="en-GB" sz="1600">
                <a:highlight>
                  <a:srgbClr val="FFFFFF"/>
                </a:highlight>
                <a:latin typeface="Proxima Nova"/>
                <a:cs typeface="Segoe UI"/>
              </a:rPr>
              <a:t>="script.js"&gt;&lt;/script&gt;</a:t>
            </a:r>
            <a:r>
              <a:rPr lang="en-US" sz="1600">
                <a:latin typeface="Proxima Nova"/>
                <a:cs typeface="Segoe UI"/>
              </a:rPr>
              <a:t>​</a:t>
            </a:r>
          </a:p>
          <a:p>
            <a:pPr>
              <a:lnSpc>
                <a:spcPts val="2400"/>
              </a:lnSpc>
            </a:pPr>
            <a:r>
              <a:rPr lang="en-GB" sz="1600">
                <a:highlight>
                  <a:srgbClr val="FFFFFF"/>
                </a:highlight>
                <a:latin typeface="Proxima Nova"/>
                <a:cs typeface="Segoe UI"/>
              </a:rPr>
              <a:t>// script.js</a:t>
            </a:r>
            <a:r>
              <a:rPr lang="en-US" sz="1600">
                <a:latin typeface="Proxima Nova"/>
                <a:cs typeface="Segoe UI"/>
              </a:rPr>
              <a:t>​</a:t>
            </a:r>
          </a:p>
          <a:p>
            <a:pPr>
              <a:lnSpc>
                <a:spcPts val="2400"/>
              </a:lnSpc>
            </a:pPr>
            <a:r>
              <a:rPr lang="en-GB" sz="1600" err="1">
                <a:highlight>
                  <a:srgbClr val="FFFFFF"/>
                </a:highlight>
                <a:latin typeface="Proxima Nova"/>
                <a:cs typeface="Segoe UI"/>
              </a:rPr>
              <a:t>document.getElementById</a:t>
            </a:r>
            <a:r>
              <a:rPr lang="en-GB" sz="1600">
                <a:highlight>
                  <a:srgbClr val="FFFFFF"/>
                </a:highlight>
                <a:latin typeface="Proxima Nova"/>
                <a:cs typeface="Segoe UI"/>
              </a:rPr>
              <a:t>("</a:t>
            </a:r>
            <a:r>
              <a:rPr lang="en-GB" sz="1600" err="1">
                <a:highlight>
                  <a:srgbClr val="FFFFFF"/>
                </a:highlight>
                <a:latin typeface="Proxima Nova"/>
                <a:cs typeface="Segoe UI"/>
              </a:rPr>
              <a:t>myBtn</a:t>
            </a:r>
            <a:r>
              <a:rPr lang="en-GB" sz="1600">
                <a:highlight>
                  <a:srgbClr val="FFFFFF"/>
                </a:highlight>
                <a:latin typeface="Proxima Nova"/>
                <a:cs typeface="Segoe UI"/>
              </a:rPr>
              <a:t>").</a:t>
            </a:r>
            <a:r>
              <a:rPr lang="en-GB" sz="1600" err="1">
                <a:highlight>
                  <a:srgbClr val="FFFFFF"/>
                </a:highlight>
                <a:latin typeface="Proxima Nova"/>
                <a:cs typeface="Segoe UI"/>
              </a:rPr>
              <a:t>addEventListener</a:t>
            </a:r>
            <a:r>
              <a:rPr lang="en-GB" sz="1600">
                <a:highlight>
                  <a:srgbClr val="FFFFFF"/>
                </a:highlight>
                <a:latin typeface="Proxima Nova"/>
                <a:cs typeface="Segoe UI"/>
              </a:rPr>
              <a:t>("click", function() {</a:t>
            </a:r>
            <a:r>
              <a:rPr lang="en-GB" sz="1600">
                <a:latin typeface="Proxima Nova"/>
                <a:cs typeface="Segoe UI"/>
              </a:rPr>
              <a:t>​</a:t>
            </a:r>
          </a:p>
          <a:p>
            <a:pPr>
              <a:lnSpc>
                <a:spcPts val="2400"/>
              </a:lnSpc>
            </a:pPr>
            <a:r>
              <a:rPr lang="en-GB" sz="1600">
                <a:highlight>
                  <a:srgbClr val="FFFFFF"/>
                </a:highlight>
                <a:latin typeface="Proxima Nova"/>
                <a:cs typeface="Segoe UI"/>
              </a:rPr>
              <a:t>  alert("Button clicked!");</a:t>
            </a:r>
            <a:r>
              <a:rPr lang="en-US" sz="1600">
                <a:latin typeface="Proxima Nova"/>
                <a:cs typeface="Segoe UI"/>
              </a:rPr>
              <a:t>​</a:t>
            </a:r>
          </a:p>
          <a:p>
            <a:pPr>
              <a:lnSpc>
                <a:spcPts val="2775"/>
              </a:lnSpc>
            </a:pPr>
            <a:r>
              <a:rPr lang="en-GB" sz="1600">
                <a:highlight>
                  <a:srgbClr val="FFFFFF"/>
                </a:highlight>
                <a:latin typeface="Proxima Nova"/>
                <a:cs typeface="Segoe UI"/>
              </a:rPr>
              <a:t>});</a:t>
            </a:r>
            <a:r>
              <a:rPr lang="en-US" sz="1600">
                <a:latin typeface="Proxima Nova"/>
                <a:cs typeface="Segoe UI"/>
              </a:rPr>
              <a:t>​</a:t>
            </a:r>
          </a:p>
        </p:txBody>
      </p:sp>
    </p:spTree>
    <p:extLst>
      <p:ext uri="{BB962C8B-B14F-4D97-AF65-F5344CB8AC3E}">
        <p14:creationId xmlns:p14="http://schemas.microsoft.com/office/powerpoint/2010/main" val="2037454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2757ae52c1b_0_8"/>
          <p:cNvSpPr txBox="1"/>
          <p:nvPr/>
        </p:nvSpPr>
        <p:spPr>
          <a:xfrm>
            <a:off x="702325" y="1771000"/>
            <a:ext cx="6725400" cy="663600"/>
          </a:xfrm>
          <a:prstGeom prst="rect">
            <a:avLst/>
          </a:prstGeom>
          <a:solidFill>
            <a:srgbClr val="A64D79"/>
          </a:soli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00000"/>
              </a:buClr>
              <a:buSzPts val="4000"/>
              <a:buFont typeface="Arial"/>
              <a:buNone/>
            </a:pPr>
            <a:r>
              <a:rPr lang="en" sz="4000" b="0" i="0" u="none" strike="noStrike" cap="none">
                <a:solidFill>
                  <a:schemeClr val="lt1"/>
                </a:solidFill>
                <a:latin typeface="Proxima Nova"/>
                <a:ea typeface="Proxima Nova"/>
                <a:cs typeface="Proxima Nova"/>
                <a:sym typeface="Proxima Nova"/>
              </a:rPr>
              <a:t>Javascript - Basics </a:t>
            </a:r>
            <a:endParaRPr sz="4000" b="0" i="0" u="none" strike="noStrike" cap="none">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254465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g2757ae52c1b_0_15"/>
          <p:cNvSpPr txBox="1">
            <a:spLocks noGrp="1"/>
          </p:cNvSpPr>
          <p:nvPr>
            <p:ph type="title"/>
          </p:nvPr>
        </p:nvSpPr>
        <p:spPr>
          <a:xfrm>
            <a:off x="457200" y="1028700"/>
            <a:ext cx="6884400" cy="3343200"/>
          </a:xfrm>
          <a:prstGeom prst="rect">
            <a:avLst/>
          </a:prstGeom>
          <a:noFill/>
          <a:ln>
            <a:noFill/>
          </a:ln>
        </p:spPr>
        <p:txBody>
          <a:bodyPr spcFirstLastPara="1" wrap="square" lIns="0" tIns="0" rIns="0" bIns="0" anchor="t" anchorCtr="0">
            <a:noAutofit/>
          </a:bodyPr>
          <a:lstStyle/>
          <a:p>
            <a:pPr marL="285750" lvl="0" indent="-285750" algn="just" rtl="0">
              <a:lnSpc>
                <a:spcPct val="115000"/>
              </a:lnSpc>
              <a:spcBef>
                <a:spcPts val="1200"/>
              </a:spcBef>
              <a:spcAft>
                <a:spcPts val="0"/>
              </a:spcAft>
              <a:buClr>
                <a:schemeClr val="dk1"/>
              </a:buClr>
              <a:buSzPts val="1100"/>
              <a:buFont typeface="Arial"/>
              <a:buChar char="•"/>
            </a:pPr>
            <a:r>
              <a:rPr lang="en" sz="1600">
                <a:solidFill>
                  <a:srgbClr val="333333"/>
                </a:solidFill>
                <a:highlight>
                  <a:srgbClr val="FFFFFF"/>
                </a:highlight>
                <a:latin typeface="Proxima Nova Semibold"/>
                <a:ea typeface="Proxima Nova Semibold"/>
                <a:cs typeface="Proxima Nova Semibold"/>
                <a:sym typeface="Proxima Nova Semibold"/>
              </a:rPr>
              <a:t>There are two types of comments in JavaScript.</a:t>
            </a:r>
            <a:endParaRPr lang="en-US" sz="1600">
              <a:solidFill>
                <a:srgbClr val="333333"/>
              </a:solidFill>
              <a:highlight>
                <a:srgbClr val="FFFFFF"/>
              </a:highlight>
              <a:latin typeface="Proxima Nova Semibold"/>
              <a:ea typeface="Proxima Nova Semibold"/>
              <a:cs typeface="Proxima Nova Semibold"/>
            </a:endParaRPr>
          </a:p>
          <a:p>
            <a:pPr marL="914400" marR="25400" lvl="0" indent="-330200" algn="l" rtl="0">
              <a:lnSpc>
                <a:spcPct val="156250"/>
              </a:lnSpc>
              <a:spcBef>
                <a:spcPts val="1500"/>
              </a:spcBef>
              <a:spcAft>
                <a:spcPts val="0"/>
              </a:spcAft>
              <a:buClr>
                <a:schemeClr val="dk1"/>
              </a:buClr>
              <a:buSzPts val="1600"/>
              <a:buFont typeface="Arial"/>
              <a:buChar char="•"/>
            </a:pPr>
            <a:r>
              <a:rPr lang="en" sz="1600">
                <a:solidFill>
                  <a:schemeClr val="dk1"/>
                </a:solidFill>
                <a:highlight>
                  <a:srgbClr val="FFFFFF"/>
                </a:highlight>
                <a:latin typeface="Proxima Nova Semibold"/>
                <a:ea typeface="Proxima Nova Semibold"/>
                <a:cs typeface="Proxima Nova Semibold"/>
                <a:sym typeface="Proxima Nova Semibold"/>
              </a:rPr>
              <a:t>Single-line Comment</a:t>
            </a:r>
            <a:endParaRPr sz="1600">
              <a:solidFill>
                <a:schemeClr val="dk1"/>
              </a:solidFill>
              <a:highlight>
                <a:srgbClr val="FFFFFF"/>
              </a:highlight>
              <a:latin typeface="Proxima Nova Semibold"/>
              <a:ea typeface="Proxima Nova Semibold"/>
              <a:cs typeface="Proxima Nova Semibold"/>
            </a:endParaRPr>
          </a:p>
          <a:p>
            <a:pPr marL="914400" marR="25400" lvl="0" indent="-330200" algn="l" rtl="0">
              <a:lnSpc>
                <a:spcPct val="156250"/>
              </a:lnSpc>
              <a:spcBef>
                <a:spcPts val="0"/>
              </a:spcBef>
              <a:spcAft>
                <a:spcPts val="0"/>
              </a:spcAft>
              <a:buClr>
                <a:schemeClr val="dk1"/>
              </a:buClr>
              <a:buSzPts val="1600"/>
              <a:buFont typeface="Arial"/>
              <a:buChar char="•"/>
            </a:pPr>
            <a:r>
              <a:rPr lang="en" sz="1600">
                <a:solidFill>
                  <a:schemeClr val="dk1"/>
                </a:solidFill>
                <a:highlight>
                  <a:srgbClr val="FFFFFF"/>
                </a:highlight>
                <a:latin typeface="Proxima Nova Semibold"/>
                <a:ea typeface="Proxima Nova Semibold"/>
                <a:cs typeface="Proxima Nova Semibold"/>
                <a:sym typeface="Proxima Nova Semibold"/>
              </a:rPr>
              <a:t>Multi-line Comment</a:t>
            </a:r>
            <a:endParaRPr sz="1600">
              <a:solidFill>
                <a:schemeClr val="dk1"/>
              </a:solidFill>
              <a:highlight>
                <a:srgbClr val="FFFFFF"/>
              </a:highlight>
              <a:latin typeface="Proxima Nova Semibold"/>
              <a:ea typeface="Proxima Nova Semibold"/>
              <a:cs typeface="Proxima Nova Semibold"/>
            </a:endParaRPr>
          </a:p>
          <a:p>
            <a:pPr marL="457200" lvl="0" indent="0" algn="l" rtl="0">
              <a:lnSpc>
                <a:spcPct val="156250"/>
              </a:lnSpc>
              <a:spcBef>
                <a:spcPts val="1200"/>
              </a:spcBef>
              <a:spcAft>
                <a:spcPts val="0"/>
              </a:spcAft>
              <a:buSzPts val="4000"/>
              <a:buNone/>
            </a:pPr>
            <a:endParaRPr sz="1600">
              <a:solidFill>
                <a:srgbClr val="333333"/>
              </a:solidFill>
              <a:highlight>
                <a:srgbClr val="FFFFFF"/>
              </a:highlight>
              <a:latin typeface="Proxima Nova Semibold"/>
              <a:ea typeface="Proxima Nova Semibold"/>
              <a:cs typeface="Proxima Nova Semibold"/>
              <a:sym typeface="Proxima Nova Semibold"/>
            </a:endParaRPr>
          </a:p>
          <a:p>
            <a:pPr marL="0" lvl="0" indent="0" algn="l" rtl="0">
              <a:lnSpc>
                <a:spcPct val="115000"/>
              </a:lnSpc>
              <a:spcBef>
                <a:spcPts val="1200"/>
              </a:spcBef>
              <a:spcAft>
                <a:spcPts val="0"/>
              </a:spcAft>
              <a:buClr>
                <a:schemeClr val="dk1"/>
              </a:buClr>
              <a:buSzPts val="1100"/>
              <a:buFont typeface="Arial"/>
              <a:buNone/>
            </a:pPr>
            <a:r>
              <a:rPr lang="en" sz="1600">
                <a:solidFill>
                  <a:srgbClr val="006699"/>
                </a:solidFill>
                <a:latin typeface="Proxima Nova Semibold"/>
                <a:ea typeface="Proxima Nova Semibold"/>
                <a:cs typeface="Proxima Nova Semibold"/>
                <a:sym typeface="Proxima Nova Semibold"/>
              </a:rPr>
              <a:t> </a:t>
            </a:r>
            <a:endParaRPr sz="1600">
              <a:solidFill>
                <a:srgbClr val="333333"/>
              </a:solidFill>
              <a:highlight>
                <a:srgbClr val="FFFFFF"/>
              </a:highlight>
              <a:latin typeface="Proxima Nova Semibold"/>
              <a:ea typeface="Proxima Nova Semibold"/>
              <a:cs typeface="Proxima Nova Semibold"/>
              <a:sym typeface="Proxima Nova Semibold"/>
            </a:endParaRPr>
          </a:p>
        </p:txBody>
      </p:sp>
      <p:sp>
        <p:nvSpPr>
          <p:cNvPr id="211" name="Google Shape;211;g2757ae52c1b_0_15"/>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Comments</a:t>
            </a:r>
            <a:endParaRPr sz="2400" b="1" i="0" u="none" strike="noStrike" cap="none">
              <a:solidFill>
                <a:srgbClr val="323F4F"/>
              </a:solidFill>
              <a:latin typeface="Proxima Nova"/>
              <a:ea typeface="Proxima Nova"/>
              <a:cs typeface="Proxima Nova"/>
              <a:sym typeface="Proxima Nova"/>
            </a:endParaRPr>
          </a:p>
        </p:txBody>
      </p:sp>
      <p:pic>
        <p:nvPicPr>
          <p:cNvPr id="212" name="Google Shape;212;g2757ae52c1b_0_15"/>
          <p:cNvPicPr preferRelativeResize="0"/>
          <p:nvPr/>
        </p:nvPicPr>
        <p:blipFill rotWithShape="1">
          <a:blip r:embed="rId3">
            <a:alphaModFix/>
          </a:blip>
          <a:srcRect/>
          <a:stretch/>
        </p:blipFill>
        <p:spPr>
          <a:xfrm>
            <a:off x="381000" y="2466900"/>
            <a:ext cx="3981450" cy="1905000"/>
          </a:xfrm>
          <a:prstGeom prst="rect">
            <a:avLst/>
          </a:prstGeom>
          <a:noFill/>
          <a:ln>
            <a:noFill/>
          </a:ln>
        </p:spPr>
      </p:pic>
      <p:pic>
        <p:nvPicPr>
          <p:cNvPr id="213" name="Google Shape;213;g2757ae52c1b_0_15"/>
          <p:cNvPicPr preferRelativeResize="0"/>
          <p:nvPr/>
        </p:nvPicPr>
        <p:blipFill rotWithShape="1">
          <a:blip r:embed="rId4">
            <a:alphaModFix/>
          </a:blip>
          <a:srcRect/>
          <a:stretch/>
        </p:blipFill>
        <p:spPr>
          <a:xfrm>
            <a:off x="4623450" y="2466900"/>
            <a:ext cx="4122600" cy="1905000"/>
          </a:xfrm>
          <a:prstGeom prst="rect">
            <a:avLst/>
          </a:prstGeom>
          <a:noFill/>
          <a:ln>
            <a:noFill/>
          </a:ln>
        </p:spPr>
      </p:pic>
    </p:spTree>
    <p:extLst>
      <p:ext uri="{BB962C8B-B14F-4D97-AF65-F5344CB8AC3E}">
        <p14:creationId xmlns:p14="http://schemas.microsoft.com/office/powerpoint/2010/main" val="2690461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2"/>
                                        </p:tgtEl>
                                        <p:attrNameLst>
                                          <p:attrName>style.visibility</p:attrName>
                                        </p:attrNameLst>
                                      </p:cBhvr>
                                      <p:to>
                                        <p:strVal val="visible"/>
                                      </p:to>
                                    </p:set>
                                    <p:anim calcmode="lin" valueType="num">
                                      <p:cBhvr additive="base">
                                        <p:cTn id="7" dur="500" fill="hold"/>
                                        <p:tgtEl>
                                          <p:spTgt spid="212"/>
                                        </p:tgtEl>
                                        <p:attrNameLst>
                                          <p:attrName>ppt_x</p:attrName>
                                        </p:attrNameLst>
                                      </p:cBhvr>
                                      <p:tavLst>
                                        <p:tav tm="0">
                                          <p:val>
                                            <p:strVal val="#ppt_x"/>
                                          </p:val>
                                        </p:tav>
                                        <p:tav tm="100000">
                                          <p:val>
                                            <p:strVal val="#ppt_x"/>
                                          </p:val>
                                        </p:tav>
                                      </p:tavLst>
                                    </p:anim>
                                    <p:anim calcmode="lin" valueType="num">
                                      <p:cBhvr additive="base">
                                        <p:cTn id="8" dur="500" fill="hold"/>
                                        <p:tgtEl>
                                          <p:spTgt spid="2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3"/>
                                        </p:tgtEl>
                                        <p:attrNameLst>
                                          <p:attrName>style.visibility</p:attrName>
                                        </p:attrNameLst>
                                      </p:cBhvr>
                                      <p:to>
                                        <p:strVal val="visible"/>
                                      </p:to>
                                    </p:set>
                                    <p:anim calcmode="lin" valueType="num">
                                      <p:cBhvr additive="base">
                                        <p:cTn id="13" dur="500" fill="hold"/>
                                        <p:tgtEl>
                                          <p:spTgt spid="213"/>
                                        </p:tgtEl>
                                        <p:attrNameLst>
                                          <p:attrName>ppt_x</p:attrName>
                                        </p:attrNameLst>
                                      </p:cBhvr>
                                      <p:tavLst>
                                        <p:tav tm="0">
                                          <p:val>
                                            <p:strVal val="#ppt_x"/>
                                          </p:val>
                                        </p:tav>
                                        <p:tav tm="100000">
                                          <p:val>
                                            <p:strVal val="#ppt_x"/>
                                          </p:val>
                                        </p:tav>
                                      </p:tavLst>
                                    </p:anim>
                                    <p:anim calcmode="lin" valueType="num">
                                      <p:cBhvr additive="base">
                                        <p:cTn id="14" dur="500" fill="hold"/>
                                        <p:tgtEl>
                                          <p:spTgt spid="2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g23d6530f4b9_0_11"/>
          <p:cNvSpPr txBox="1">
            <a:spLocks noGrp="1"/>
          </p:cNvSpPr>
          <p:nvPr>
            <p:ph type="title"/>
          </p:nvPr>
        </p:nvSpPr>
        <p:spPr>
          <a:xfrm>
            <a:off x="457200" y="1028700"/>
            <a:ext cx="7794288" cy="3659028"/>
          </a:xfrm>
          <a:prstGeom prst="rect">
            <a:avLst/>
          </a:prstGeom>
          <a:noFill/>
          <a:ln>
            <a:noFill/>
          </a:ln>
        </p:spPr>
        <p:txBody>
          <a:bodyPr spcFirstLastPara="1" wrap="square" lIns="0" tIns="0" rIns="0" bIns="0" anchor="t" anchorCtr="0">
            <a:noAutofit/>
          </a:bodyPr>
          <a:lstStyle/>
          <a:p>
            <a:pPr marL="285750" lvl="0" indent="-285750" algn="l" rtl="0">
              <a:lnSpc>
                <a:spcPct val="115000"/>
              </a:lnSpc>
              <a:spcBef>
                <a:spcPts val="0"/>
              </a:spcBef>
              <a:spcAft>
                <a:spcPts val="0"/>
              </a:spcAft>
              <a:buClr>
                <a:schemeClr val="dk1"/>
              </a:buClr>
              <a:buSzPts val="1100"/>
              <a:buFont typeface="Arial"/>
              <a:buChar char="•"/>
            </a:pPr>
            <a:r>
              <a:rPr lang="en" sz="1600" dirty="0">
                <a:solidFill>
                  <a:srgbClr val="333333"/>
                </a:solidFill>
                <a:highlight>
                  <a:srgbClr val="FFFFFF"/>
                </a:highlight>
                <a:latin typeface="Proxima Nova Semibold"/>
                <a:ea typeface="Proxima Nova Semibold"/>
                <a:cs typeface="Proxima Nova Semibold"/>
                <a:sym typeface="Proxima Nova Semibold"/>
              </a:rPr>
              <a:t>A JavaScript variable is simply a name of storage location. </a:t>
            </a:r>
            <a:endParaRPr lang="en-US" sz="1600" dirty="0">
              <a:solidFill>
                <a:srgbClr val="333333"/>
              </a:solidFill>
              <a:highlight>
                <a:srgbClr val="FFFFFF"/>
              </a:highlight>
              <a:latin typeface="Proxima Nova Semibold"/>
              <a:ea typeface="Proxima Nova Semibold"/>
              <a:cs typeface="Proxima Nova Semibold"/>
            </a:endParaRPr>
          </a:p>
          <a:p>
            <a:pPr marL="285750" lvl="0" indent="-285750" algn="l" rtl="0">
              <a:lnSpc>
                <a:spcPct val="115000"/>
              </a:lnSpc>
              <a:spcBef>
                <a:spcPts val="0"/>
              </a:spcBef>
              <a:spcAft>
                <a:spcPts val="0"/>
              </a:spcAft>
              <a:buClr>
                <a:schemeClr val="dk1"/>
              </a:buClr>
              <a:buSzPts val="1100"/>
              <a:buFont typeface="Arial"/>
              <a:buChar char="•"/>
            </a:pPr>
            <a:r>
              <a:rPr lang="en" sz="1600" dirty="0">
                <a:solidFill>
                  <a:srgbClr val="333333"/>
                </a:solidFill>
                <a:highlight>
                  <a:srgbClr val="FFFFFF"/>
                </a:highlight>
                <a:latin typeface="Proxima Nova Semibold"/>
                <a:ea typeface="Proxima Nova Semibold"/>
                <a:cs typeface="Proxima Nova Semibold"/>
                <a:sym typeface="Proxima Nova Semibold"/>
              </a:rPr>
              <a:t>There are two types of variables in JavaScript : local variable and global variable.</a:t>
            </a:r>
            <a:endParaRPr sz="1600" dirty="0">
              <a:solidFill>
                <a:srgbClr val="333333"/>
              </a:solidFill>
              <a:highlight>
                <a:srgbClr val="FFFFFF"/>
              </a:highlight>
              <a:latin typeface="Proxima Nova Semibold"/>
              <a:ea typeface="Proxima Nova Semibold"/>
              <a:cs typeface="Proxima Nova Semibold"/>
            </a:endParaRPr>
          </a:p>
        </p:txBody>
      </p:sp>
      <p:sp>
        <p:nvSpPr>
          <p:cNvPr id="219" name="Google Shape;219;g23d6530f4b9_0_11"/>
          <p:cNvSpPr txBox="1"/>
          <p:nvPr/>
        </p:nvSpPr>
        <p:spPr>
          <a:xfrm>
            <a:off x="381000" y="321000"/>
            <a:ext cx="5583000" cy="517034"/>
          </a:xfrm>
          <a:prstGeom prst="rect">
            <a:avLst/>
          </a:prstGeom>
          <a:noFill/>
          <a:ln>
            <a:noFill/>
          </a:ln>
        </p:spPr>
        <p:txBody>
          <a:bodyPr spcFirstLastPara="1" wrap="square" lIns="91425" tIns="91425" rIns="91425" bIns="91425" anchor="t" anchorCtr="0">
            <a:spAutoFit/>
          </a:bodyPr>
          <a:lstStyle/>
          <a:p>
            <a:pPr lvl="0">
              <a:lnSpc>
                <a:spcPct val="90000"/>
              </a:lnSpc>
              <a:buSzPts val="2400"/>
            </a:pPr>
            <a:r>
              <a:rPr lang="en-IN" sz="2400" dirty="0"/>
              <a:t>Variables in JavaScript</a:t>
            </a:r>
            <a:endParaRPr sz="2400" b="1" i="0" u="none" strike="noStrike" cap="none" dirty="0">
              <a:solidFill>
                <a:srgbClr val="323F4F"/>
              </a:solidFill>
              <a:latin typeface="Proxima Nova"/>
              <a:ea typeface="Proxima Nova"/>
              <a:cs typeface="Proxima Nova"/>
              <a:sym typeface="Proxima Nova"/>
            </a:endParaRPr>
          </a:p>
        </p:txBody>
      </p:sp>
      <p:pic>
        <p:nvPicPr>
          <p:cNvPr id="220" name="Google Shape;220;g23d6530f4b9_0_11"/>
          <p:cNvPicPr preferRelativeResize="0"/>
          <p:nvPr/>
        </p:nvPicPr>
        <p:blipFill rotWithShape="1">
          <a:blip r:embed="rId3">
            <a:alphaModFix/>
          </a:blip>
          <a:srcRect/>
          <a:stretch/>
        </p:blipFill>
        <p:spPr>
          <a:xfrm>
            <a:off x="1572000" y="1969150"/>
            <a:ext cx="5391150" cy="2590800"/>
          </a:xfrm>
          <a:prstGeom prst="rect">
            <a:avLst/>
          </a:prstGeom>
          <a:noFill/>
          <a:ln>
            <a:noFill/>
          </a:ln>
        </p:spPr>
      </p:pic>
    </p:spTree>
    <p:extLst>
      <p:ext uri="{BB962C8B-B14F-4D97-AF65-F5344CB8AC3E}">
        <p14:creationId xmlns:p14="http://schemas.microsoft.com/office/powerpoint/2010/main" val="3448372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0"/>
                                        </p:tgtEl>
                                        <p:attrNameLst>
                                          <p:attrName>style.visibility</p:attrName>
                                        </p:attrNameLst>
                                      </p:cBhvr>
                                      <p:to>
                                        <p:strVal val="visible"/>
                                      </p:to>
                                    </p:set>
                                    <p:anim calcmode="lin" valueType="num">
                                      <p:cBhvr additive="base">
                                        <p:cTn id="7" dur="500" fill="hold"/>
                                        <p:tgtEl>
                                          <p:spTgt spid="220"/>
                                        </p:tgtEl>
                                        <p:attrNameLst>
                                          <p:attrName>ppt_x</p:attrName>
                                        </p:attrNameLst>
                                      </p:cBhvr>
                                      <p:tavLst>
                                        <p:tav tm="0">
                                          <p:val>
                                            <p:strVal val="#ppt_x"/>
                                          </p:val>
                                        </p:tav>
                                        <p:tav tm="100000">
                                          <p:val>
                                            <p:strVal val="#ppt_x"/>
                                          </p:val>
                                        </p:tav>
                                      </p:tavLst>
                                    </p:anim>
                                    <p:anim calcmode="lin" valueType="num">
                                      <p:cBhvr additive="base">
                                        <p:cTn id="8" dur="500" fill="hold"/>
                                        <p:tgtEl>
                                          <p:spTgt spid="2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xmlns="" id="{998A37E0-AB5B-A268-F2BE-15E111B511CD}"/>
            </a:ext>
          </a:extLst>
        </p:cNvPr>
        <p:cNvGrpSpPr/>
        <p:nvPr/>
      </p:nvGrpSpPr>
      <p:grpSpPr>
        <a:xfrm>
          <a:off x="0" y="0"/>
          <a:ext cx="0" cy="0"/>
          <a:chOff x="0" y="0"/>
          <a:chExt cx="0" cy="0"/>
        </a:xfrm>
      </p:grpSpPr>
      <p:sp>
        <p:nvSpPr>
          <p:cNvPr id="219" name="Google Shape;219;g23d6530f4b9_0_11">
            <a:extLst>
              <a:ext uri="{FF2B5EF4-FFF2-40B4-BE49-F238E27FC236}">
                <a16:creationId xmlns:a16="http://schemas.microsoft.com/office/drawing/2014/main" xmlns="" id="{6CE07620-0F61-92A1-C96C-9243E9C9F24F}"/>
              </a:ext>
            </a:extLst>
          </p:cNvPr>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Variables</a:t>
            </a:r>
            <a:endParaRPr sz="2400" b="1" i="0" u="none" strike="noStrike" cap="none">
              <a:solidFill>
                <a:srgbClr val="323F4F"/>
              </a:solidFill>
              <a:latin typeface="Proxima Nova"/>
              <a:ea typeface="Proxima Nova"/>
              <a:cs typeface="Proxima Nova"/>
              <a:sym typeface="Proxima Nova"/>
            </a:endParaRPr>
          </a:p>
        </p:txBody>
      </p:sp>
      <p:graphicFrame>
        <p:nvGraphicFramePr>
          <p:cNvPr id="3" name="Table 2">
            <a:extLst>
              <a:ext uri="{FF2B5EF4-FFF2-40B4-BE49-F238E27FC236}">
                <a16:creationId xmlns:a16="http://schemas.microsoft.com/office/drawing/2014/main" xmlns="" id="{10DC9657-AE9E-CFAB-23FB-0D1EB08C733F}"/>
              </a:ext>
            </a:extLst>
          </p:cNvPr>
          <p:cNvGraphicFramePr>
            <a:graphicFrameLocks noGrp="1"/>
          </p:cNvGraphicFramePr>
          <p:nvPr>
            <p:extLst/>
          </p:nvPr>
        </p:nvGraphicFramePr>
        <p:xfrm>
          <a:off x="432707" y="985565"/>
          <a:ext cx="8264000" cy="3480435"/>
        </p:xfrm>
        <a:graphic>
          <a:graphicData uri="http://schemas.openxmlformats.org/drawingml/2006/table">
            <a:tbl>
              <a:tblPr bandRow="1">
                <a:tableStyleId>{51958573-18DD-4F4F-87A5-23D0A4D2D5AC}</a:tableStyleId>
              </a:tblPr>
              <a:tblGrid>
                <a:gridCol w="1888453">
                  <a:extLst>
                    <a:ext uri="{9D8B030D-6E8A-4147-A177-3AD203B41FA5}">
                      <a16:colId xmlns:a16="http://schemas.microsoft.com/office/drawing/2014/main" xmlns="" val="3504537790"/>
                    </a:ext>
                  </a:extLst>
                </a:gridCol>
                <a:gridCol w="4086903">
                  <a:extLst>
                    <a:ext uri="{9D8B030D-6E8A-4147-A177-3AD203B41FA5}">
                      <a16:colId xmlns:a16="http://schemas.microsoft.com/office/drawing/2014/main" xmlns="" val="384714914"/>
                    </a:ext>
                  </a:extLst>
                </a:gridCol>
                <a:gridCol w="2288644">
                  <a:extLst>
                    <a:ext uri="{9D8B030D-6E8A-4147-A177-3AD203B41FA5}">
                      <a16:colId xmlns:a16="http://schemas.microsoft.com/office/drawing/2014/main" xmlns="" val="1631225640"/>
                    </a:ext>
                  </a:extLst>
                </a:gridCol>
              </a:tblGrid>
              <a:tr h="0">
                <a:tc>
                  <a:txBody>
                    <a:bodyPr/>
                    <a:lstStyle/>
                    <a:p>
                      <a:pPr algn="l" fontAlgn="t"/>
                      <a:r>
                        <a:rPr lang="en-GB" b="1">
                          <a:effectLst/>
                        </a:rPr>
                        <a:t>Concept</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Explanation</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Example</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xmlns="" val="367313300"/>
                  </a:ext>
                </a:extLst>
              </a:tr>
              <a:tr h="0">
                <a:tc>
                  <a:txBody>
                    <a:bodyPr/>
                    <a:lstStyle/>
                    <a:p>
                      <a:pPr fontAlgn="t"/>
                      <a:r>
                        <a:rPr lang="en-GB" b="1">
                          <a:effectLst/>
                        </a:rPr>
                        <a:t>What is a variable?</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A container for storing data values.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let age = 25;</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341615281"/>
                  </a:ext>
                </a:extLst>
              </a:tr>
              <a:tr h="0">
                <a:tc>
                  <a:txBody>
                    <a:bodyPr/>
                    <a:lstStyle/>
                    <a:p>
                      <a:pPr fontAlgn="t"/>
                      <a:r>
                        <a:rPr lang="en-GB" b="1">
                          <a:effectLst/>
                        </a:rPr>
                        <a:t>How to declare?</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Use var, let, or const.</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const city = "Delhi";</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2626804365"/>
                  </a:ext>
                </a:extLst>
              </a:tr>
              <a:tr h="0">
                <a:tc>
                  <a:txBody>
                    <a:bodyPr/>
                    <a:lstStyle/>
                    <a:p>
                      <a:pPr fontAlgn="t"/>
                      <a:r>
                        <a:rPr lang="en-GB" b="1">
                          <a:effectLst/>
                        </a:rPr>
                        <a:t>var</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Old way to declare variables; </a:t>
                      </a:r>
                      <a:r>
                        <a:rPr lang="en-GB" b="1">
                          <a:effectLst/>
                        </a:rPr>
                        <a:t>function-scoped</a:t>
                      </a:r>
                      <a:r>
                        <a:rPr lang="en-GB">
                          <a:effectLst/>
                        </a:rPr>
                        <a:t>.</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var score = 100;</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3238106651"/>
                  </a:ext>
                </a:extLst>
              </a:tr>
              <a:tr h="0">
                <a:tc>
                  <a:txBody>
                    <a:bodyPr/>
                    <a:lstStyle/>
                    <a:p>
                      <a:pPr fontAlgn="t"/>
                      <a:r>
                        <a:rPr lang="en-GB" b="1">
                          <a:effectLst/>
                        </a:rPr>
                        <a:t>let</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Modern way; </a:t>
                      </a:r>
                      <a:r>
                        <a:rPr lang="en-GB" b="1">
                          <a:effectLst/>
                        </a:rPr>
                        <a:t>block-scoped</a:t>
                      </a:r>
                      <a:r>
                        <a:rPr lang="en-GB">
                          <a:effectLst/>
                        </a:rPr>
                        <a:t> and can be updated.</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let name = "Alice"; name = "Bob";</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434208996"/>
                  </a:ext>
                </a:extLst>
              </a:tr>
              <a:tr h="0">
                <a:tc>
                  <a:txBody>
                    <a:bodyPr/>
                    <a:lstStyle/>
                    <a:p>
                      <a:pPr fontAlgn="t"/>
                      <a:r>
                        <a:rPr lang="en-GB" b="1">
                          <a:effectLst/>
                        </a:rPr>
                        <a:t>const</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b="1">
                          <a:effectLst/>
                        </a:rPr>
                        <a:t>Block-scoped</a:t>
                      </a:r>
                      <a:r>
                        <a:rPr lang="en-GB">
                          <a:effectLst/>
                        </a:rPr>
                        <a:t>; cannot be updated or re-declared.</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const pi = 3.14;</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763592892"/>
                  </a:ext>
                </a:extLst>
              </a:tr>
              <a:tr h="0">
                <a:tc>
                  <a:txBody>
                    <a:bodyPr/>
                    <a:lstStyle/>
                    <a:p>
                      <a:pPr fontAlgn="t"/>
                      <a:r>
                        <a:rPr lang="en-GB" b="1">
                          <a:effectLst/>
                        </a:rPr>
                        <a:t>Naming rules</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Must start with a letter, _, or $; no spaces; case-sensitive.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let $price = 99; let _</a:t>
                      </a:r>
                      <a:r>
                        <a:rPr lang="en-GB" err="1">
                          <a:effectLst/>
                        </a:rPr>
                        <a:t>userName</a:t>
                      </a:r>
                      <a:r>
                        <a:rPr lang="en-GB">
                          <a:effectLst/>
                        </a:rPr>
                        <a:t> = "John";</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3825434658"/>
                  </a:ext>
                </a:extLst>
              </a:tr>
              <a:tr h="0">
                <a:tc>
                  <a:txBody>
                    <a:bodyPr/>
                    <a:lstStyle/>
                    <a:p>
                      <a:pPr fontAlgn="t"/>
                      <a:endParaRPr lang="en-GB" dirty="0">
                        <a:effectLst/>
                      </a:endParaRP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endParaRPr lang="en-GB" dirty="0">
                        <a:effectLst/>
                      </a:endParaRP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endParaRPr lang="en-GB" dirty="0">
                        <a:effectLst/>
                      </a:endParaRP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872983843"/>
                  </a:ext>
                </a:extLst>
              </a:tr>
            </a:tbl>
          </a:graphicData>
        </a:graphic>
      </p:graphicFrame>
    </p:spTree>
    <p:extLst>
      <p:ext uri="{BB962C8B-B14F-4D97-AF65-F5344CB8AC3E}">
        <p14:creationId xmlns:p14="http://schemas.microsoft.com/office/powerpoint/2010/main" val="33815537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var</a:t>
            </a:r>
            <a:r>
              <a:rPr lang="en-IN" dirty="0"/>
              <a:t> – Function‑scoped (older way)</a:t>
            </a:r>
          </a:p>
        </p:txBody>
      </p:sp>
      <p:sp>
        <p:nvSpPr>
          <p:cNvPr id="3" name="Subtitle 2"/>
          <p:cNvSpPr>
            <a:spLocks noGrp="1"/>
          </p:cNvSpPr>
          <p:nvPr>
            <p:ph type="subTitle" idx="1"/>
          </p:nvPr>
        </p:nvSpPr>
        <p:spPr/>
        <p:txBody>
          <a:bodyPr/>
          <a:lstStyle/>
          <a:p>
            <a:endParaRPr lang="en-IN"/>
          </a:p>
        </p:txBody>
      </p:sp>
      <p:sp>
        <p:nvSpPr>
          <p:cNvPr id="4" name="Text Placeholder 3"/>
          <p:cNvSpPr>
            <a:spLocks noGrp="1"/>
          </p:cNvSpPr>
          <p:nvPr>
            <p:ph type="body" idx="2"/>
          </p:nvPr>
        </p:nvSpPr>
        <p:spPr/>
        <p:txBody>
          <a:bodyPr/>
          <a:lstStyle/>
          <a:p>
            <a:r>
              <a:rPr lang="en-US" dirty="0"/>
              <a:t>Scope: Function‑scoped (visible throughout the entire function in which it is declared, or globally if declared outside any function).</a:t>
            </a:r>
          </a:p>
          <a:p>
            <a:endParaRPr lang="en-US" dirty="0"/>
          </a:p>
          <a:p>
            <a:r>
              <a:rPr lang="en-US" dirty="0" err="1"/>
              <a:t>Redeclaration</a:t>
            </a:r>
            <a:r>
              <a:rPr lang="en-US" dirty="0"/>
              <a:t>: Allowed – you can declare the same variable multiple times within the same scope without error.</a:t>
            </a:r>
          </a:p>
          <a:p>
            <a:endParaRPr lang="en-US" dirty="0"/>
          </a:p>
          <a:p>
            <a:r>
              <a:rPr lang="en-US" dirty="0"/>
              <a:t>Hoisting: Variables declared with </a:t>
            </a:r>
            <a:r>
              <a:rPr lang="en-US" dirty="0" err="1"/>
              <a:t>var</a:t>
            </a:r>
            <a:r>
              <a:rPr lang="en-US" dirty="0"/>
              <a:t> are hoisted to the top of their scope. They are initialized with undefined until the actual declaration is reached.</a:t>
            </a:r>
          </a:p>
          <a:p>
            <a:endParaRPr lang="en-US" dirty="0"/>
          </a:p>
          <a:p>
            <a:r>
              <a:rPr lang="en-US" dirty="0"/>
              <a:t>Reassignment: Allowed.</a:t>
            </a:r>
          </a:p>
          <a:p>
            <a:endParaRPr lang="en-US" dirty="0"/>
          </a:p>
          <a:p>
            <a:r>
              <a:rPr lang="en-US" dirty="0"/>
              <a:t>Global object property: When declared globally, </a:t>
            </a:r>
            <a:r>
              <a:rPr lang="en-US" dirty="0" err="1"/>
              <a:t>var</a:t>
            </a:r>
            <a:r>
              <a:rPr lang="en-US" dirty="0"/>
              <a:t> adds a property to the global object (window in browsers).</a:t>
            </a:r>
          </a:p>
          <a:p>
            <a:endParaRPr lang="en-US" dirty="0"/>
          </a:p>
          <a:p>
            <a:r>
              <a:rPr lang="en-US" dirty="0"/>
              <a:t>Use: Generally avoid in modern JavaScript because its function‑scoping and hoisting behavior can lead to bugs.</a:t>
            </a:r>
            <a:endParaRPr lang="en-IN" dirty="0"/>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spTree>
    <p:extLst>
      <p:ext uri="{BB962C8B-B14F-4D97-AF65-F5344CB8AC3E}">
        <p14:creationId xmlns:p14="http://schemas.microsoft.com/office/powerpoint/2010/main" val="42558892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let – Block‑scoped (preferred)</a:t>
            </a:r>
          </a:p>
        </p:txBody>
      </p:sp>
      <p:sp>
        <p:nvSpPr>
          <p:cNvPr id="3" name="Subtitle 2"/>
          <p:cNvSpPr>
            <a:spLocks noGrp="1"/>
          </p:cNvSpPr>
          <p:nvPr>
            <p:ph type="subTitle" idx="1"/>
          </p:nvPr>
        </p:nvSpPr>
        <p:spPr/>
        <p:txBody>
          <a:bodyPr/>
          <a:lstStyle/>
          <a:p>
            <a:endParaRPr lang="en-IN"/>
          </a:p>
        </p:txBody>
      </p:sp>
      <p:sp>
        <p:nvSpPr>
          <p:cNvPr id="4" name="Text Placeholder 3"/>
          <p:cNvSpPr>
            <a:spLocks noGrp="1"/>
          </p:cNvSpPr>
          <p:nvPr>
            <p:ph type="body" idx="2"/>
          </p:nvPr>
        </p:nvSpPr>
        <p:spPr/>
        <p:txBody>
          <a:bodyPr/>
          <a:lstStyle/>
          <a:p>
            <a:r>
              <a:rPr lang="en-US" dirty="0"/>
              <a:t>Scope: Block‑scoped (visible only within the nearest enclosing block { ... }).</a:t>
            </a:r>
          </a:p>
          <a:p>
            <a:endParaRPr lang="en-US" dirty="0"/>
          </a:p>
          <a:p>
            <a:r>
              <a:rPr lang="en-US" dirty="0" err="1"/>
              <a:t>Redeclaration</a:t>
            </a:r>
            <a:r>
              <a:rPr lang="en-US" dirty="0"/>
              <a:t>: Not allowed within the same scope – trying to </a:t>
            </a:r>
            <a:r>
              <a:rPr lang="en-US" dirty="0" err="1"/>
              <a:t>redeclare</a:t>
            </a:r>
            <a:r>
              <a:rPr lang="en-US" dirty="0"/>
              <a:t> a let variable in the same block throws a </a:t>
            </a:r>
            <a:r>
              <a:rPr lang="en-US" dirty="0" err="1"/>
              <a:t>SyntaxError</a:t>
            </a:r>
            <a:r>
              <a:rPr lang="en-US" dirty="0"/>
              <a:t>.</a:t>
            </a:r>
          </a:p>
          <a:p>
            <a:endParaRPr lang="en-US" dirty="0"/>
          </a:p>
          <a:p>
            <a:r>
              <a:rPr lang="en-US" dirty="0"/>
              <a:t>Hoisting: let declarations are hoisted but not initialized. Accessing them before the declaration results in a </a:t>
            </a:r>
            <a:r>
              <a:rPr lang="en-US" dirty="0" err="1"/>
              <a:t>ReferenceError</a:t>
            </a:r>
            <a:r>
              <a:rPr lang="en-US" dirty="0"/>
              <a:t> (Temporal Dead Zone).</a:t>
            </a:r>
          </a:p>
          <a:p>
            <a:endParaRPr lang="en-US" dirty="0"/>
          </a:p>
          <a:p>
            <a:r>
              <a:rPr lang="en-US" dirty="0"/>
              <a:t>Reassignment: Allowed.</a:t>
            </a:r>
          </a:p>
          <a:p>
            <a:endParaRPr lang="en-US" dirty="0"/>
          </a:p>
          <a:p>
            <a:r>
              <a:rPr lang="en-US" dirty="0"/>
              <a:t>Global object property: Global let variables do not become properties of the global object.</a:t>
            </a:r>
          </a:p>
          <a:p>
            <a:endParaRPr lang="en-US" dirty="0"/>
          </a:p>
          <a:p>
            <a:r>
              <a:rPr lang="en-US" dirty="0"/>
              <a:t>Use: Preferred over </a:t>
            </a:r>
            <a:r>
              <a:rPr lang="en-US" dirty="0" err="1"/>
              <a:t>var</a:t>
            </a:r>
            <a:r>
              <a:rPr lang="en-US" dirty="0"/>
              <a:t> when you need to reassign the variable.</a:t>
            </a:r>
            <a:endParaRPr lang="en-IN" dirty="0"/>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spTree>
    <p:extLst>
      <p:ext uri="{BB962C8B-B14F-4D97-AF65-F5344CB8AC3E}">
        <p14:creationId xmlns:p14="http://schemas.microsoft.com/office/powerpoint/2010/main" val="5344549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const</a:t>
            </a:r>
            <a:r>
              <a:rPr lang="en-IN" dirty="0"/>
              <a:t> – Block‑scoped, constant reference</a:t>
            </a:r>
          </a:p>
        </p:txBody>
      </p:sp>
      <p:sp>
        <p:nvSpPr>
          <p:cNvPr id="3" name="Subtitle 2"/>
          <p:cNvSpPr>
            <a:spLocks noGrp="1"/>
          </p:cNvSpPr>
          <p:nvPr>
            <p:ph type="subTitle" idx="1"/>
          </p:nvPr>
        </p:nvSpPr>
        <p:spPr/>
        <p:txBody>
          <a:bodyPr/>
          <a:lstStyle/>
          <a:p>
            <a:endParaRPr lang="en-IN"/>
          </a:p>
        </p:txBody>
      </p:sp>
      <p:sp>
        <p:nvSpPr>
          <p:cNvPr id="4" name="Text Placeholder 3"/>
          <p:cNvSpPr>
            <a:spLocks noGrp="1"/>
          </p:cNvSpPr>
          <p:nvPr>
            <p:ph type="body" idx="2"/>
          </p:nvPr>
        </p:nvSpPr>
        <p:spPr/>
        <p:txBody>
          <a:bodyPr/>
          <a:lstStyle/>
          <a:p>
            <a:r>
              <a:rPr lang="en-US" dirty="0"/>
              <a:t>Scope: Block‑scoped (same as let).</a:t>
            </a:r>
          </a:p>
          <a:p>
            <a:endParaRPr lang="en-US" dirty="0"/>
          </a:p>
          <a:p>
            <a:r>
              <a:rPr lang="en-US" dirty="0" err="1"/>
              <a:t>Redeclaration</a:t>
            </a:r>
            <a:r>
              <a:rPr lang="en-US" dirty="0"/>
              <a:t>: Not allowed within the same scope.</a:t>
            </a:r>
          </a:p>
          <a:p>
            <a:endParaRPr lang="en-US" dirty="0"/>
          </a:p>
          <a:p>
            <a:r>
              <a:rPr lang="en-US" dirty="0"/>
              <a:t>Hoisting: Hoisted but uninitialized (Temporal Dead Zone applies).</a:t>
            </a:r>
          </a:p>
          <a:p>
            <a:endParaRPr lang="en-US" dirty="0"/>
          </a:p>
          <a:p>
            <a:r>
              <a:rPr lang="en-US" dirty="0"/>
              <a:t>Reassignment: Cannot be reassigned – the binding is constant. However, if the value is an object or array, its properties or elements can still be modified.</a:t>
            </a:r>
          </a:p>
          <a:p>
            <a:endParaRPr lang="en-US" dirty="0"/>
          </a:p>
          <a:p>
            <a:r>
              <a:rPr lang="en-US" dirty="0"/>
              <a:t>Initialization: Must be initialized at the time of declaration.</a:t>
            </a:r>
          </a:p>
          <a:p>
            <a:endParaRPr lang="en-US" dirty="0"/>
          </a:p>
          <a:p>
            <a:r>
              <a:rPr lang="en-US" dirty="0"/>
              <a:t>Global object property: Does not become a property of the global object.</a:t>
            </a:r>
          </a:p>
          <a:p>
            <a:endParaRPr lang="en-US" dirty="0"/>
          </a:p>
          <a:p>
            <a:r>
              <a:rPr lang="en-US" dirty="0"/>
              <a:t>Use: Use by default for values that should not be reassigned (immutable binding).</a:t>
            </a:r>
            <a:endParaRPr lang="en-IN" dirty="0"/>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spTree>
    <p:extLst>
      <p:ext uri="{BB962C8B-B14F-4D97-AF65-F5344CB8AC3E}">
        <p14:creationId xmlns:p14="http://schemas.microsoft.com/office/powerpoint/2010/main" val="2370806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g23d6530f4b9_0_20"/>
          <p:cNvSpPr txBox="1">
            <a:spLocks noGrp="1"/>
          </p:cNvSpPr>
          <p:nvPr>
            <p:ph type="title"/>
          </p:nvPr>
        </p:nvSpPr>
        <p:spPr>
          <a:xfrm>
            <a:off x="457200" y="1028700"/>
            <a:ext cx="7794288" cy="3628950"/>
          </a:xfrm>
          <a:prstGeom prst="rect">
            <a:avLst/>
          </a:prstGeom>
          <a:noFill/>
          <a:ln>
            <a:noFill/>
          </a:ln>
        </p:spPr>
        <p:txBody>
          <a:bodyPr spcFirstLastPara="1" wrap="square" lIns="0" tIns="0" rIns="0" bIns="0" anchor="t" anchorCtr="0">
            <a:noAutofit/>
          </a:bodyPr>
          <a:lstStyle/>
          <a:p>
            <a:pPr marL="285750" lvl="0" indent="-285750" algn="l" rtl="0">
              <a:lnSpc>
                <a:spcPct val="115000"/>
              </a:lnSpc>
              <a:spcBef>
                <a:spcPts val="0"/>
              </a:spcBef>
              <a:spcAft>
                <a:spcPts val="0"/>
              </a:spcAft>
              <a:buClr>
                <a:schemeClr val="dk1"/>
              </a:buClr>
              <a:buSzPts val="1100"/>
              <a:buFont typeface="Arial"/>
              <a:buChar char="•"/>
            </a:pPr>
            <a:r>
              <a:rPr lang="en" sz="1600">
                <a:solidFill>
                  <a:srgbClr val="333333"/>
                </a:solidFill>
                <a:highlight>
                  <a:srgbClr val="FFFFFF"/>
                </a:highlight>
                <a:latin typeface="Proxima Nova Semibold"/>
                <a:ea typeface="Proxima Nova Semibold"/>
                <a:cs typeface="Proxima Nova Semibold"/>
                <a:sym typeface="Proxima Nova Semibold"/>
              </a:rPr>
              <a:t>A JavaScript global variable is declared outside the function or declared with window object. It can be accessed from any function.</a:t>
            </a:r>
            <a:endParaRPr lang="en-US" sz="1600">
              <a:solidFill>
                <a:srgbClr val="333333"/>
              </a:solidFill>
              <a:highlight>
                <a:srgbClr val="FFFFFF"/>
              </a:highlight>
              <a:latin typeface="Proxima Nova Semibold"/>
              <a:ea typeface="Proxima Nova Semibold"/>
              <a:cs typeface="Proxima Nova Semibold"/>
            </a:endParaRPr>
          </a:p>
        </p:txBody>
      </p:sp>
      <p:sp>
        <p:nvSpPr>
          <p:cNvPr id="226" name="Google Shape;226;g23d6530f4b9_0_20"/>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Global Variables</a:t>
            </a:r>
            <a:endParaRPr sz="2400" b="1" i="0" u="none" strike="noStrike" cap="none">
              <a:solidFill>
                <a:srgbClr val="323F4F"/>
              </a:solidFill>
              <a:latin typeface="Proxima Nova"/>
              <a:ea typeface="Proxima Nova"/>
              <a:cs typeface="Proxima Nova"/>
              <a:sym typeface="Proxima Nova"/>
            </a:endParaRPr>
          </a:p>
        </p:txBody>
      </p:sp>
      <p:pic>
        <p:nvPicPr>
          <p:cNvPr id="227" name="Google Shape;227;g23d6530f4b9_0_20"/>
          <p:cNvPicPr preferRelativeResize="0"/>
          <p:nvPr/>
        </p:nvPicPr>
        <p:blipFill rotWithShape="1">
          <a:blip r:embed="rId3">
            <a:alphaModFix/>
          </a:blip>
          <a:srcRect/>
          <a:stretch/>
        </p:blipFill>
        <p:spPr>
          <a:xfrm>
            <a:off x="1064275" y="1610085"/>
            <a:ext cx="6343650" cy="2967400"/>
          </a:xfrm>
          <a:prstGeom prst="rect">
            <a:avLst/>
          </a:prstGeom>
          <a:noFill/>
          <a:ln>
            <a:noFill/>
          </a:ln>
        </p:spPr>
      </p:pic>
    </p:spTree>
    <p:extLst>
      <p:ext uri="{BB962C8B-B14F-4D97-AF65-F5344CB8AC3E}">
        <p14:creationId xmlns:p14="http://schemas.microsoft.com/office/powerpoint/2010/main" val="4275802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7"/>
                                        </p:tgtEl>
                                        <p:attrNameLst>
                                          <p:attrName>style.visibility</p:attrName>
                                        </p:attrNameLst>
                                      </p:cBhvr>
                                      <p:to>
                                        <p:strVal val="visible"/>
                                      </p:to>
                                    </p:set>
                                    <p:anim calcmode="lin" valueType="num">
                                      <p:cBhvr additive="base">
                                        <p:cTn id="7" dur="500" fill="hold"/>
                                        <p:tgtEl>
                                          <p:spTgt spid="227"/>
                                        </p:tgtEl>
                                        <p:attrNameLst>
                                          <p:attrName>ppt_x</p:attrName>
                                        </p:attrNameLst>
                                      </p:cBhvr>
                                      <p:tavLst>
                                        <p:tav tm="0">
                                          <p:val>
                                            <p:strVal val="#ppt_x"/>
                                          </p:val>
                                        </p:tav>
                                        <p:tav tm="100000">
                                          <p:val>
                                            <p:strVal val="#ppt_x"/>
                                          </p:val>
                                        </p:tav>
                                      </p:tavLst>
                                    </p:anim>
                                    <p:anim calcmode="lin" valueType="num">
                                      <p:cBhvr additive="base">
                                        <p:cTn id="8" dur="500" fill="hold"/>
                                        <p:tgtEl>
                                          <p:spTgt spid="2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4">
          <a:extLst>
            <a:ext uri="{FF2B5EF4-FFF2-40B4-BE49-F238E27FC236}">
              <a16:creationId xmlns:a16="http://schemas.microsoft.com/office/drawing/2014/main" xmlns="" id="{A639B2FD-2AA4-69DF-90D9-0191953BE5EE}"/>
            </a:ext>
          </a:extLst>
        </p:cNvPr>
        <p:cNvGrpSpPr/>
        <p:nvPr/>
      </p:nvGrpSpPr>
      <p:grpSpPr>
        <a:xfrm>
          <a:off x="0" y="0"/>
          <a:ext cx="0" cy="0"/>
          <a:chOff x="0" y="0"/>
          <a:chExt cx="0" cy="0"/>
        </a:xfrm>
      </p:grpSpPr>
      <p:sp>
        <p:nvSpPr>
          <p:cNvPr id="226" name="Google Shape;226;g23d6530f4b9_0_20">
            <a:extLst>
              <a:ext uri="{FF2B5EF4-FFF2-40B4-BE49-F238E27FC236}">
                <a16:creationId xmlns:a16="http://schemas.microsoft.com/office/drawing/2014/main" xmlns="" id="{C7962FD0-894D-3EE2-10B4-674865AD7ED2}"/>
              </a:ext>
            </a:extLst>
          </p:cNvPr>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Global Variables</a:t>
            </a:r>
            <a:endParaRPr sz="2400" b="1" i="0" u="none" strike="noStrike" cap="none">
              <a:solidFill>
                <a:srgbClr val="323F4F"/>
              </a:solidFill>
              <a:latin typeface="Proxima Nova"/>
              <a:ea typeface="Proxima Nova"/>
              <a:cs typeface="Proxima Nova"/>
              <a:sym typeface="Proxima Nova"/>
            </a:endParaRPr>
          </a:p>
        </p:txBody>
      </p:sp>
      <p:graphicFrame>
        <p:nvGraphicFramePr>
          <p:cNvPr id="5" name="Table 4">
            <a:extLst>
              <a:ext uri="{FF2B5EF4-FFF2-40B4-BE49-F238E27FC236}">
                <a16:creationId xmlns:a16="http://schemas.microsoft.com/office/drawing/2014/main" xmlns="" id="{3C53C8AA-12E0-F355-3375-5467908655AD}"/>
              </a:ext>
            </a:extLst>
          </p:cNvPr>
          <p:cNvGraphicFramePr>
            <a:graphicFrameLocks noGrp="1"/>
          </p:cNvGraphicFramePr>
          <p:nvPr>
            <p:extLst/>
          </p:nvPr>
        </p:nvGraphicFramePr>
        <p:xfrm>
          <a:off x="457199" y="1257299"/>
          <a:ext cx="8095660" cy="2411730"/>
        </p:xfrm>
        <a:graphic>
          <a:graphicData uri="http://schemas.openxmlformats.org/drawingml/2006/table">
            <a:tbl>
              <a:tblPr bandRow="1">
                <a:tableStyleId>{51958573-18DD-4F4F-87A5-23D0A4D2D5AC}</a:tableStyleId>
              </a:tblPr>
              <a:tblGrid>
                <a:gridCol w="2698553">
                  <a:extLst>
                    <a:ext uri="{9D8B030D-6E8A-4147-A177-3AD203B41FA5}">
                      <a16:colId xmlns:a16="http://schemas.microsoft.com/office/drawing/2014/main" xmlns="" val="3366621622"/>
                    </a:ext>
                  </a:extLst>
                </a:gridCol>
                <a:gridCol w="3486400">
                  <a:extLst>
                    <a:ext uri="{9D8B030D-6E8A-4147-A177-3AD203B41FA5}">
                      <a16:colId xmlns:a16="http://schemas.microsoft.com/office/drawing/2014/main" xmlns="" val="2022103213"/>
                    </a:ext>
                  </a:extLst>
                </a:gridCol>
                <a:gridCol w="1910707">
                  <a:extLst>
                    <a:ext uri="{9D8B030D-6E8A-4147-A177-3AD203B41FA5}">
                      <a16:colId xmlns:a16="http://schemas.microsoft.com/office/drawing/2014/main" xmlns="" val="1044591688"/>
                    </a:ext>
                  </a:extLst>
                </a:gridCol>
              </a:tblGrid>
              <a:tr h="0">
                <a:tc>
                  <a:txBody>
                    <a:bodyPr/>
                    <a:lstStyle/>
                    <a:p>
                      <a:pPr algn="l" fontAlgn="t"/>
                      <a:r>
                        <a:rPr lang="en-GB" b="1" dirty="0">
                          <a:effectLst/>
                        </a:rPr>
                        <a:t>Concept</a:t>
                      </a:r>
                      <a:endParaRPr lang="en-GB" b="0" dirty="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dirty="0">
                          <a:effectLst/>
                        </a:rPr>
                        <a:t>Explanation</a:t>
                      </a:r>
                      <a:endParaRPr lang="en-GB" b="0" dirty="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Example</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xmlns="" val="408769999"/>
                  </a:ext>
                </a:extLst>
              </a:tr>
              <a:tr h="0">
                <a:tc>
                  <a:txBody>
                    <a:bodyPr/>
                    <a:lstStyle/>
                    <a:p>
                      <a:pPr fontAlgn="t"/>
                      <a:r>
                        <a:rPr lang="en-GB" b="1" dirty="0">
                          <a:effectLst/>
                        </a:rPr>
                        <a:t>Global Scope</a:t>
                      </a:r>
                      <a:endParaRPr lang="en-GB" dirty="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Variables declared outside functions are in the global scope.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var name = "Alice";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2724884405"/>
                  </a:ext>
                </a:extLst>
              </a:tr>
              <a:tr h="0">
                <a:tc>
                  <a:txBody>
                    <a:bodyPr/>
                    <a:lstStyle/>
                    <a:p>
                      <a:pPr fontAlgn="t"/>
                      <a:r>
                        <a:rPr lang="en-GB" b="1" dirty="0">
                          <a:effectLst/>
                        </a:rPr>
                        <a:t>Access Anywhere</a:t>
                      </a:r>
                      <a:endParaRPr lang="en-GB" dirty="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Global variables can be accessed and modified from any function or block.</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console.log(name);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2299524684"/>
                  </a:ext>
                </a:extLst>
              </a:tr>
              <a:tr h="0">
                <a:tc>
                  <a:txBody>
                    <a:bodyPr/>
                    <a:lstStyle/>
                    <a:p>
                      <a:pPr fontAlgn="t"/>
                      <a:r>
                        <a:rPr lang="en-GB" b="1" dirty="0" err="1">
                          <a:effectLst/>
                        </a:rPr>
                        <a:t>var</a:t>
                      </a:r>
                      <a:r>
                        <a:rPr lang="en-GB" b="1" dirty="0">
                          <a:effectLst/>
                        </a:rPr>
                        <a:t> </a:t>
                      </a:r>
                      <a:r>
                        <a:rPr lang="en-GB" b="1" dirty="0" err="1">
                          <a:effectLst/>
                        </a:rPr>
                        <a:t>vs</a:t>
                      </a:r>
                      <a:r>
                        <a:rPr lang="en-GB" b="1" dirty="0">
                          <a:effectLst/>
                        </a:rPr>
                        <a:t> let/</a:t>
                      </a:r>
                      <a:r>
                        <a:rPr lang="en-GB" b="1" dirty="0" err="1">
                          <a:effectLst/>
                        </a:rPr>
                        <a:t>const</a:t>
                      </a:r>
                      <a:endParaRPr lang="en-GB" dirty="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var creates a property on the window object in browsers; let and </a:t>
                      </a:r>
                      <a:r>
                        <a:rPr lang="en-GB" err="1">
                          <a:effectLst/>
                        </a:rPr>
                        <a:t>const</a:t>
                      </a:r>
                      <a:r>
                        <a:rPr lang="en-GB">
                          <a:effectLst/>
                        </a:rPr>
                        <a:t> do not.</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window.name // "Alice"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3543680978"/>
                  </a:ext>
                </a:extLst>
              </a:tr>
              <a:tr h="0">
                <a:tc>
                  <a:txBody>
                    <a:bodyPr/>
                    <a:lstStyle/>
                    <a:p>
                      <a:pPr fontAlgn="t"/>
                      <a:endParaRPr lang="en-GB" dirty="0">
                        <a:effectLst/>
                      </a:endParaRP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endParaRPr lang="en-GB">
                        <a:effectLst/>
                      </a:endParaRP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endParaRPr lang="en-GB" dirty="0">
                        <a:effectLst/>
                      </a:endParaRP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2901499715"/>
                  </a:ext>
                </a:extLst>
              </a:tr>
            </a:tbl>
          </a:graphicData>
        </a:graphic>
      </p:graphicFrame>
    </p:spTree>
    <p:extLst>
      <p:ext uri="{BB962C8B-B14F-4D97-AF65-F5344CB8AC3E}">
        <p14:creationId xmlns:p14="http://schemas.microsoft.com/office/powerpoint/2010/main" val="32209832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Global Scope </a:t>
            </a:r>
          </a:p>
        </p:txBody>
      </p:sp>
      <p:sp>
        <p:nvSpPr>
          <p:cNvPr id="3" name="Subtitle 2"/>
          <p:cNvSpPr>
            <a:spLocks noGrp="1"/>
          </p:cNvSpPr>
          <p:nvPr>
            <p:ph type="subTitle" idx="1"/>
          </p:nvPr>
        </p:nvSpPr>
        <p:spPr/>
        <p:txBody>
          <a:bodyPr/>
          <a:lstStyle/>
          <a:p>
            <a:endParaRPr lang="en-IN"/>
          </a:p>
        </p:txBody>
      </p:sp>
      <p:sp>
        <p:nvSpPr>
          <p:cNvPr id="4" name="Text Placeholder 3"/>
          <p:cNvSpPr>
            <a:spLocks noGrp="1"/>
          </p:cNvSpPr>
          <p:nvPr>
            <p:ph type="body" idx="2"/>
          </p:nvPr>
        </p:nvSpPr>
        <p:spPr/>
        <p:txBody>
          <a:bodyPr/>
          <a:lstStyle/>
          <a:p>
            <a:r>
              <a:rPr lang="en-US" dirty="0"/>
              <a:t>Definition: Variables declared outside any function or block ({ ... }) are in the global scope. They can be accessed from anywhere in the code – inside functions, blocks, or other scripts. </a:t>
            </a:r>
          </a:p>
          <a:p>
            <a:endParaRPr lang="en-US" dirty="0"/>
          </a:p>
          <a:p>
            <a:r>
              <a:rPr lang="en-US" dirty="0"/>
              <a:t>Creation: </a:t>
            </a:r>
            <a:r>
              <a:rPr lang="en-US" dirty="0" smtClean="0"/>
              <a:t> </a:t>
            </a:r>
            <a:r>
              <a:rPr lang="en-US" dirty="0" err="1" smtClean="0"/>
              <a:t>var</a:t>
            </a:r>
            <a:r>
              <a:rPr lang="en-US" dirty="0"/>
              <a:t>, let, or </a:t>
            </a:r>
            <a:r>
              <a:rPr lang="en-US" dirty="0" err="1"/>
              <a:t>const</a:t>
            </a:r>
            <a:r>
              <a:rPr lang="en-US" dirty="0"/>
              <a:t> declared at the top level (not inside any function/block) become global. </a:t>
            </a:r>
          </a:p>
          <a:p>
            <a:endParaRPr lang="en-US" dirty="0"/>
          </a:p>
          <a:p>
            <a:r>
              <a:rPr lang="en-US" dirty="0"/>
              <a:t>In browsers, global </a:t>
            </a:r>
            <a:r>
              <a:rPr lang="en-US" dirty="0" err="1"/>
              <a:t>var</a:t>
            </a:r>
            <a:r>
              <a:rPr lang="en-US" dirty="0"/>
              <a:t> variables and function declarations become properties of the window object. Global let and </a:t>
            </a:r>
            <a:r>
              <a:rPr lang="en-US" dirty="0" err="1"/>
              <a:t>const</a:t>
            </a:r>
            <a:r>
              <a:rPr lang="en-US" dirty="0"/>
              <a:t> do not attach to window. </a:t>
            </a:r>
          </a:p>
          <a:p>
            <a:endParaRPr lang="en-US" dirty="0"/>
          </a:p>
          <a:p>
            <a:r>
              <a:rPr lang="en-US" dirty="0"/>
              <a:t>Risks: Overusing global variables can lead to naming collisions and make code harder to maintain. It’s best to keep the global scope as clean as possible.</a:t>
            </a:r>
            <a:endParaRPr lang="en-IN" dirty="0"/>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spTree>
    <p:extLst>
      <p:ext uri="{BB962C8B-B14F-4D97-AF65-F5344CB8AC3E}">
        <p14:creationId xmlns:p14="http://schemas.microsoft.com/office/powerpoint/2010/main" val="5527317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xmlns="" id="{7CFEE081-149A-A785-ABB8-0136529277D5}"/>
            </a:ext>
          </a:extLst>
        </p:cNvPr>
        <p:cNvGrpSpPr/>
        <p:nvPr/>
      </p:nvGrpSpPr>
      <p:grpSpPr>
        <a:xfrm>
          <a:off x="0" y="0"/>
          <a:ext cx="0" cy="0"/>
          <a:chOff x="0" y="0"/>
          <a:chExt cx="0" cy="0"/>
        </a:xfrm>
      </p:grpSpPr>
      <p:sp>
        <p:nvSpPr>
          <p:cNvPr id="232" name="Google Shape;232;g23d6530f4b9_0_28">
            <a:extLst>
              <a:ext uri="{FF2B5EF4-FFF2-40B4-BE49-F238E27FC236}">
                <a16:creationId xmlns:a16="http://schemas.microsoft.com/office/drawing/2014/main" xmlns="" id="{6D9CB17B-93D9-C04A-438E-1B3AB20D6362}"/>
              </a:ext>
            </a:extLst>
          </p:cNvPr>
          <p:cNvSpPr txBox="1">
            <a:spLocks noGrp="1"/>
          </p:cNvSpPr>
          <p:nvPr>
            <p:ph type="title"/>
          </p:nvPr>
        </p:nvSpPr>
        <p:spPr>
          <a:xfrm>
            <a:off x="457200" y="1028700"/>
            <a:ext cx="8229600" cy="3681588"/>
          </a:xfrm>
          <a:prstGeom prst="rect">
            <a:avLst/>
          </a:prstGeom>
          <a:noFill/>
          <a:ln>
            <a:noFill/>
          </a:ln>
        </p:spPr>
        <p:txBody>
          <a:bodyPr spcFirstLastPara="1" wrap="square" lIns="0" tIns="0" rIns="0" bIns="0" anchor="t" anchorCtr="0">
            <a:noAutofit/>
          </a:bodyPr>
          <a:lstStyle/>
          <a:p>
            <a:pPr marL="285750" lvl="0" indent="-285750" algn="just" rtl="0">
              <a:lnSpc>
                <a:spcPct val="115000"/>
              </a:lnSpc>
              <a:spcBef>
                <a:spcPts val="1200"/>
              </a:spcBef>
              <a:spcAft>
                <a:spcPts val="0"/>
              </a:spcAft>
              <a:buClr>
                <a:schemeClr val="dk1"/>
              </a:buClr>
              <a:buSzPts val="1100"/>
              <a:buFont typeface="Arial"/>
              <a:buChar char="•"/>
            </a:pPr>
            <a:r>
              <a:rPr lang="en" sz="1600">
                <a:solidFill>
                  <a:srgbClr val="333333"/>
                </a:solidFill>
                <a:highlight>
                  <a:srgbClr val="FFFFFF"/>
                </a:highlight>
                <a:latin typeface="Proxima Nova Semibold"/>
                <a:ea typeface="Proxima Nova Semibold"/>
                <a:cs typeface="Proxima Nova Semibold"/>
                <a:sym typeface="Proxima Nova Semibold"/>
              </a:rPr>
              <a:t>JavaScript provides different data types to hold different types of values. There are two types of data types in JavaScript.</a:t>
            </a:r>
            <a:endParaRPr lang="en-US" sz="1600">
              <a:solidFill>
                <a:srgbClr val="333333"/>
              </a:solidFill>
              <a:highlight>
                <a:srgbClr val="FFFFFF"/>
              </a:highlight>
              <a:latin typeface="Proxima Nova Semibold"/>
              <a:ea typeface="Proxima Nova Semibold"/>
              <a:cs typeface="Proxima Nova Semibold"/>
            </a:endParaRPr>
          </a:p>
          <a:p>
            <a:pPr marL="457200" lvl="0" indent="-330200" algn="l" rtl="0">
              <a:lnSpc>
                <a:spcPct val="156250"/>
              </a:lnSpc>
              <a:spcBef>
                <a:spcPts val="1500"/>
              </a:spcBef>
              <a:spcAft>
                <a:spcPts val="0"/>
              </a:spcAft>
              <a:buClr>
                <a:schemeClr val="dk1"/>
              </a:buClr>
              <a:buSzPts val="1600"/>
              <a:buFont typeface="Arial"/>
              <a:buChar char="•"/>
            </a:pPr>
            <a:r>
              <a:rPr lang="en" sz="1600">
                <a:solidFill>
                  <a:schemeClr val="dk1"/>
                </a:solidFill>
                <a:highlight>
                  <a:srgbClr val="FFFFFF"/>
                </a:highlight>
                <a:latin typeface="Proxima Nova Semibold"/>
                <a:ea typeface="Proxima Nova Semibold"/>
                <a:cs typeface="Proxima Nova Semibold"/>
                <a:sym typeface="Proxima Nova Semibold"/>
              </a:rPr>
              <a:t>Primitive data type</a:t>
            </a:r>
            <a:endParaRPr sz="1600">
              <a:solidFill>
                <a:schemeClr val="dk1"/>
              </a:solidFill>
              <a:highlight>
                <a:srgbClr val="FFFFFF"/>
              </a:highlight>
              <a:latin typeface="Proxima Nova Semibold"/>
              <a:ea typeface="Proxima Nova Semibold"/>
              <a:cs typeface="Proxima Nova Semibold"/>
            </a:endParaRPr>
          </a:p>
          <a:p>
            <a:pPr marL="457200" lvl="0" indent="-330200" algn="l" rtl="0">
              <a:lnSpc>
                <a:spcPct val="156250"/>
              </a:lnSpc>
              <a:spcBef>
                <a:spcPts val="0"/>
              </a:spcBef>
              <a:spcAft>
                <a:spcPts val="0"/>
              </a:spcAft>
              <a:buClr>
                <a:schemeClr val="dk1"/>
              </a:buClr>
              <a:buSzPts val="1600"/>
              <a:buFont typeface="Arial"/>
              <a:buChar char="•"/>
            </a:pPr>
            <a:r>
              <a:rPr lang="en" sz="1600">
                <a:solidFill>
                  <a:schemeClr val="dk1"/>
                </a:solidFill>
                <a:highlight>
                  <a:srgbClr val="FFFFFF"/>
                </a:highlight>
                <a:latin typeface="Proxima Nova Semibold"/>
                <a:ea typeface="Proxima Nova Semibold"/>
                <a:cs typeface="Proxima Nova Semibold"/>
                <a:sym typeface="Proxima Nova Semibold"/>
              </a:rPr>
              <a:t>Non-primitive (reference) data type</a:t>
            </a:r>
            <a:endParaRPr sz="1600">
              <a:solidFill>
                <a:schemeClr val="dk1"/>
              </a:solidFill>
              <a:highlight>
                <a:srgbClr val="FFFFFF"/>
              </a:highlight>
              <a:latin typeface="Proxima Nova Semibold"/>
              <a:ea typeface="Proxima Nova Semibold"/>
              <a:cs typeface="Proxima Nova Semibold"/>
            </a:endParaRPr>
          </a:p>
          <a:p>
            <a:pPr marL="285750" lvl="0" indent="-285750" algn="just" rtl="0">
              <a:lnSpc>
                <a:spcPct val="115000"/>
              </a:lnSpc>
              <a:spcBef>
                <a:spcPts val="1200"/>
              </a:spcBef>
              <a:spcAft>
                <a:spcPts val="0"/>
              </a:spcAft>
              <a:buClr>
                <a:schemeClr val="dk1"/>
              </a:buClr>
              <a:buSzPts val="1100"/>
              <a:buFont typeface="Arial"/>
              <a:buChar char="•"/>
            </a:pPr>
            <a:r>
              <a:rPr lang="en" sz="1600">
                <a:solidFill>
                  <a:srgbClr val="333333"/>
                </a:solidFill>
                <a:highlight>
                  <a:srgbClr val="FFFFFF"/>
                </a:highlight>
                <a:latin typeface="Proxima Nova Semibold"/>
                <a:ea typeface="Proxima Nova Semibold"/>
                <a:cs typeface="Proxima Nova Semibold"/>
                <a:sym typeface="Proxima Nova Semibold"/>
              </a:rPr>
              <a:t>JavaScript is a dynamic type language, means you don't need to specify type of the variable because it is dynamically used by JavaScript engine. You need to use var here to specify the data type. It can hold any type of values such as numbers, strings etc.</a:t>
            </a:r>
            <a:endParaRPr sz="1600">
              <a:solidFill>
                <a:srgbClr val="333333"/>
              </a:solidFill>
              <a:highlight>
                <a:srgbClr val="FFFFFF"/>
              </a:highlight>
              <a:latin typeface="Proxima Nova Semibold"/>
              <a:ea typeface="Proxima Nova Semibold"/>
              <a:cs typeface="Proxima Nova Semibold"/>
            </a:endParaRPr>
          </a:p>
          <a:p>
            <a:pPr marL="285750" lvl="0" indent="-285750" algn="l" rtl="0">
              <a:lnSpc>
                <a:spcPct val="115000"/>
              </a:lnSpc>
              <a:spcBef>
                <a:spcPts val="1200"/>
              </a:spcBef>
              <a:spcAft>
                <a:spcPts val="0"/>
              </a:spcAft>
              <a:buClr>
                <a:schemeClr val="dk1"/>
              </a:buClr>
              <a:buSzPts val="1100"/>
              <a:buFont typeface="Arial"/>
              <a:buChar char="•"/>
            </a:pPr>
            <a:endParaRPr sz="1600">
              <a:solidFill>
                <a:srgbClr val="333333"/>
              </a:solidFill>
              <a:highlight>
                <a:srgbClr val="FFFFFF"/>
              </a:highlight>
              <a:latin typeface="Proxima Nova Semibold"/>
              <a:ea typeface="Proxima Nova Semibold"/>
              <a:cs typeface="Proxima Nova Semibold"/>
            </a:endParaRPr>
          </a:p>
        </p:txBody>
      </p:sp>
      <p:sp>
        <p:nvSpPr>
          <p:cNvPr id="233" name="Google Shape;233;g23d6530f4b9_0_28">
            <a:extLst>
              <a:ext uri="{FF2B5EF4-FFF2-40B4-BE49-F238E27FC236}">
                <a16:creationId xmlns:a16="http://schemas.microsoft.com/office/drawing/2014/main" xmlns="" id="{284B652D-AC51-09D1-CFA9-F19A1D6F1812}"/>
              </a:ext>
            </a:extLst>
          </p:cNvPr>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Data Types</a:t>
            </a:r>
            <a:endParaRPr sz="2400" b="1" i="0" u="none" strike="noStrike" cap="none">
              <a:solidFill>
                <a:srgbClr val="323F4F"/>
              </a:solidFill>
              <a:latin typeface="Proxima Nova"/>
              <a:ea typeface="Proxima Nova"/>
              <a:cs typeface="Proxima Nova"/>
              <a:sym typeface="Proxima Nova"/>
            </a:endParaRPr>
          </a:p>
        </p:txBody>
      </p:sp>
      <p:pic>
        <p:nvPicPr>
          <p:cNvPr id="234" name="Google Shape;234;g23d6530f4b9_0_28">
            <a:extLst>
              <a:ext uri="{FF2B5EF4-FFF2-40B4-BE49-F238E27FC236}">
                <a16:creationId xmlns:a16="http://schemas.microsoft.com/office/drawing/2014/main" xmlns="" id="{50254A93-44FE-7F51-8E6F-52B459B9299C}"/>
              </a:ext>
            </a:extLst>
          </p:cNvPr>
          <p:cNvPicPr preferRelativeResize="0"/>
          <p:nvPr/>
        </p:nvPicPr>
        <p:blipFill rotWithShape="1">
          <a:blip r:embed="rId3">
            <a:alphaModFix/>
          </a:blip>
          <a:srcRect/>
          <a:stretch/>
        </p:blipFill>
        <p:spPr>
          <a:xfrm>
            <a:off x="2860410" y="3741793"/>
            <a:ext cx="3552825" cy="1228725"/>
          </a:xfrm>
          <a:prstGeom prst="rect">
            <a:avLst/>
          </a:prstGeom>
          <a:noFill/>
          <a:ln>
            <a:noFill/>
          </a:ln>
        </p:spPr>
      </p:pic>
    </p:spTree>
    <p:extLst>
      <p:ext uri="{BB962C8B-B14F-4D97-AF65-F5344CB8AC3E}">
        <p14:creationId xmlns:p14="http://schemas.microsoft.com/office/powerpoint/2010/main" val="4139328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4"/>
                                        </p:tgtEl>
                                        <p:attrNameLst>
                                          <p:attrName>style.visibility</p:attrName>
                                        </p:attrNameLst>
                                      </p:cBhvr>
                                      <p:to>
                                        <p:strVal val="visible"/>
                                      </p:to>
                                    </p:set>
                                    <p:anim calcmode="lin" valueType="num">
                                      <p:cBhvr additive="base">
                                        <p:cTn id="7" dur="500" fill="hold"/>
                                        <p:tgtEl>
                                          <p:spTgt spid="234"/>
                                        </p:tgtEl>
                                        <p:attrNameLst>
                                          <p:attrName>ppt_x</p:attrName>
                                        </p:attrNameLst>
                                      </p:cBhvr>
                                      <p:tavLst>
                                        <p:tav tm="0">
                                          <p:val>
                                            <p:strVal val="#ppt_x"/>
                                          </p:val>
                                        </p:tav>
                                        <p:tav tm="100000">
                                          <p:val>
                                            <p:strVal val="#ppt_x"/>
                                          </p:val>
                                        </p:tav>
                                      </p:tavLst>
                                    </p:anim>
                                    <p:anim calcmode="lin" valueType="num">
                                      <p:cBhvr additive="base">
                                        <p:cTn id="8" dur="500" fill="hold"/>
                                        <p:tgtEl>
                                          <p:spTgt spid="2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3" name="Google Shape;233;g23d6530f4b9_0_28"/>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Data Types</a:t>
            </a:r>
            <a:endParaRPr sz="2400" b="1" i="0" u="none" strike="noStrike" cap="none">
              <a:solidFill>
                <a:srgbClr val="323F4F"/>
              </a:solidFill>
              <a:latin typeface="Proxima Nova"/>
              <a:ea typeface="Proxima Nova"/>
              <a:cs typeface="Proxima Nova"/>
              <a:sym typeface="Proxima Nova"/>
            </a:endParaRPr>
          </a:p>
        </p:txBody>
      </p:sp>
      <p:graphicFrame>
        <p:nvGraphicFramePr>
          <p:cNvPr id="5" name="Table 4">
            <a:extLst>
              <a:ext uri="{FF2B5EF4-FFF2-40B4-BE49-F238E27FC236}">
                <a16:creationId xmlns:a16="http://schemas.microsoft.com/office/drawing/2014/main" xmlns="" id="{396CB276-5023-9BEE-9AAE-9E3A2390E0A7}"/>
              </a:ext>
            </a:extLst>
          </p:cNvPr>
          <p:cNvGraphicFramePr>
            <a:graphicFrameLocks noGrp="1"/>
          </p:cNvGraphicFramePr>
          <p:nvPr>
            <p:extLst/>
          </p:nvPr>
        </p:nvGraphicFramePr>
        <p:xfrm>
          <a:off x="473743" y="953753"/>
          <a:ext cx="8409391" cy="3732062"/>
        </p:xfrm>
        <a:graphic>
          <a:graphicData uri="http://schemas.openxmlformats.org/drawingml/2006/table">
            <a:tbl>
              <a:tblPr bandRow="1">
                <a:tableStyleId>{51958573-18DD-4F4F-87A5-23D0A4D2D5AC}</a:tableStyleId>
              </a:tblPr>
              <a:tblGrid>
                <a:gridCol w="1232296">
                  <a:extLst>
                    <a:ext uri="{9D8B030D-6E8A-4147-A177-3AD203B41FA5}">
                      <a16:colId xmlns:a16="http://schemas.microsoft.com/office/drawing/2014/main" xmlns="" val="2425092356"/>
                    </a:ext>
                  </a:extLst>
                </a:gridCol>
                <a:gridCol w="3834662">
                  <a:extLst>
                    <a:ext uri="{9D8B030D-6E8A-4147-A177-3AD203B41FA5}">
                      <a16:colId xmlns:a16="http://schemas.microsoft.com/office/drawing/2014/main" xmlns="" val="3389740080"/>
                    </a:ext>
                  </a:extLst>
                </a:gridCol>
                <a:gridCol w="3342433">
                  <a:extLst>
                    <a:ext uri="{9D8B030D-6E8A-4147-A177-3AD203B41FA5}">
                      <a16:colId xmlns:a16="http://schemas.microsoft.com/office/drawing/2014/main" xmlns="" val="1101613026"/>
                    </a:ext>
                  </a:extLst>
                </a:gridCol>
              </a:tblGrid>
              <a:tr h="338623">
                <a:tc>
                  <a:txBody>
                    <a:bodyPr/>
                    <a:lstStyle/>
                    <a:p>
                      <a:pPr algn="l" fontAlgn="t"/>
                      <a:r>
                        <a:rPr lang="en-GB" b="1">
                          <a:effectLst/>
                        </a:rPr>
                        <a:t>Data Type</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Description</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Example</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xmlns="" val="1651138567"/>
                  </a:ext>
                </a:extLst>
              </a:tr>
              <a:tr h="338623">
                <a:tc>
                  <a:txBody>
                    <a:bodyPr/>
                    <a:lstStyle/>
                    <a:p>
                      <a:pPr fontAlgn="t"/>
                      <a:r>
                        <a:rPr lang="en-GB" b="1">
                          <a:effectLst/>
                        </a:rPr>
                        <a:t>String</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Text enclosed in quotes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"Hello, world"</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641969072"/>
                  </a:ext>
                </a:extLst>
              </a:tr>
              <a:tr h="338623">
                <a:tc>
                  <a:txBody>
                    <a:bodyPr/>
                    <a:lstStyle/>
                    <a:p>
                      <a:pPr fontAlgn="t"/>
                      <a:r>
                        <a:rPr lang="en-GB" b="1">
                          <a:effectLst/>
                        </a:rPr>
                        <a:t>Number</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Numeric values (integers or decimals)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42, 3.14</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367344964"/>
                  </a:ext>
                </a:extLst>
              </a:tr>
              <a:tr h="338623">
                <a:tc>
                  <a:txBody>
                    <a:bodyPr/>
                    <a:lstStyle/>
                    <a:p>
                      <a:pPr fontAlgn="t"/>
                      <a:r>
                        <a:rPr lang="en-GB" b="1">
                          <a:effectLst/>
                        </a:rPr>
                        <a:t>Boolean</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Logical value: true or false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true, false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1391506240"/>
                  </a:ext>
                </a:extLst>
              </a:tr>
              <a:tr h="338623">
                <a:tc>
                  <a:txBody>
                    <a:bodyPr/>
                    <a:lstStyle/>
                    <a:p>
                      <a:pPr fontAlgn="t"/>
                      <a:r>
                        <a:rPr lang="en-GB" b="1">
                          <a:effectLst/>
                        </a:rPr>
                        <a:t>Undefined</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A variable declared but not assigned a value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let x;</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2666564730"/>
                  </a:ext>
                </a:extLst>
              </a:tr>
              <a:tr h="338623">
                <a:tc>
                  <a:txBody>
                    <a:bodyPr/>
                    <a:lstStyle/>
                    <a:p>
                      <a:pPr fontAlgn="t"/>
                      <a:r>
                        <a:rPr lang="en-GB" b="1">
                          <a:effectLst/>
                        </a:rPr>
                        <a:t>Null</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Represents an intentional absence of value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let x = null;</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1416847161"/>
                  </a:ext>
                </a:extLst>
              </a:tr>
              <a:tr h="338623">
                <a:tc>
                  <a:txBody>
                    <a:bodyPr/>
                    <a:lstStyle/>
                    <a:p>
                      <a:pPr fontAlgn="t"/>
                      <a:r>
                        <a:rPr lang="en-GB" b="1">
                          <a:effectLst/>
                        </a:rPr>
                        <a:t>Object</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Collection of key-value pairs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 name: "John", age: 30 }</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76057169"/>
                  </a:ext>
                </a:extLst>
              </a:tr>
              <a:tr h="338623">
                <a:tc>
                  <a:txBody>
                    <a:bodyPr/>
                    <a:lstStyle/>
                    <a:p>
                      <a:pPr fontAlgn="t"/>
                      <a:r>
                        <a:rPr lang="en-GB" b="1">
                          <a:effectLst/>
                        </a:rPr>
                        <a:t>Array</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Ordered list of values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[1, 2, 3, 4]</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3249014570"/>
                  </a:ext>
                </a:extLst>
              </a:tr>
              <a:tr h="338623">
                <a:tc>
                  <a:txBody>
                    <a:bodyPr/>
                    <a:lstStyle/>
                    <a:p>
                      <a:pPr fontAlgn="t"/>
                      <a:r>
                        <a:rPr lang="en-GB" b="1">
                          <a:effectLst/>
                        </a:rPr>
                        <a:t>Symbol</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Unique and immutable primitive value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Symbol("id")</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951238075"/>
                  </a:ext>
                </a:extLst>
              </a:tr>
              <a:tr h="525947">
                <a:tc>
                  <a:txBody>
                    <a:bodyPr/>
                    <a:lstStyle/>
                    <a:p>
                      <a:pPr fontAlgn="t"/>
                      <a:r>
                        <a:rPr lang="en-GB" b="1">
                          <a:effectLst/>
                        </a:rPr>
                        <a:t>BigInt</a:t>
                      </a:r>
                      <a:endParaRPr lang="en-GB">
                        <a:effectLst/>
                      </a:endParaRP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For very large integers</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123456789012345678901234567890n</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2044576905"/>
                  </a:ext>
                </a:extLst>
              </a:tr>
            </a:tbl>
          </a:graphicData>
        </a:graphic>
      </p:graphicFrame>
    </p:spTree>
    <p:extLst>
      <p:ext uri="{BB962C8B-B14F-4D97-AF65-F5344CB8AC3E}">
        <p14:creationId xmlns:p14="http://schemas.microsoft.com/office/powerpoint/2010/main" val="10089682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g23d6530f4b9_0_36"/>
          <p:cNvSpPr txBox="1">
            <a:spLocks noGrp="1"/>
          </p:cNvSpPr>
          <p:nvPr>
            <p:ph type="title"/>
          </p:nvPr>
        </p:nvSpPr>
        <p:spPr>
          <a:xfrm>
            <a:off x="457200" y="1028700"/>
            <a:ext cx="8229600" cy="3343200"/>
          </a:xfrm>
          <a:prstGeom prst="rect">
            <a:avLst/>
          </a:prstGeom>
          <a:noFill/>
          <a:ln>
            <a:noFill/>
          </a:ln>
        </p:spPr>
        <p:txBody>
          <a:bodyPr spcFirstLastPara="1" wrap="square" lIns="0" tIns="0" rIns="0" bIns="0" anchor="t" anchorCtr="0">
            <a:noAutofit/>
          </a:bodyPr>
          <a:lstStyle/>
          <a:p>
            <a:pPr marL="0" lvl="0" indent="457200" algn="l" rtl="0">
              <a:lnSpc>
                <a:spcPct val="115000"/>
              </a:lnSpc>
              <a:spcBef>
                <a:spcPts val="0"/>
              </a:spcBef>
              <a:spcAft>
                <a:spcPts val="0"/>
              </a:spcAft>
              <a:buClr>
                <a:schemeClr val="dk1"/>
              </a:buClr>
              <a:buSzPts val="1100"/>
              <a:buFont typeface="Arial"/>
              <a:buNone/>
            </a:pPr>
            <a:r>
              <a:rPr lang="en" sz="1600">
                <a:solidFill>
                  <a:srgbClr val="333333"/>
                </a:solidFill>
                <a:highlight>
                  <a:srgbClr val="FFFFFF"/>
                </a:highlight>
                <a:latin typeface="Proxima Nova Semibold"/>
                <a:ea typeface="Proxima Nova Semibold"/>
                <a:cs typeface="Proxima Nova Semibold"/>
                <a:sym typeface="Proxima Nova Semibold"/>
              </a:rPr>
              <a:t> </a:t>
            </a:r>
            <a:endParaRPr sz="1600">
              <a:solidFill>
                <a:srgbClr val="333333"/>
              </a:solidFill>
              <a:highlight>
                <a:srgbClr val="FFFFFF"/>
              </a:highlight>
              <a:latin typeface="Proxima Nova Semibold"/>
              <a:ea typeface="Proxima Nova Semibold"/>
              <a:cs typeface="Proxima Nova Semibold"/>
              <a:sym typeface="Proxima Nova Semibold"/>
            </a:endParaRPr>
          </a:p>
        </p:txBody>
      </p:sp>
      <p:sp>
        <p:nvSpPr>
          <p:cNvPr id="240" name="Google Shape;240;g23d6530f4b9_0_36"/>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Operators</a:t>
            </a:r>
            <a:endParaRPr sz="2400" b="1" i="0" u="none" strike="noStrike" cap="none">
              <a:solidFill>
                <a:srgbClr val="323F4F"/>
              </a:solidFill>
              <a:latin typeface="Proxima Nova"/>
              <a:ea typeface="Proxima Nova"/>
              <a:cs typeface="Proxima Nova"/>
              <a:sym typeface="Proxima Nova"/>
            </a:endParaRPr>
          </a:p>
        </p:txBody>
      </p:sp>
      <p:pic>
        <p:nvPicPr>
          <p:cNvPr id="241" name="Google Shape;241;g23d6530f4b9_0_36"/>
          <p:cNvPicPr preferRelativeResize="0"/>
          <p:nvPr/>
        </p:nvPicPr>
        <p:blipFill rotWithShape="1">
          <a:blip r:embed="rId3">
            <a:alphaModFix/>
          </a:blip>
          <a:srcRect/>
          <a:stretch/>
        </p:blipFill>
        <p:spPr>
          <a:xfrm>
            <a:off x="942975" y="1074875"/>
            <a:ext cx="7258050" cy="3468550"/>
          </a:xfrm>
          <a:prstGeom prst="rect">
            <a:avLst/>
          </a:prstGeom>
          <a:noFill/>
          <a:ln>
            <a:noFill/>
          </a:ln>
        </p:spPr>
      </p:pic>
    </p:spTree>
    <p:extLst>
      <p:ext uri="{BB962C8B-B14F-4D97-AF65-F5344CB8AC3E}">
        <p14:creationId xmlns:p14="http://schemas.microsoft.com/office/powerpoint/2010/main" val="11770956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8">
          <a:extLst>
            <a:ext uri="{FF2B5EF4-FFF2-40B4-BE49-F238E27FC236}">
              <a16:creationId xmlns:a16="http://schemas.microsoft.com/office/drawing/2014/main" xmlns="" id="{6E8966A2-AA78-9FA3-19F6-2B64B6C4909D}"/>
            </a:ext>
          </a:extLst>
        </p:cNvPr>
        <p:cNvGrpSpPr/>
        <p:nvPr/>
      </p:nvGrpSpPr>
      <p:grpSpPr>
        <a:xfrm>
          <a:off x="0" y="0"/>
          <a:ext cx="0" cy="0"/>
          <a:chOff x="0" y="0"/>
          <a:chExt cx="0" cy="0"/>
        </a:xfrm>
      </p:grpSpPr>
      <p:sp>
        <p:nvSpPr>
          <p:cNvPr id="239" name="Google Shape;239;g23d6530f4b9_0_36">
            <a:extLst>
              <a:ext uri="{FF2B5EF4-FFF2-40B4-BE49-F238E27FC236}">
                <a16:creationId xmlns:a16="http://schemas.microsoft.com/office/drawing/2014/main" xmlns="" id="{194D60DB-4DBC-82B6-443A-922BB4D39733}"/>
              </a:ext>
            </a:extLst>
          </p:cNvPr>
          <p:cNvSpPr txBox="1">
            <a:spLocks noGrp="1"/>
          </p:cNvSpPr>
          <p:nvPr>
            <p:ph type="title"/>
          </p:nvPr>
        </p:nvSpPr>
        <p:spPr>
          <a:xfrm>
            <a:off x="457200" y="1028700"/>
            <a:ext cx="8229600" cy="3343200"/>
          </a:xfrm>
          <a:prstGeom prst="rect">
            <a:avLst/>
          </a:prstGeom>
          <a:noFill/>
          <a:ln>
            <a:noFill/>
          </a:ln>
        </p:spPr>
        <p:txBody>
          <a:bodyPr spcFirstLastPara="1" wrap="square" lIns="0" tIns="0" rIns="0" bIns="0" anchor="t" anchorCtr="0">
            <a:noAutofit/>
          </a:bodyPr>
          <a:lstStyle/>
          <a:p>
            <a:pPr marL="0" lvl="0" indent="457200" algn="l" rtl="0">
              <a:lnSpc>
                <a:spcPct val="115000"/>
              </a:lnSpc>
              <a:spcBef>
                <a:spcPts val="0"/>
              </a:spcBef>
              <a:spcAft>
                <a:spcPts val="0"/>
              </a:spcAft>
              <a:buClr>
                <a:schemeClr val="dk1"/>
              </a:buClr>
              <a:buSzPts val="1100"/>
              <a:buFont typeface="Arial"/>
              <a:buNone/>
            </a:pPr>
            <a:r>
              <a:rPr lang="en" sz="1600">
                <a:solidFill>
                  <a:srgbClr val="333333"/>
                </a:solidFill>
                <a:highlight>
                  <a:srgbClr val="FFFFFF"/>
                </a:highlight>
                <a:latin typeface="Proxima Nova Semibold"/>
                <a:ea typeface="Proxima Nova Semibold"/>
                <a:cs typeface="Proxima Nova Semibold"/>
                <a:sym typeface="Proxima Nova Semibold"/>
              </a:rPr>
              <a:t> </a:t>
            </a:r>
            <a:endParaRPr sz="1600">
              <a:solidFill>
                <a:srgbClr val="333333"/>
              </a:solidFill>
              <a:highlight>
                <a:srgbClr val="FFFFFF"/>
              </a:highlight>
              <a:latin typeface="Proxima Nova Semibold"/>
              <a:ea typeface="Proxima Nova Semibold"/>
              <a:cs typeface="Proxima Nova Semibold"/>
              <a:sym typeface="Proxima Nova Semibold"/>
            </a:endParaRPr>
          </a:p>
        </p:txBody>
      </p:sp>
      <p:sp>
        <p:nvSpPr>
          <p:cNvPr id="240" name="Google Shape;240;g23d6530f4b9_0_36">
            <a:extLst>
              <a:ext uri="{FF2B5EF4-FFF2-40B4-BE49-F238E27FC236}">
                <a16:creationId xmlns:a16="http://schemas.microsoft.com/office/drawing/2014/main" xmlns="" id="{CC8F43D9-9340-90B1-8D74-9494517121BA}"/>
              </a:ext>
            </a:extLst>
          </p:cNvPr>
          <p:cNvSpPr txBox="1"/>
          <p:nvPr/>
        </p:nvSpPr>
        <p:spPr>
          <a:xfrm>
            <a:off x="381000" y="321000"/>
            <a:ext cx="55830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JS Operators</a:t>
            </a:r>
            <a:endParaRPr sz="2400" b="1" i="0" u="none" strike="noStrike" cap="none">
              <a:solidFill>
                <a:srgbClr val="323F4F"/>
              </a:solidFill>
              <a:latin typeface="Proxima Nova"/>
              <a:ea typeface="Proxima Nova"/>
              <a:cs typeface="Proxima Nova"/>
              <a:sym typeface="Proxima Nova"/>
            </a:endParaRPr>
          </a:p>
        </p:txBody>
      </p:sp>
      <p:graphicFrame>
        <p:nvGraphicFramePr>
          <p:cNvPr id="3" name="Table 2">
            <a:extLst>
              <a:ext uri="{FF2B5EF4-FFF2-40B4-BE49-F238E27FC236}">
                <a16:creationId xmlns:a16="http://schemas.microsoft.com/office/drawing/2014/main" xmlns="" id="{63D6F631-6F8E-4D57-2730-F7BA460507FF}"/>
              </a:ext>
            </a:extLst>
          </p:cNvPr>
          <p:cNvGraphicFramePr>
            <a:graphicFrameLocks noGrp="1"/>
          </p:cNvGraphicFramePr>
          <p:nvPr>
            <p:extLst/>
          </p:nvPr>
        </p:nvGraphicFramePr>
        <p:xfrm>
          <a:off x="457200" y="987607"/>
          <a:ext cx="8547114" cy="3409950"/>
        </p:xfrm>
        <a:graphic>
          <a:graphicData uri="http://schemas.openxmlformats.org/drawingml/2006/table">
            <a:tbl>
              <a:tblPr bandRow="1">
                <a:tableStyleId>{51958573-18DD-4F4F-87A5-23D0A4D2D5AC}</a:tableStyleId>
              </a:tblPr>
              <a:tblGrid>
                <a:gridCol w="1460943">
                  <a:extLst>
                    <a:ext uri="{9D8B030D-6E8A-4147-A177-3AD203B41FA5}">
                      <a16:colId xmlns:a16="http://schemas.microsoft.com/office/drawing/2014/main" xmlns="" val="1285959775"/>
                    </a:ext>
                  </a:extLst>
                </a:gridCol>
                <a:gridCol w="3161108">
                  <a:extLst>
                    <a:ext uri="{9D8B030D-6E8A-4147-A177-3AD203B41FA5}">
                      <a16:colId xmlns:a16="http://schemas.microsoft.com/office/drawing/2014/main" xmlns="" val="3663696397"/>
                    </a:ext>
                  </a:extLst>
                </a:gridCol>
                <a:gridCol w="2441631">
                  <a:extLst>
                    <a:ext uri="{9D8B030D-6E8A-4147-A177-3AD203B41FA5}">
                      <a16:colId xmlns:a16="http://schemas.microsoft.com/office/drawing/2014/main" xmlns="" val="2319968683"/>
                    </a:ext>
                  </a:extLst>
                </a:gridCol>
                <a:gridCol w="1483432">
                  <a:extLst>
                    <a:ext uri="{9D8B030D-6E8A-4147-A177-3AD203B41FA5}">
                      <a16:colId xmlns:a16="http://schemas.microsoft.com/office/drawing/2014/main" xmlns="" val="400956427"/>
                    </a:ext>
                  </a:extLst>
                </a:gridCol>
              </a:tblGrid>
              <a:tr h="0">
                <a:tc>
                  <a:txBody>
                    <a:bodyPr/>
                    <a:lstStyle/>
                    <a:p>
                      <a:pPr algn="l" fontAlgn="t"/>
                      <a:r>
                        <a:rPr lang="en-GB" b="1">
                          <a:effectLst/>
                        </a:rPr>
                        <a:t>Operator Type</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Description</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Example</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tc>
                  <a:txBody>
                    <a:bodyPr/>
                    <a:lstStyle/>
                    <a:p>
                      <a:pPr algn="l" fontAlgn="t"/>
                      <a:r>
                        <a:rPr lang="en-GB" b="1">
                          <a:effectLst/>
                        </a:rPr>
                        <a:t>Result</a:t>
                      </a:r>
                      <a:endParaRPr lang="en-GB" b="0">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xmlns="" val="3089783383"/>
                  </a:ext>
                </a:extLst>
              </a:tr>
              <a:tr h="0">
                <a:tc>
                  <a:txBody>
                    <a:bodyPr/>
                    <a:lstStyle/>
                    <a:p>
                      <a:pPr fontAlgn="t"/>
                      <a:r>
                        <a:rPr lang="en-GB" b="1">
                          <a:effectLst/>
                        </a:rPr>
                        <a:t>Arithmetic</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Perform basic math operations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5 + 2, 10 * 3</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7, 30</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628889330"/>
                  </a:ext>
                </a:extLst>
              </a:tr>
              <a:tr h="0">
                <a:tc>
                  <a:txBody>
                    <a:bodyPr/>
                    <a:lstStyle/>
                    <a:p>
                      <a:pPr fontAlgn="t"/>
                      <a:r>
                        <a:rPr lang="en-GB" b="1">
                          <a:effectLst/>
                        </a:rPr>
                        <a:t>Assignment</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Assign values to variables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x = 10, x += 5</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x = 15</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1351133893"/>
                  </a:ext>
                </a:extLst>
              </a:tr>
              <a:tr h="0">
                <a:tc>
                  <a:txBody>
                    <a:bodyPr/>
                    <a:lstStyle/>
                    <a:p>
                      <a:pPr fontAlgn="t"/>
                      <a:r>
                        <a:rPr lang="en-GB" b="1">
                          <a:effectLst/>
                        </a:rPr>
                        <a:t>Comparison</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Compare two values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5 == '5', 5 === '5'</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true, false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3784211416"/>
                  </a:ext>
                </a:extLst>
              </a:tr>
              <a:tr h="0">
                <a:tc>
                  <a:txBody>
                    <a:bodyPr/>
                    <a:lstStyle/>
                    <a:p>
                      <a:pPr fontAlgn="t"/>
                      <a:r>
                        <a:rPr lang="en-GB" b="1">
                          <a:effectLst/>
                        </a:rPr>
                        <a:t>Logical</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Combine or invert boolean values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true &amp;&amp; false, !true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false, false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188597644"/>
                  </a:ext>
                </a:extLst>
              </a:tr>
              <a:tr h="0">
                <a:tc>
                  <a:txBody>
                    <a:bodyPr/>
                    <a:lstStyle/>
                    <a:p>
                      <a:pPr fontAlgn="t"/>
                      <a:r>
                        <a:rPr lang="en-GB" b="1">
                          <a:effectLst/>
                        </a:rPr>
                        <a:t>String</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Concatenate strings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"Hello" + " World"</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"Hello World"</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3866556988"/>
                  </a:ext>
                </a:extLst>
              </a:tr>
              <a:tr h="0">
                <a:tc>
                  <a:txBody>
                    <a:bodyPr/>
                    <a:lstStyle/>
                    <a:p>
                      <a:pPr fontAlgn="t"/>
                      <a:r>
                        <a:rPr lang="en-GB" b="1">
                          <a:effectLst/>
                        </a:rPr>
                        <a:t>Type</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Check or convert data types</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typeof 123, typeof "abc"</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"number", "string"</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3325300367"/>
                  </a:ext>
                </a:extLst>
              </a:tr>
              <a:tr h="0">
                <a:tc>
                  <a:txBody>
                    <a:bodyPr/>
                    <a:lstStyle/>
                    <a:p>
                      <a:pPr fontAlgn="t"/>
                      <a:r>
                        <a:rPr lang="en-GB" b="1">
                          <a:effectLst/>
                        </a:rPr>
                        <a:t>Ternary</a:t>
                      </a:r>
                      <a:endParaRPr lang="en-GB">
                        <a:effectLst/>
                      </a:endParaRP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Short form of if-else</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age &gt; 18 ? "Adult" : "Kid"</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"Adult" or "Kid"</a:t>
                      </a:r>
                    </a:p>
                  </a:txBody>
                  <a:tcPr marL="114300" marR="76200" marT="76200" marB="66675">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3808424714"/>
                  </a:ext>
                </a:extLst>
              </a:tr>
              <a:tr h="0">
                <a:tc>
                  <a:txBody>
                    <a:bodyPr/>
                    <a:lstStyle/>
                    <a:p>
                      <a:pPr fontAlgn="t"/>
                      <a:r>
                        <a:rPr lang="en-GB" b="1">
                          <a:effectLst/>
                        </a:rPr>
                        <a:t>Bitwise</a:t>
                      </a:r>
                      <a:endParaRPr lang="en-GB">
                        <a:effectLst/>
                      </a:endParaRP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Operate on binary representations</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5 &amp; 1, `5</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tc>
                  <a:txBody>
                    <a:bodyPr/>
                    <a:lstStyle/>
                    <a:p>
                      <a:pPr fontAlgn="t"/>
                      <a:r>
                        <a:rPr lang="en-GB">
                          <a:effectLst/>
                        </a:rPr>
                        <a:t>1`</a:t>
                      </a:r>
                    </a:p>
                  </a:txBody>
                  <a:tcPr marL="114300" marR="76200" marT="76200" marB="57150">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xmlns="" val="2830294681"/>
                  </a:ext>
                </a:extLst>
              </a:tr>
            </a:tbl>
          </a:graphicData>
        </a:graphic>
      </p:graphicFrame>
    </p:spTree>
    <p:extLst>
      <p:ext uri="{BB962C8B-B14F-4D97-AF65-F5344CB8AC3E}">
        <p14:creationId xmlns:p14="http://schemas.microsoft.com/office/powerpoint/2010/main" val="41107799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10"/>
          <p:cNvSpPr txBox="1"/>
          <p:nvPr/>
        </p:nvSpPr>
        <p:spPr>
          <a:xfrm>
            <a:off x="226925" y="151275"/>
            <a:ext cx="4962000" cy="849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Check Your Understanding </a:t>
            </a:r>
            <a:endParaRPr sz="2400" b="1" i="0" u="none" strike="noStrike" cap="none">
              <a:solidFill>
                <a:srgbClr val="323F4F"/>
              </a:solidFill>
              <a:latin typeface="Proxima Nova"/>
              <a:ea typeface="Proxima Nova"/>
              <a:cs typeface="Proxima Nova"/>
              <a:sym typeface="Proxima Nova"/>
            </a:endParaRPr>
          </a:p>
          <a:p>
            <a:pPr marL="0" marR="0" lvl="0" indent="0" algn="l" rtl="0">
              <a:lnSpc>
                <a:spcPct val="90000"/>
              </a:lnSpc>
              <a:spcBef>
                <a:spcPts val="0"/>
              </a:spcBef>
              <a:spcAft>
                <a:spcPts val="0"/>
              </a:spcAft>
              <a:buClr>
                <a:srgbClr val="000000"/>
              </a:buClr>
              <a:buSzPts val="2400"/>
              <a:buFont typeface="Arial"/>
              <a:buNone/>
            </a:pPr>
            <a:endParaRPr sz="2400" b="1" i="0" u="none" strike="noStrike" cap="none">
              <a:solidFill>
                <a:srgbClr val="323F4F"/>
              </a:solidFill>
              <a:latin typeface="Proxima Nova"/>
              <a:ea typeface="Proxima Nova"/>
              <a:cs typeface="Proxima Nova"/>
              <a:sym typeface="Proxima Nova"/>
            </a:endParaRPr>
          </a:p>
        </p:txBody>
      </p:sp>
      <p:sp>
        <p:nvSpPr>
          <p:cNvPr id="490" name="Google Shape;490;p10"/>
          <p:cNvSpPr/>
          <p:nvPr/>
        </p:nvSpPr>
        <p:spPr>
          <a:xfrm rot="10800000" flipH="1">
            <a:off x="305900" y="627875"/>
            <a:ext cx="3763500" cy="104400"/>
          </a:xfrm>
          <a:prstGeom prst="rect">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pic>
        <p:nvPicPr>
          <p:cNvPr id="491" name="Google Shape;491;p10" descr="check sign - Clip Art Library"/>
          <p:cNvPicPr preferRelativeResize="0"/>
          <p:nvPr/>
        </p:nvPicPr>
        <p:blipFill rotWithShape="1">
          <a:blip r:embed="rId3">
            <a:alphaModFix/>
          </a:blip>
          <a:srcRect/>
          <a:stretch/>
        </p:blipFill>
        <p:spPr>
          <a:xfrm>
            <a:off x="5975597" y="1075321"/>
            <a:ext cx="1768724" cy="1768724"/>
          </a:xfrm>
          <a:prstGeom prst="rect">
            <a:avLst/>
          </a:prstGeom>
          <a:noFill/>
          <a:ln>
            <a:noFill/>
          </a:ln>
        </p:spPr>
      </p:pic>
      <p:sp>
        <p:nvSpPr>
          <p:cNvPr id="492" name="Google Shape;492;p10"/>
          <p:cNvSpPr txBox="1"/>
          <p:nvPr/>
        </p:nvSpPr>
        <p:spPr>
          <a:xfrm>
            <a:off x="542200" y="1172300"/>
            <a:ext cx="4777200" cy="1169700"/>
          </a:xfrm>
          <a:prstGeom prst="rect">
            <a:avLst/>
          </a:prstGeom>
          <a:noFill/>
          <a:ln>
            <a:noFill/>
          </a:ln>
        </p:spPr>
        <p:txBody>
          <a:bodyPr spcFirstLastPara="1" wrap="square" lIns="91425" tIns="91425" rIns="91425" bIns="91425" anchor="t" anchorCtr="0">
            <a:spAutoFit/>
          </a:bodyPr>
          <a:lstStyle/>
          <a:p>
            <a:pPr marL="457200" marR="0" lvl="0" indent="-330200" algn="l" rtl="0">
              <a:lnSpc>
                <a:spcPct val="100000"/>
              </a:lnSpc>
              <a:spcBef>
                <a:spcPts val="0"/>
              </a:spcBef>
              <a:spcAft>
                <a:spcPts val="0"/>
              </a:spcAft>
              <a:buClr>
                <a:schemeClr val="dk1"/>
              </a:buClr>
              <a:buSzPts val="1600"/>
              <a:buFont typeface="Proxima Nova Semibold"/>
              <a:buAutoNum type="arabicPeriod"/>
            </a:pPr>
            <a:r>
              <a:rPr lang="en" sz="1600" b="0" i="0" u="none" strike="noStrike" cap="none">
                <a:solidFill>
                  <a:schemeClr val="dk1"/>
                </a:solidFill>
                <a:highlight>
                  <a:schemeClr val="lt1"/>
                </a:highlight>
                <a:latin typeface="Proxima Nova Semibold"/>
                <a:ea typeface="Proxima Nova Semibold"/>
                <a:cs typeface="Proxima Nova Semibold"/>
                <a:sym typeface="Proxima Nova Semibold"/>
              </a:rPr>
              <a:t>What is Javascript?</a:t>
            </a:r>
            <a:endParaRPr sz="1600" b="0" i="0" u="none" strike="noStrike" cap="none">
              <a:solidFill>
                <a:schemeClr val="dk1"/>
              </a:solidFill>
              <a:highlight>
                <a:schemeClr val="lt1"/>
              </a:highlight>
              <a:latin typeface="Proxima Nova Semibold"/>
              <a:ea typeface="Proxima Nova Semibold"/>
              <a:cs typeface="Proxima Nova Semibold"/>
              <a:sym typeface="Proxima Nova Semibold"/>
            </a:endParaRPr>
          </a:p>
          <a:p>
            <a:pPr marL="457200" marR="0" lvl="0" indent="-330200" algn="l" rtl="0">
              <a:lnSpc>
                <a:spcPct val="100000"/>
              </a:lnSpc>
              <a:spcBef>
                <a:spcPts val="0"/>
              </a:spcBef>
              <a:spcAft>
                <a:spcPts val="0"/>
              </a:spcAft>
              <a:buClr>
                <a:schemeClr val="dk1"/>
              </a:buClr>
              <a:buSzPts val="1600"/>
              <a:buFont typeface="Proxima Nova Semibold"/>
              <a:buAutoNum type="arabicPeriod"/>
            </a:pPr>
            <a:r>
              <a:rPr lang="en" sz="1600" b="0" i="0" u="none" strike="noStrike" cap="none">
                <a:solidFill>
                  <a:schemeClr val="dk1"/>
                </a:solidFill>
                <a:highlight>
                  <a:schemeClr val="lt1"/>
                </a:highlight>
                <a:latin typeface="Proxima Nova Semibold"/>
                <a:ea typeface="Proxima Nova Semibold"/>
                <a:cs typeface="Proxima Nova Semibold"/>
                <a:sym typeface="Proxima Nova Semibold"/>
              </a:rPr>
              <a:t>How to use Javascript to validate user data?</a:t>
            </a:r>
            <a:endParaRPr sz="1600" b="0" i="0" u="none" strike="noStrike" cap="none">
              <a:solidFill>
                <a:schemeClr val="dk1"/>
              </a:solidFill>
              <a:highlight>
                <a:schemeClr val="lt1"/>
              </a:highlight>
              <a:latin typeface="Proxima Nova Semibold"/>
              <a:ea typeface="Proxima Nova Semibold"/>
              <a:cs typeface="Proxima Nova Semibold"/>
              <a:sym typeface="Proxima Nova Semibold"/>
            </a:endParaRPr>
          </a:p>
          <a:p>
            <a:pPr marL="457200" marR="0" lvl="0" indent="-330200" algn="l" rtl="0">
              <a:lnSpc>
                <a:spcPct val="100000"/>
              </a:lnSpc>
              <a:spcBef>
                <a:spcPts val="0"/>
              </a:spcBef>
              <a:spcAft>
                <a:spcPts val="0"/>
              </a:spcAft>
              <a:buClr>
                <a:schemeClr val="dk1"/>
              </a:buClr>
              <a:buSzPts val="1600"/>
              <a:buFont typeface="Proxima Nova Semibold"/>
              <a:buAutoNum type="arabicPeriod"/>
            </a:pPr>
            <a:r>
              <a:rPr lang="en" sz="1600" b="0" i="0" u="none" strike="noStrike" cap="none">
                <a:solidFill>
                  <a:schemeClr val="dk1"/>
                </a:solidFill>
                <a:highlight>
                  <a:schemeClr val="lt1"/>
                </a:highlight>
                <a:latin typeface="Proxima Nova Semibold"/>
                <a:ea typeface="Proxima Nova Semibold"/>
                <a:cs typeface="Proxima Nova Semibold"/>
                <a:sym typeface="Proxima Nova Semibold"/>
              </a:rPr>
              <a:t>What are the types of Javascript?</a:t>
            </a:r>
            <a:endParaRPr sz="1600" b="0" i="0" u="none" strike="noStrike" cap="none">
              <a:solidFill>
                <a:schemeClr val="dk1"/>
              </a:solidFill>
              <a:highlight>
                <a:schemeClr val="lt1"/>
              </a:highlight>
              <a:latin typeface="Proxima Nova Semibold"/>
              <a:ea typeface="Proxima Nova Semibold"/>
              <a:cs typeface="Proxima Nova Semibold"/>
              <a:sym typeface="Proxima Nova Semibold"/>
            </a:endParaRPr>
          </a:p>
          <a:p>
            <a:pPr marL="45720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Proxima Nova Semibold"/>
              <a:ea typeface="Proxima Nova Semibold"/>
              <a:cs typeface="Proxima Nova Semibold"/>
              <a:sym typeface="Proxima Nova Semibold"/>
            </a:endParaRPr>
          </a:p>
        </p:txBody>
      </p:sp>
    </p:spTree>
    <p:extLst>
      <p:ext uri="{BB962C8B-B14F-4D97-AF65-F5344CB8AC3E}">
        <p14:creationId xmlns:p14="http://schemas.microsoft.com/office/powerpoint/2010/main" val="12519430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13"/>
          <p:cNvSpPr txBox="1"/>
          <p:nvPr/>
        </p:nvSpPr>
        <p:spPr>
          <a:xfrm>
            <a:off x="394950" y="223550"/>
            <a:ext cx="44427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Question &amp; Answer</a:t>
            </a:r>
            <a:endParaRPr sz="2400" b="1" i="0" u="none" strike="noStrike" cap="none">
              <a:solidFill>
                <a:srgbClr val="323F4F"/>
              </a:solidFill>
              <a:latin typeface="Proxima Nova"/>
              <a:ea typeface="Proxima Nova"/>
              <a:cs typeface="Proxima Nova"/>
              <a:sym typeface="Proxima Nova"/>
            </a:endParaRPr>
          </a:p>
        </p:txBody>
      </p:sp>
      <p:pic>
        <p:nvPicPr>
          <p:cNvPr id="498" name="Google Shape;498;p13"/>
          <p:cNvPicPr preferRelativeResize="0"/>
          <p:nvPr/>
        </p:nvPicPr>
        <p:blipFill rotWithShape="1">
          <a:blip r:embed="rId3">
            <a:alphaModFix/>
          </a:blip>
          <a:srcRect/>
          <a:stretch/>
        </p:blipFill>
        <p:spPr>
          <a:xfrm>
            <a:off x="1423175" y="940450"/>
            <a:ext cx="4832175" cy="33769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17"/>
          <p:cNvSpPr txBox="1">
            <a:spLocks noGrp="1"/>
          </p:cNvSpPr>
          <p:nvPr>
            <p:ph type="subTitle" idx="1"/>
          </p:nvPr>
        </p:nvSpPr>
        <p:spPr>
          <a:xfrm>
            <a:off x="2092775" y="2305650"/>
            <a:ext cx="5271900" cy="320700"/>
          </a:xfrm>
          <a:prstGeom prst="rect">
            <a:avLst/>
          </a:prstGeom>
          <a:noFill/>
          <a:ln>
            <a:noFill/>
          </a:ln>
        </p:spPr>
        <p:txBody>
          <a:bodyPr spcFirstLastPara="1" wrap="square" lIns="0" tIns="0" rIns="0" bIns="0" anchor="t" anchorCtr="0">
            <a:noAutofit/>
          </a:bodyPr>
          <a:lstStyle/>
          <a:p>
            <a:r>
              <a:rPr lang="en" sz="1600"/>
              <a:t>Benhar Charles Velankanni</a:t>
            </a:r>
            <a:endParaRPr sz="1600"/>
          </a:p>
        </p:txBody>
      </p:sp>
    </p:spTree>
  </p:cSld>
  <p:clrMapOvr>
    <a:masterClrMapping/>
  </p:clrMapOvr>
</p:sld>
</file>

<file path=ppt/theme/theme1.xml><?xml version="1.0" encoding="utf-8"?>
<a:theme xmlns:a="http://schemas.openxmlformats.org/drawingml/2006/main"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f6ad64a-8b6b-48eb-ae60-12a54eda0ca9">
      <Terms xmlns="http://schemas.microsoft.com/office/infopath/2007/PartnerControls"/>
    </lcf76f155ced4ddcb4097134ff3c332f>
    <TaxCatchAll xmlns="70328ee1-d215-47f2-9f94-e66745c0848f" xsi:nil="true"/>
    <MediaLengthInSeconds xmlns="9f6ad64a-8b6b-48eb-ae60-12a54eda0ca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DE37E934965AB40B8C2959C180473A3" ma:contentTypeVersion="13" ma:contentTypeDescription="Create a new document." ma:contentTypeScope="" ma:versionID="b652bdf42f97bf36c4cecc4a137c9e6d">
  <xsd:schema xmlns:xsd="http://www.w3.org/2001/XMLSchema" xmlns:xs="http://www.w3.org/2001/XMLSchema" xmlns:p="http://schemas.microsoft.com/office/2006/metadata/properties" xmlns:ns2="9f6ad64a-8b6b-48eb-ae60-12a54eda0ca9" xmlns:ns3="70328ee1-d215-47f2-9f94-e66745c0848f" targetNamespace="http://schemas.microsoft.com/office/2006/metadata/properties" ma:root="true" ma:fieldsID="ef4dd843760eb6ba715a3d5caabb3102" ns2:_="" ns3:_="">
    <xsd:import namespace="9f6ad64a-8b6b-48eb-ae60-12a54eda0ca9"/>
    <xsd:import namespace="70328ee1-d215-47f2-9f94-e66745c0848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6ad64a-8b6b-48eb-ae60-12a54eda0c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a156ab42-c15d-4f16-a227-b8fc8443f73b"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descrip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328ee1-d215-47f2-9f94-e66745c0848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dc998392-e962-4591-95d1-fdc2e5b3008b}" ma:internalName="TaxCatchAll" ma:showField="CatchAllData" ma:web="70328ee1-d215-47f2-9f94-e66745c0848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C8A4D05-2C6B-4E3D-ACBF-D0F4E11F0DD3}">
  <ds:schemaRefs>
    <ds:schemaRef ds:uri="http://purl.org/dc/elements/1.1/"/>
    <ds:schemaRef ds:uri="http://schemas.microsoft.com/office/2006/metadata/properties"/>
    <ds:schemaRef ds:uri="9f6ad64a-8b6b-48eb-ae60-12a54eda0ca9"/>
    <ds:schemaRef ds:uri="http://purl.org/dc/terms/"/>
    <ds:schemaRef ds:uri="http://schemas.microsoft.com/office/infopath/2007/PartnerControls"/>
    <ds:schemaRef ds:uri="http://schemas.microsoft.com/office/2006/documentManagement/types"/>
    <ds:schemaRef ds:uri="http://schemas.openxmlformats.org/package/2006/metadata/core-properties"/>
    <ds:schemaRef ds:uri="70328ee1-d215-47f2-9f94-e66745c0848f"/>
    <ds:schemaRef ds:uri="http://www.w3.org/XML/1998/namespace"/>
    <ds:schemaRef ds:uri="http://purl.org/dc/dcmitype/"/>
  </ds:schemaRefs>
</ds:datastoreItem>
</file>

<file path=customXml/itemProps2.xml><?xml version="1.0" encoding="utf-8"?>
<ds:datastoreItem xmlns:ds="http://schemas.openxmlformats.org/officeDocument/2006/customXml" ds:itemID="{1CFC267C-DE1B-4101-8C28-4BADF6AAF7D3}">
  <ds:schemaRefs>
    <ds:schemaRef ds:uri="70328ee1-d215-47f2-9f94-e66745c0848f"/>
    <ds:schemaRef ds:uri="9f6ad64a-8b6b-48eb-ae60-12a54eda0ca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65DA012-BBE1-41E3-B821-9BF2DDCA651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1053</TotalTime>
  <Words>1698</Words>
  <Application>Microsoft Office PowerPoint</Application>
  <PresentationFormat>On-screen Show (16:9)</PresentationFormat>
  <Paragraphs>278</Paragraphs>
  <Slides>29</Slides>
  <Notes>25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29</vt:i4>
      </vt:variant>
    </vt:vector>
  </HeadingPairs>
  <TitlesOfParts>
    <vt:vector size="36" baseType="lpstr">
      <vt:lpstr>Proxima Nova</vt:lpstr>
      <vt:lpstr>Arial</vt:lpstr>
      <vt:lpstr>Calibri</vt:lpstr>
      <vt:lpstr>Proxima Nova Semibold</vt:lpstr>
      <vt:lpstr>Segoe UI</vt:lpstr>
      <vt:lpstr>Relevantz - Internal Slide Template</vt:lpstr>
      <vt:lpstr>Relevantz - Internal Slide Template</vt:lpstr>
      <vt:lpstr>PowerPoint Presentation</vt:lpstr>
      <vt:lpstr>About the Course Creators </vt:lpstr>
      <vt:lpstr>What is Javascript? How to validate the user data using Javascript? What are the types of Javascript?</vt:lpstr>
      <vt:lpstr>PowerPoint Presentation</vt:lpstr>
      <vt:lpstr>PowerPoint Presentation</vt:lpstr>
      <vt:lpstr>PowerPoint Presentation</vt:lpstr>
      <vt:lpstr>PowerPoint Presentation</vt:lpstr>
      <vt:lpstr>JavaScript (js) is a light-weight object-oriented programming language which is used by several websites for scripting the webpages.  It is an interpreted, full-fledged programming language that enables dynamic interactivity on websites when applied to an HTML document.  It was introduced in the year 1995 for adding programs to the webpages in the Netscape Navigator browser. Since then, it has been adopted by all other graphical web browsers.  With JavaScript, users can build modern web applications to interact directly without reloading the page every time.  The traditional website uses js to provide several forms of interactivity and simplicity.</vt:lpstr>
      <vt:lpstr> All popular web browsers support JavaScript as they provide built-in execution environments. JavaScript follows the syntax and structure of the C programming language. Thus, it is a structured programming language. JavaScript is a weakly typed language, where certain types are implicitly cast (depending on the operation). JavaScript is an object-oriented programming language that uses prototypes rather than using classes for inheritance.</vt:lpstr>
      <vt:lpstr> It is a light-weighted and interpreted language. It is a case-sensitive language. JavaScript is supportable in several operating systems including, Windows, macOS, etc. It provides good control to the users over the web browsers. </vt:lpstr>
      <vt:lpstr> It is a light-weighted and interpreted language. It is a case-sensitive language. JavaScript is supportable in several operating systems including, Windows, macOS, etc. It provides good control to the users over the web browsers. </vt:lpstr>
      <vt:lpstr>You can implement JavaScript in three main ways:  Inline:     &lt;button onclick="alert('Hello!')"&gt;Click Me&lt;/button&gt;  Internal (within &lt;script&gt; tag): &lt;script&gt; document.getElementById("myBtn").onclick = function() {     alert("Button clicked!");   }; &lt;/script&gt;</vt:lpstr>
      <vt:lpstr>PowerPoint Presentation</vt:lpstr>
      <vt:lpstr>There are two types of comments in JavaScript. Single-line Comment Multi-line Comment   </vt:lpstr>
      <vt:lpstr>A JavaScript variable is simply a name of storage location.  There are two types of variables in JavaScript : local variable and global variable.</vt:lpstr>
      <vt:lpstr>PowerPoint Presentation</vt:lpstr>
      <vt:lpstr>var – Function‑scoped (older way)</vt:lpstr>
      <vt:lpstr>let – Block‑scoped (preferred)</vt:lpstr>
      <vt:lpstr>const – Block‑scoped, constant reference</vt:lpstr>
      <vt:lpstr>A JavaScript global variable is declared outside the function or declared with window object. It can be accessed from any function.</vt:lpstr>
      <vt:lpstr>PowerPoint Presentation</vt:lpstr>
      <vt:lpstr>Global Scope </vt:lpstr>
      <vt:lpstr>JavaScript provides different data types to hold different types of values. There are two types of data types in JavaScript. Primitive data type Non-primitive (reference) data type JavaScript is a dynamic type language, means you don't need to specify type of the variable because it is dynamically used by JavaScript engine. You need to use var here to specify the data type. It can hold any type of values such as numbers, strings etc. </vt:lpstr>
      <vt:lpstr>PowerPoint Presentation</vt:lpstr>
      <vt:lpstr> </vt:lpstr>
      <vt:lpstr> </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Benhar Charles V</dc:creator>
  <cp:lastModifiedBy>Microsoft account</cp:lastModifiedBy>
  <cp:revision>10</cp:revision>
  <dcterms:modified xsi:type="dcterms:W3CDTF">2026-03-08T19:45:22Z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0x0101006DE37E934965AB40B8C2959C180473A3</vt:lpwstr>
  </property>
  <property fmtid="{D5CDD505-2E9C-101B-9397-08002B2CF9AE}" pid="3" name="Order">
    <vt:r8>391700</vt:r8>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_ExtendedDescription">
    <vt:lpwstr/>
  </property>
  <property fmtid="{D5CDD505-2E9C-101B-9397-08002B2CF9AE}" pid="8" name="TriggerFlowInfo">
    <vt:lpwstr/>
  </property>
  <property fmtid="{D5CDD505-2E9C-101B-9397-08002B2CF9AE}" pid="9" name="MediaServiceImageTags">
    <vt:lpwstr/>
  </property>
  <property fmtid="{D5CDD505-2E9C-101B-9397-08002B2CF9AE}" pid="10" name="MSIP_Label_defa4170-0d19-0005-0004-bc88714345d2_Enabled">
    <vt:lpwstr>true</vt:lpwstr>
  </property>
  <property fmtid="{D5CDD505-2E9C-101B-9397-08002B2CF9AE}" pid="11" name="MSIP_Label_defa4170-0d19-0005-0004-bc88714345d2_SetDate">
    <vt:lpwstr>2025-06-04T11:23:41Z</vt:lpwstr>
  </property>
  <property fmtid="{D5CDD505-2E9C-101B-9397-08002B2CF9AE}" pid="12" name="MSIP_Label_defa4170-0d19-0005-0004-bc88714345d2_Method">
    <vt:lpwstr>Standard</vt:lpwstr>
  </property>
  <property fmtid="{D5CDD505-2E9C-101B-9397-08002B2CF9AE}" pid="13" name="MSIP_Label_defa4170-0d19-0005-0004-bc88714345d2_Name">
    <vt:lpwstr>defa4170-0d19-0005-0004-bc88714345d2</vt:lpwstr>
  </property>
  <property fmtid="{D5CDD505-2E9C-101B-9397-08002B2CF9AE}" pid="14" name="MSIP_Label_defa4170-0d19-0005-0004-bc88714345d2_SiteId">
    <vt:lpwstr>fe66d7b1-c17e-4ba8-a08d-2e146117dc7e</vt:lpwstr>
  </property>
  <property fmtid="{D5CDD505-2E9C-101B-9397-08002B2CF9AE}" pid="15" name="MSIP_Label_defa4170-0d19-0005-0004-bc88714345d2_ActionId">
    <vt:lpwstr>db0fe4a2-2236-45c4-9210-9d9cc71c4f5d</vt:lpwstr>
  </property>
  <property fmtid="{D5CDD505-2E9C-101B-9397-08002B2CF9AE}" pid="16" name="MSIP_Label_defa4170-0d19-0005-0004-bc88714345d2_ContentBits">
    <vt:lpwstr>0</vt:lpwstr>
  </property>
  <property fmtid="{D5CDD505-2E9C-101B-9397-08002B2CF9AE}" pid="17" name="MSIP_Label_defa4170-0d19-0005-0004-bc88714345d2_Tag">
    <vt:lpwstr>10, 3, 0, 2</vt:lpwstr>
  </property>
</Properties>
</file>