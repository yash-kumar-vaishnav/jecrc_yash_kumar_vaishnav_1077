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93BC9-3D91-49CF-AE04-6DD2E2371B10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AAAC3-EFFA-4692-9C70-1533A7166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1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6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4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5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5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2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7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0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4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2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2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7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8FD8E-99DB-4ADE-8C3B-6C4EC893068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1E407-1BF3-4C51-918B-4D18D08F8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Day-5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9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collection is a group of objects and these groups of objects are handled by our programmers</a:t>
            </a:r>
            <a:r>
              <a:rPr lang="en-US" dirty="0" smtClean="0"/>
              <a:t>.</a:t>
            </a:r>
          </a:p>
          <a:p>
            <a:r>
              <a:rPr lang="en-US" dirty="0"/>
              <a:t>Some of them are </a:t>
            </a:r>
            <a:r>
              <a:rPr lang="en-US" dirty="0" err="1"/>
              <a:t>ArrayList</a:t>
            </a:r>
            <a:r>
              <a:rPr lang="en-US" dirty="0"/>
              <a:t>, </a:t>
            </a:r>
            <a:r>
              <a:rPr lang="en-US" dirty="0" err="1"/>
              <a:t>HashTable</a:t>
            </a:r>
            <a:r>
              <a:rPr lang="en-US" dirty="0"/>
              <a:t>, Stack and Queue. 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Collection</a:t>
            </a: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2851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.NET Framework supports the following five types of collections in C#: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Collection</a:t>
            </a:r>
          </a:p>
        </p:txBody>
      </p:sp>
      <p:pic>
        <p:nvPicPr>
          <p:cNvPr id="4" name="Picture 2" descr="Colle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329" y="2926970"/>
            <a:ext cx="4251538" cy="305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60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System.Collections</a:t>
            </a:r>
            <a:r>
              <a:rPr lang="en-US" dirty="0"/>
              <a:t> namespace contains interfaces and </a:t>
            </a:r>
            <a:r>
              <a:rPr lang="en-US" dirty="0" smtClean="0"/>
              <a:t>classes. </a:t>
            </a:r>
          </a:p>
          <a:p>
            <a:r>
              <a:rPr lang="en-US" dirty="0" smtClean="0"/>
              <a:t>The </a:t>
            </a:r>
            <a:r>
              <a:rPr lang="en-US" dirty="0"/>
              <a:t>non-generic collection implements several fundamental data structures, including a dynamic array, stack and queue. </a:t>
            </a:r>
            <a:endParaRPr lang="en-US" dirty="0" smtClean="0"/>
          </a:p>
          <a:p>
            <a:r>
              <a:rPr lang="en-US" dirty="0"/>
              <a:t>They also include dictionaries, in which we can store key/value pairs.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System.Collections</a:t>
            </a:r>
            <a:r>
              <a:rPr lang="en-IN" dirty="0"/>
              <a:t> Namespace</a:t>
            </a:r>
          </a:p>
        </p:txBody>
      </p:sp>
    </p:spTree>
    <p:extLst>
      <p:ext uri="{BB962C8B-B14F-4D97-AF65-F5344CB8AC3E}">
        <p14:creationId xmlns:p14="http://schemas.microsoft.com/office/powerpoint/2010/main" val="69505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specialized collections operate on a specific type of data or operate in a unique way. </a:t>
            </a:r>
            <a:endParaRPr lang="en-US" dirty="0" smtClean="0"/>
          </a:p>
          <a:p>
            <a:r>
              <a:rPr lang="en-US" dirty="0" smtClean="0"/>
              <a:t>Like </a:t>
            </a:r>
            <a:r>
              <a:rPr lang="en-US" dirty="0"/>
              <a:t>specialized collections for strings.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also specialized collections that use a single link list.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system.Collections.Specialized</a:t>
            </a:r>
            <a:r>
              <a:rPr lang="en-IN" dirty="0" smtClean="0"/>
              <a:t> </a:t>
            </a:r>
            <a:r>
              <a:rPr lang="en-IN" dirty="0"/>
              <a:t>Namespace</a:t>
            </a:r>
          </a:p>
        </p:txBody>
      </p:sp>
    </p:spTree>
    <p:extLst>
      <p:ext uri="{BB962C8B-B14F-4D97-AF65-F5344CB8AC3E}">
        <p14:creationId xmlns:p14="http://schemas.microsoft.com/office/powerpoint/2010/main" val="64569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Generic collections</a:t>
            </a:r>
            <a:r>
              <a:rPr lang="en-US" b="1" dirty="0"/>
              <a:t> </a:t>
            </a:r>
            <a:r>
              <a:rPr lang="en-US" dirty="0"/>
              <a:t>provide us a generic implementation of several standard data structures, such as </a:t>
            </a:r>
            <a:r>
              <a:rPr lang="en-US" b="1" dirty="0" smtClean="0"/>
              <a:t>list, linked </a:t>
            </a:r>
            <a:r>
              <a:rPr lang="en-US" b="1" dirty="0"/>
              <a:t>list, stack, queue and dictionary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These</a:t>
            </a:r>
            <a:r>
              <a:rPr lang="en-US" dirty="0"/>
              <a:t>  collections are generic, they are type-safe.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only items are type-compatible with the type of collection can be stored in a generic collection.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system.Collections.Generic</a:t>
            </a:r>
            <a:r>
              <a:rPr lang="en-IN" dirty="0"/>
              <a:t> Namespace</a:t>
            </a:r>
          </a:p>
        </p:txBody>
      </p:sp>
    </p:spTree>
    <p:extLst>
      <p:ext uri="{BB962C8B-B14F-4D97-AF65-F5344CB8AC3E}">
        <p14:creationId xmlns:p14="http://schemas.microsoft.com/office/powerpoint/2010/main" val="102174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Non-Generic Interfaces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7" y="1851193"/>
            <a:ext cx="10399184" cy="420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71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Non-Generic Classes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09" y="2138067"/>
            <a:ext cx="10378743" cy="3012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38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Feature in c# 2.0.</a:t>
            </a:r>
          </a:p>
          <a:p>
            <a:r>
              <a:rPr lang="en-US" dirty="0" smtClean="0"/>
              <a:t>The term </a:t>
            </a:r>
            <a:r>
              <a:rPr lang="en-US" i="1" dirty="0" smtClean="0"/>
              <a:t>generics</a:t>
            </a:r>
            <a:r>
              <a:rPr lang="en-US" dirty="0" smtClean="0"/>
              <a:t> mean </a:t>
            </a:r>
            <a:r>
              <a:rPr lang="en-US" b="1" i="1" dirty="0" smtClean="0"/>
              <a:t>parameterized types</a:t>
            </a:r>
            <a:r>
              <a:rPr lang="en-US" i="1" dirty="0" smtClean="0"/>
              <a:t>.</a:t>
            </a:r>
          </a:p>
          <a:p>
            <a:r>
              <a:rPr lang="en-US" dirty="0" smtClean="0"/>
              <a:t>Parameterized types are important because they enable you to create classes, interfaces, methods, and delegates in which the type of data operated on is specified as a parameter.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382" dirty="0"/>
              <a:t>What Are Generics?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generics, it is possible to create a single class that automatically works with different types of data. </a:t>
            </a:r>
          </a:p>
          <a:p>
            <a:r>
              <a:rPr lang="en-US" dirty="0"/>
              <a:t>A class, interface, method, or delegate that operates on a parameterized type is called </a:t>
            </a:r>
            <a:r>
              <a:rPr lang="en-US" b="1" i="1" dirty="0"/>
              <a:t>generic</a:t>
            </a:r>
            <a:r>
              <a:rPr lang="en-US" i="1" dirty="0"/>
              <a:t>,</a:t>
            </a:r>
            <a:r>
              <a:rPr lang="en-US" dirty="0"/>
              <a:t> as in </a:t>
            </a:r>
            <a:r>
              <a:rPr lang="en-US" b="1" i="1" dirty="0"/>
              <a:t>generic class</a:t>
            </a:r>
            <a:r>
              <a:rPr lang="en-US" b="1" dirty="0"/>
              <a:t> </a:t>
            </a:r>
            <a:r>
              <a:rPr lang="en-US" dirty="0"/>
              <a:t>or </a:t>
            </a:r>
            <a:r>
              <a:rPr lang="en-US" b="1" i="1" dirty="0"/>
              <a:t>generic method</a:t>
            </a:r>
            <a:r>
              <a:rPr lang="en-US" i="1" dirty="0" smtClean="0"/>
              <a:t>.</a:t>
            </a:r>
          </a:p>
          <a:p>
            <a:r>
              <a:rPr lang="en-US" dirty="0"/>
              <a:t>In other words, generics allow you to write a class or method that can work with any data type.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7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  <p:pic>
        <p:nvPicPr>
          <p:cNvPr id="33794" name="Picture 2" descr="https://www.c-sharpcorner.com/UploadFile/0cefc4/introduction-to-generic/Images/1a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2353222"/>
            <a:ext cx="10040592" cy="322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8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832071"/>
            <a:ext cx="10515601" cy="425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5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Interface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7" y="1885335"/>
            <a:ext cx="10399184" cy="415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50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1" y="1832070"/>
            <a:ext cx="10515601" cy="433384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Generic Classes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30" y="1851193"/>
            <a:ext cx="10399184" cy="42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1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and inserting items to a collection</a:t>
            </a:r>
          </a:p>
          <a:p>
            <a:r>
              <a:rPr lang="en-US" dirty="0"/>
              <a:t>Removing items from a collection</a:t>
            </a:r>
          </a:p>
          <a:p>
            <a:r>
              <a:rPr lang="en-US" dirty="0"/>
              <a:t>Finding, sorting, searching items</a:t>
            </a:r>
          </a:p>
          <a:p>
            <a:r>
              <a:rPr lang="en-US" dirty="0"/>
              <a:t>Replacing items</a:t>
            </a:r>
          </a:p>
          <a:p>
            <a:r>
              <a:rPr lang="en-US" dirty="0"/>
              <a:t>Copy and clone collections and items</a:t>
            </a:r>
          </a:p>
          <a:p>
            <a:r>
              <a:rPr lang="en-US" dirty="0"/>
              <a:t>Capacity and Count properties to find the capacity of the collection and number of items in the collection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collection </a:t>
            </a:r>
            <a:r>
              <a:rPr lang="en-IN" dirty="0" err="1"/>
              <a:t>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07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Contd.,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638" y="2066348"/>
            <a:ext cx="7191131" cy="35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87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Debugging using Window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697" y="1851193"/>
            <a:ext cx="4483408" cy="4269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06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Breakpoints using Window</a:t>
            </a:r>
          </a:p>
        </p:txBody>
      </p:sp>
      <p:pic>
        <p:nvPicPr>
          <p:cNvPr id="12290" name="Picture 2" descr="C:\Users\Benhar\AppData\Local\Temp\SNAGHTML1963330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82" y="1922911"/>
            <a:ext cx="10371844" cy="442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92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Viewing using Window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949" y="1908723"/>
            <a:ext cx="10438515" cy="420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2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Window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1922912"/>
            <a:ext cx="10421764" cy="42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21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</TotalTime>
  <Words>307</Words>
  <Application>Microsoft Office PowerPoint</Application>
  <PresentationFormat>Widescreen</PresentationFormat>
  <Paragraphs>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Day-5</vt:lpstr>
      <vt:lpstr>Collection </vt:lpstr>
      <vt:lpstr>Collection</vt:lpstr>
      <vt:lpstr>System.Collections Namespace</vt:lpstr>
      <vt:lpstr>system.Collections.Specialized Namespace</vt:lpstr>
      <vt:lpstr>system.Collections.Generic Namespace</vt:lpstr>
      <vt:lpstr>Non-Generic Interfaces</vt:lpstr>
      <vt:lpstr>Non-Generic Classes</vt:lpstr>
      <vt:lpstr>What Are Generics?</vt:lpstr>
      <vt:lpstr>Contd.,</vt:lpstr>
      <vt:lpstr>Contd.,</vt:lpstr>
      <vt:lpstr>PowerPoint Presentation</vt:lpstr>
      <vt:lpstr>Generic Interface</vt:lpstr>
      <vt:lpstr>Generic Classes</vt:lpstr>
      <vt:lpstr>The collection api</vt:lpstr>
      <vt:lpstr>Contd.,</vt:lpstr>
      <vt:lpstr>Debugging using Window</vt:lpstr>
      <vt:lpstr>Breakpoints using Window</vt:lpstr>
      <vt:lpstr>Data Viewing using Window</vt:lpstr>
      <vt:lpstr>Variables Window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Day-4</dc:title>
  <dc:creator>Windows User</dc:creator>
  <cp:lastModifiedBy>Microsoft account</cp:lastModifiedBy>
  <cp:revision>8</cp:revision>
  <dcterms:created xsi:type="dcterms:W3CDTF">2021-10-01T12:33:21Z</dcterms:created>
  <dcterms:modified xsi:type="dcterms:W3CDTF">2026-02-25T02:28:20Z</dcterms:modified>
</cp:coreProperties>
</file>