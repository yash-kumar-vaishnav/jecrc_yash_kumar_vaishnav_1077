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57" r:id="rId5"/>
  </p:sldMasterIdLst>
  <p:notesMasterIdLst>
    <p:notesMasterId r:id="rId44"/>
  </p:notesMasterIdLst>
  <p:sldIdLst>
    <p:sldId id="256" r:id="rId6"/>
    <p:sldId id="277" r:id="rId7"/>
    <p:sldId id="347" r:id="rId8"/>
    <p:sldId id="348" r:id="rId9"/>
    <p:sldId id="350" r:id="rId10"/>
    <p:sldId id="349" r:id="rId11"/>
    <p:sldId id="351" r:id="rId12"/>
    <p:sldId id="352" r:id="rId13"/>
    <p:sldId id="353" r:id="rId14"/>
    <p:sldId id="354" r:id="rId15"/>
    <p:sldId id="355" r:id="rId16"/>
    <p:sldId id="356" r:id="rId17"/>
    <p:sldId id="357" r:id="rId18"/>
    <p:sldId id="358" r:id="rId19"/>
    <p:sldId id="359" r:id="rId20"/>
    <p:sldId id="360" r:id="rId21"/>
    <p:sldId id="362" r:id="rId22"/>
    <p:sldId id="363" r:id="rId23"/>
    <p:sldId id="364" r:id="rId24"/>
    <p:sldId id="365" r:id="rId25"/>
    <p:sldId id="366" r:id="rId26"/>
    <p:sldId id="367" r:id="rId27"/>
    <p:sldId id="368" r:id="rId28"/>
    <p:sldId id="369" r:id="rId29"/>
    <p:sldId id="370" r:id="rId30"/>
    <p:sldId id="371" r:id="rId31"/>
    <p:sldId id="372" r:id="rId32"/>
    <p:sldId id="346" r:id="rId33"/>
    <p:sldId id="373" r:id="rId34"/>
    <p:sldId id="374" r:id="rId35"/>
    <p:sldId id="375" r:id="rId36"/>
    <p:sldId id="376" r:id="rId37"/>
    <p:sldId id="377" r:id="rId38"/>
    <p:sldId id="361" r:id="rId39"/>
    <p:sldId id="310" r:id="rId40"/>
    <p:sldId id="311" r:id="rId41"/>
    <p:sldId id="312" r:id="rId42"/>
    <p:sldId id="313" r:id="rId43"/>
  </p:sldIdLst>
  <p:sldSz cx="9144000" cy="5143500" type="screen16x9"/>
  <p:notesSz cx="6858000" cy="9144000"/>
  <p:embeddedFontLst>
    <p:embeddedFont>
      <p:font typeface="Proxima Nova Semibold" panose="020B0604020202020204" charset="0"/>
      <p:regular r:id="rId45"/>
      <p:bold r:id="rId46"/>
      <p:boldItalic r:id="rId47"/>
    </p:embeddedFont>
    <p:embeddedFont>
      <p:font typeface="Proxima Nova" panose="020B0604020202020204" charset="0"/>
      <p:regular r:id="rId48"/>
      <p:bold r:id="rId49"/>
      <p:italic r:id="rId50"/>
      <p:boldItalic r:id="rId51"/>
    </p:embeddedFont>
    <p:embeddedFont>
      <p:font typeface="Calibri" panose="020F0502020204030204" pitchFamily="34"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95" roundtripDataSignature="AMtx7miPhXGxc0iE9gpBlCh+HQf++GaLa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B0B625-0A3F-F891-772A-E3B19C12F2A8}" v="323" dt="2025-06-04T13:39:43.205"/>
    <p1510:client id="{ABD9A99C-9D15-D75B-1538-4400EC83D647}" v="2" dt="2025-06-06T04:33:20.878"/>
    <p1510:client id="{B40E3FFB-5E89-61FA-FF01-295DEB25B7BC}" v="562" dt="2025-06-04T15:21:28.779"/>
  </p1510:revLst>
</p1510:revInfo>
</file>

<file path=ppt/tableStyles.xml><?xml version="1.0" encoding="utf-8"?>
<a:tblStyleLst xmlns:a="http://schemas.openxmlformats.org/drawingml/2006/main" def="{51958573-18DD-4F4F-87A5-23D0A4D2D5AC}">
  <a:tblStyle styleId="{51958573-18DD-4F4F-87A5-23D0A4D2D5AC}"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7FDA3176-15EB-4DB9-A849-97660B76C8F7}" styleName="Table_1">
    <a:wholeTbl>
      <a:tcTxStyle b="off" i="off">
        <a:font>
          <a:latin typeface="Arial"/>
          <a:ea typeface="Arial"/>
          <a:cs typeface="Arial"/>
        </a:font>
        <a:srgbClr val="000000"/>
      </a:tcTxStyle>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op>
            <a:ln w="9525" cap="flat" cmpd="sng">
              <a:solidFill>
                <a:srgbClr val="4472C4"/>
              </a:solidFill>
              <a:prstDash val="solid"/>
              <a:round/>
              <a:headEnd type="none" w="sm" len="sm"/>
              <a:tailEnd type="none" w="sm" len="sm"/>
            </a:ln>
          </a:top>
          <a:bottom>
            <a:ln w="9525" cap="flat" cmpd="sng">
              <a:solidFill>
                <a:srgbClr val="4472C4"/>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op>
            <a:ln w="9525" cap="flat" cmpd="sng">
              <a:solidFill>
                <a:srgbClr val="4472C4"/>
              </a:solidFill>
              <a:prstDash val="solid"/>
              <a:round/>
              <a:headEnd type="none" w="sm" len="sm"/>
              <a:tailEnd type="none" w="sm" len="sm"/>
            </a:ln>
          </a:top>
          <a:bottom>
            <a:ln w="9525" cap="flat" cmpd="sng">
              <a:solidFill>
                <a:srgbClr val="4472C4"/>
              </a:solidFill>
              <a:prstDash val="solid"/>
              <a:round/>
              <a:headEnd type="none" w="sm" len="sm"/>
              <a:tailEnd type="none" w="sm" len="sm"/>
            </a:ln>
          </a:bottom>
        </a:tcBdr>
      </a:tcStyle>
    </a:band1H>
    <a:band2H>
      <a:tcTxStyle b="off" i="off"/>
      <a:tcStyle>
        <a:tcBdr/>
      </a:tcStyle>
    </a:band2H>
    <a:band1V>
      <a:tcTxStyle b="off" i="off"/>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cBdr>
      </a:tcStyle>
    </a:band1V>
    <a:band2V>
      <a:tcTxStyle b="off" i="off"/>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rgbClr val="4472C4"/>
              </a:solidFill>
              <a:prstDash val="solid"/>
              <a:round/>
              <a:headEnd type="none" w="sm" len="sm"/>
              <a:tailEnd type="none" w="sm" len="sm"/>
            </a:ln>
          </a:top>
        </a:tcBdr>
      </a:tcStyle>
    </a:lastRow>
    <a:seCell>
      <a:tcTxStyle b="off" i="off"/>
      <a:tcStyle>
        <a:tcBdr/>
      </a:tcStyle>
    </a:seCell>
    <a:swCell>
      <a:tcTxStyle b="off" i="off"/>
      <a:tcStyle>
        <a:tcBdr/>
      </a:tcStyle>
    </a:swCell>
    <a:firstRow>
      <a:tcTxStyle b="on" i="off">
        <a:font>
          <a:latin typeface="Arial"/>
          <a:ea typeface="Arial"/>
          <a:cs typeface="Arial"/>
        </a:font>
        <a:srgbClr val="FFFFFF"/>
      </a:tcTxStyle>
      <a:tcStyle>
        <a:tcBdr/>
        <a:fill>
          <a:solidFill>
            <a:srgbClr val="4472C4"/>
          </a:solidFill>
        </a:fill>
      </a:tcStyle>
    </a:firstRow>
    <a:neCell>
      <a:tcTxStyle b="off" i="off"/>
      <a:tcStyle>
        <a:tcBdr/>
      </a:tcStyle>
    </a:neCell>
    <a:nwCell>
      <a:tcTxStyle b="off" i="off"/>
      <a:tcStyle>
        <a:tcBdr/>
      </a:tcStyle>
    </a:nwCell>
  </a:tblStyle>
  <a:tblStyle styleId="{1B9BAF51-D252-47A5-B818-23F1545D66B1}" styleName="Table_2">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8" d="100"/>
          <a:sy n="118" d="100"/>
        </p:scale>
        <p:origin x="446" y="5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97"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font" Target="fonts/font10.fntdata"/><Relationship Id="rId9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font" Target="fonts/font1.fntdata"/><Relationship Id="rId53" Type="http://schemas.openxmlformats.org/officeDocument/2006/relationships/font" Target="fonts/font9.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5.fntdata"/><Relationship Id="rId95" Type="http://customschemas.google.com/relationships/presentationmetadata" Target="meta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52" Type="http://schemas.openxmlformats.org/officeDocument/2006/relationships/font" Target="fonts/font8.fntdata"/><Relationship Id="rId99" Type="http://schemas.openxmlformats.org/officeDocument/2006/relationships/tableStyles" Target="tableStyles.xml"/><Relationship Id="rId10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font" Target="fonts/font4.fntdata"/><Relationship Id="rId100" Type="http://schemas.microsoft.com/office/2016/11/relationships/changesInfo" Target="changesInfos/changesInfo1.xml"/><Relationship Id="rId8" Type="http://schemas.openxmlformats.org/officeDocument/2006/relationships/slide" Target="slides/slide3.xml"/><Relationship Id="rId51" Type="http://schemas.openxmlformats.org/officeDocument/2006/relationships/font" Target="fonts/font7.fntdata"/><Relationship Id="rId98"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har Charles Velankanni" userId="S::benhar.velankanni@relevantz.com::3362e219-c834-491f-9854-1ab1850ed95b" providerId="AD" clId="Web-{B64F3538-A147-E980-B8D8-4D9F1B6FB5E7}"/>
    <pc:docChg chg="modSld">
      <pc:chgData name="Benhar Charles Velankanni" userId="S::benhar.velankanni@relevantz.com::3362e219-c834-491f-9854-1ab1850ed95b" providerId="AD" clId="Web-{B64F3538-A147-E980-B8D8-4D9F1B6FB5E7}" dt="2025-03-19T11:02:45.814" v="10"/>
      <pc:docMkLst>
        <pc:docMk/>
      </pc:docMkLst>
      <pc:sldChg chg="addAnim">
        <pc:chgData name="Benhar Charles Velankanni" userId="S::benhar.velankanni@relevantz.com::3362e219-c834-491f-9854-1ab1850ed95b" providerId="AD" clId="Web-{B64F3538-A147-E980-B8D8-4D9F1B6FB5E7}" dt="2025-03-19T11:01:28.091" v="1"/>
        <pc:sldMkLst>
          <pc:docMk/>
          <pc:sldMk cId="0" sldId="281"/>
        </pc:sldMkLst>
      </pc:sldChg>
      <pc:sldChg chg="addAnim">
        <pc:chgData name="Benhar Charles Velankanni" userId="S::benhar.velankanni@relevantz.com::3362e219-c834-491f-9854-1ab1850ed95b" providerId="AD" clId="Web-{B64F3538-A147-E980-B8D8-4D9F1B6FB5E7}" dt="2025-03-19T11:01:36.310" v="2"/>
        <pc:sldMkLst>
          <pc:docMk/>
          <pc:sldMk cId="0" sldId="282"/>
        </pc:sldMkLst>
      </pc:sldChg>
      <pc:sldChg chg="addAnim">
        <pc:chgData name="Benhar Charles Velankanni" userId="S::benhar.velankanni@relevantz.com::3362e219-c834-491f-9854-1ab1850ed95b" providerId="AD" clId="Web-{B64F3538-A147-E980-B8D8-4D9F1B6FB5E7}" dt="2025-03-19T11:01:45.998" v="4"/>
        <pc:sldMkLst>
          <pc:docMk/>
          <pc:sldMk cId="0" sldId="283"/>
        </pc:sldMkLst>
      </pc:sldChg>
      <pc:sldChg chg="addAnim">
        <pc:chgData name="Benhar Charles Velankanni" userId="S::benhar.velankanni@relevantz.com::3362e219-c834-491f-9854-1ab1850ed95b" providerId="AD" clId="Web-{B64F3538-A147-E980-B8D8-4D9F1B6FB5E7}" dt="2025-03-19T11:01:50.873" v="5"/>
        <pc:sldMkLst>
          <pc:docMk/>
          <pc:sldMk cId="0" sldId="284"/>
        </pc:sldMkLst>
      </pc:sldChg>
      <pc:sldChg chg="addAnim">
        <pc:chgData name="Benhar Charles Velankanni" userId="S::benhar.velankanni@relevantz.com::3362e219-c834-491f-9854-1ab1850ed95b" providerId="AD" clId="Web-{B64F3538-A147-E980-B8D8-4D9F1B6FB5E7}" dt="2025-03-19T11:01:58.389" v="6"/>
        <pc:sldMkLst>
          <pc:docMk/>
          <pc:sldMk cId="0" sldId="285"/>
        </pc:sldMkLst>
      </pc:sldChg>
      <pc:sldChg chg="addAnim">
        <pc:chgData name="Benhar Charles Velankanni" userId="S::benhar.velankanni@relevantz.com::3362e219-c834-491f-9854-1ab1850ed95b" providerId="AD" clId="Web-{B64F3538-A147-E980-B8D8-4D9F1B6FB5E7}" dt="2025-03-19T11:02:03.186" v="7"/>
        <pc:sldMkLst>
          <pc:docMk/>
          <pc:sldMk cId="0" sldId="286"/>
        </pc:sldMkLst>
      </pc:sldChg>
      <pc:sldChg chg="addAnim">
        <pc:chgData name="Benhar Charles Velankanni" userId="S::benhar.velankanni@relevantz.com::3362e219-c834-491f-9854-1ab1850ed95b" providerId="AD" clId="Web-{B64F3538-A147-E980-B8D8-4D9F1B6FB5E7}" dt="2025-03-19T11:02:09.796" v="8"/>
        <pc:sldMkLst>
          <pc:docMk/>
          <pc:sldMk cId="0" sldId="287"/>
        </pc:sldMkLst>
      </pc:sldChg>
      <pc:sldChg chg="addAnim">
        <pc:chgData name="Benhar Charles Velankanni" userId="S::benhar.velankanni@relevantz.com::3362e219-c834-491f-9854-1ab1850ed95b" providerId="AD" clId="Web-{B64F3538-A147-E980-B8D8-4D9F1B6FB5E7}" dt="2025-03-19T11:02:19.641" v="9"/>
        <pc:sldMkLst>
          <pc:docMk/>
          <pc:sldMk cId="0" sldId="288"/>
        </pc:sldMkLst>
      </pc:sldChg>
      <pc:sldChg chg="addAnim">
        <pc:chgData name="Benhar Charles Velankanni" userId="S::benhar.velankanni@relevantz.com::3362e219-c834-491f-9854-1ab1850ed95b" providerId="AD" clId="Web-{B64F3538-A147-E980-B8D8-4D9F1B6FB5E7}" dt="2025-03-19T11:02:45.814" v="10"/>
        <pc:sldMkLst>
          <pc:docMk/>
          <pc:sldMk cId="0" sldId="292"/>
        </pc:sldMkLst>
      </pc:sldChg>
    </pc:docChg>
  </pc:docChgLst>
  <pc:docChgLst>
    <pc:chgData name="Benhar Charles Velankanni" userId="S::benhar.velankanni@relevantz.com::3362e219-c834-491f-9854-1ab1850ed95b" providerId="AD" clId="Web-{823676D9-C059-C52C-D7F1-F9E903D6BFE9}"/>
    <pc:docChg chg="modSld">
      <pc:chgData name="Benhar Charles Velankanni" userId="S::benhar.velankanni@relevantz.com::3362e219-c834-491f-9854-1ab1850ed95b" providerId="AD" clId="Web-{823676D9-C059-C52C-D7F1-F9E903D6BFE9}" dt="2025-03-19T04:06:35.605" v="40"/>
      <pc:docMkLst>
        <pc:docMk/>
      </pc:docMkLst>
      <pc:sldChg chg="modSp">
        <pc:chgData name="Benhar Charles Velankanni" userId="S::benhar.velankanni@relevantz.com::3362e219-c834-491f-9854-1ab1850ed95b" providerId="AD" clId="Web-{823676D9-C059-C52C-D7F1-F9E903D6BFE9}" dt="2025-03-19T04:06:35.605" v="40"/>
        <pc:sldMkLst>
          <pc:docMk/>
          <pc:sldMk cId="0" sldId="257"/>
        </pc:sldMkLst>
        <pc:graphicFrameChg chg="mod modGraphic">
          <ac:chgData name="Benhar Charles Velankanni" userId="S::benhar.velankanni@relevantz.com::3362e219-c834-491f-9854-1ab1850ed95b" providerId="AD" clId="Web-{823676D9-C059-C52C-D7F1-F9E903D6BFE9}" dt="2025-03-19T04:06:35.605" v="40"/>
          <ac:graphicFrameMkLst>
            <pc:docMk/>
            <pc:sldMk cId="0" sldId="257"/>
            <ac:graphicFrameMk id="151" creationId="{00000000-0000-0000-0000-000000000000}"/>
          </ac:graphicFrameMkLst>
        </pc:graphicFrameChg>
      </pc:sldChg>
      <pc:sldChg chg="addAnim">
        <pc:chgData name="Benhar Charles Velankanni" userId="S::benhar.velankanni@relevantz.com::3362e219-c834-491f-9854-1ab1850ed95b" providerId="AD" clId="Web-{823676D9-C059-C52C-D7F1-F9E903D6BFE9}" dt="2025-03-19T04:01:34.568" v="1"/>
        <pc:sldMkLst>
          <pc:docMk/>
          <pc:sldMk cId="0" sldId="267"/>
        </pc:sldMkLst>
      </pc:sldChg>
      <pc:sldChg chg="addAnim">
        <pc:chgData name="Benhar Charles Velankanni" userId="S::benhar.velankanni@relevantz.com::3362e219-c834-491f-9854-1ab1850ed95b" providerId="AD" clId="Web-{823676D9-C059-C52C-D7F1-F9E903D6BFE9}" dt="2025-03-19T04:01:39.037" v="2"/>
        <pc:sldMkLst>
          <pc:docMk/>
          <pc:sldMk cId="0" sldId="268"/>
        </pc:sldMkLst>
      </pc:sldChg>
      <pc:sldChg chg="addAnim">
        <pc:chgData name="Benhar Charles Velankanni" userId="S::benhar.velankanni@relevantz.com::3362e219-c834-491f-9854-1ab1850ed95b" providerId="AD" clId="Web-{823676D9-C059-C52C-D7F1-F9E903D6BFE9}" dt="2025-03-19T04:01:44.319" v="3"/>
        <pc:sldMkLst>
          <pc:docMk/>
          <pc:sldMk cId="0" sldId="269"/>
        </pc:sldMkLst>
      </pc:sldChg>
      <pc:sldChg chg="addAnim">
        <pc:chgData name="Benhar Charles Velankanni" userId="S::benhar.velankanni@relevantz.com::3362e219-c834-491f-9854-1ab1850ed95b" providerId="AD" clId="Web-{823676D9-C059-C52C-D7F1-F9E903D6BFE9}" dt="2025-03-19T04:02:08.274" v="4"/>
        <pc:sldMkLst>
          <pc:docMk/>
          <pc:sldMk cId="0" sldId="270"/>
        </pc:sldMkLst>
      </pc:sldChg>
      <pc:sldChg chg="addAnim">
        <pc:chgData name="Benhar Charles Velankanni" userId="S::benhar.velankanni@relevantz.com::3362e219-c834-491f-9854-1ab1850ed95b" providerId="AD" clId="Web-{823676D9-C059-C52C-D7F1-F9E903D6BFE9}" dt="2025-03-19T04:02:22.790" v="5"/>
        <pc:sldMkLst>
          <pc:docMk/>
          <pc:sldMk cId="0" sldId="276"/>
        </pc:sldMkLst>
      </pc:sldChg>
      <pc:sldChg chg="addAnim">
        <pc:chgData name="Benhar Charles Velankanni" userId="S::benhar.velankanni@relevantz.com::3362e219-c834-491f-9854-1ab1850ed95b" providerId="AD" clId="Web-{823676D9-C059-C52C-D7F1-F9E903D6BFE9}" dt="2025-03-19T04:05:03.536" v="6"/>
        <pc:sldMkLst>
          <pc:docMk/>
          <pc:sldMk cId="0" sldId="279"/>
        </pc:sldMkLst>
      </pc:sldChg>
      <pc:sldChg chg="addAnim">
        <pc:chgData name="Benhar Charles Velankanni" userId="S::benhar.velankanni@relevantz.com::3362e219-c834-491f-9854-1ab1850ed95b" providerId="AD" clId="Web-{823676D9-C059-C52C-D7F1-F9E903D6BFE9}" dt="2025-03-19T04:05:13.990" v="8"/>
        <pc:sldMkLst>
          <pc:docMk/>
          <pc:sldMk cId="0" sldId="280"/>
        </pc:sldMkLst>
      </pc:sldChg>
    </pc:docChg>
  </pc:docChgLst>
  <pc:docChgLst>
    <pc:chgData name="Benhar Charles Velankanni" userId="S::benhar.velankanni@relevantz.com::3362e219-c834-491f-9854-1ab1850ed95b" providerId="AD" clId="Web-{ABD9A99C-9D15-D75B-1538-4400EC83D647}"/>
    <pc:docChg chg="modSld">
      <pc:chgData name="Benhar Charles Velankanni" userId="S::benhar.velankanni@relevantz.com::3362e219-c834-491f-9854-1ab1850ed95b" providerId="AD" clId="Web-{ABD9A99C-9D15-D75B-1538-4400EC83D647}" dt="2025-06-06T04:33:20.878" v="1"/>
      <pc:docMkLst>
        <pc:docMk/>
      </pc:docMkLst>
      <pc:sldChg chg="addSp delSp">
        <pc:chgData name="Benhar Charles Velankanni" userId="S::benhar.velankanni@relevantz.com::3362e219-c834-491f-9854-1ab1850ed95b" providerId="AD" clId="Web-{ABD9A99C-9D15-D75B-1538-4400EC83D647}" dt="2025-06-06T04:33:20.878" v="1"/>
        <pc:sldMkLst>
          <pc:docMk/>
          <pc:sldMk cId="2616356292" sldId="336"/>
        </pc:sldMkLst>
        <pc:graphicFrameChg chg="add del">
          <ac:chgData name="Benhar Charles Velankanni" userId="S::benhar.velankanni@relevantz.com::3362e219-c834-491f-9854-1ab1850ed95b" providerId="AD" clId="Web-{ABD9A99C-9D15-D75B-1538-4400EC83D647}" dt="2025-06-06T04:33:20.878" v="1"/>
          <ac:graphicFrameMkLst>
            <pc:docMk/>
            <pc:sldMk cId="2616356292" sldId="336"/>
            <ac:graphicFrameMk id="2" creationId="{DE9A5B65-DE60-CD93-6092-3E2DFDF21613}"/>
          </ac:graphicFrameMkLst>
        </pc:graphicFrameChg>
      </pc:sldChg>
    </pc:docChg>
  </pc:docChgLst>
  <pc:docChgLst>
    <pc:chgData name="Benhar Charles Velankanni" userId="S::benhar.velankanni@relevantz.com::3362e219-c834-491f-9854-1ab1850ed95b" providerId="AD" clId="Web-{4BB0B625-0A3F-F891-772A-E3B19C12F2A8}"/>
    <pc:docChg chg="mod addSld delSld modSld sldOrd">
      <pc:chgData name="Benhar Charles Velankanni" userId="S::benhar.velankanni@relevantz.com::3362e219-c834-491f-9854-1ab1850ed95b" providerId="AD" clId="Web-{4BB0B625-0A3F-F891-772A-E3B19C12F2A8}" dt="2025-06-04T12:40:19.239" v="247"/>
      <pc:docMkLst>
        <pc:docMk/>
      </pc:docMkLst>
      <pc:sldChg chg="modSp">
        <pc:chgData name="Benhar Charles Velankanni" userId="S::benhar.velankanni@relevantz.com::3362e219-c834-491f-9854-1ab1850ed95b" providerId="AD" clId="Web-{4BB0B625-0A3F-F891-772A-E3B19C12F2A8}" dt="2025-06-04T11:30:15.409" v="4" actId="14100"/>
        <pc:sldMkLst>
          <pc:docMk/>
          <pc:sldMk cId="0" sldId="263"/>
        </pc:sldMkLst>
        <pc:spChg chg="mod">
          <ac:chgData name="Benhar Charles Velankanni" userId="S::benhar.velankanni@relevantz.com::3362e219-c834-491f-9854-1ab1850ed95b" providerId="AD" clId="Web-{4BB0B625-0A3F-F891-772A-E3B19C12F2A8}" dt="2025-06-04T11:30:15.409" v="4" actId="14100"/>
          <ac:spMkLst>
            <pc:docMk/>
            <pc:sldMk cId="0" sldId="263"/>
            <ac:spMk id="187" creationId="{00000000-0000-0000-0000-000000000000}"/>
          </ac:spMkLst>
        </pc:spChg>
      </pc:sldChg>
      <pc:sldChg chg="modSp">
        <pc:chgData name="Benhar Charles Velankanni" userId="S::benhar.velankanni@relevantz.com::3362e219-c834-491f-9854-1ab1850ed95b" providerId="AD" clId="Web-{4BB0B625-0A3F-F891-772A-E3B19C12F2A8}" dt="2025-06-04T11:56:29.297" v="93" actId="14100"/>
        <pc:sldMkLst>
          <pc:docMk/>
          <pc:sldMk cId="0" sldId="264"/>
        </pc:sldMkLst>
        <pc:spChg chg="mod">
          <ac:chgData name="Benhar Charles Velankanni" userId="S::benhar.velankanni@relevantz.com::3362e219-c834-491f-9854-1ab1850ed95b" providerId="AD" clId="Web-{4BB0B625-0A3F-F891-772A-E3B19C12F2A8}" dt="2025-06-04T11:56:29.297" v="93" actId="14100"/>
          <ac:spMkLst>
            <pc:docMk/>
            <pc:sldMk cId="0" sldId="264"/>
            <ac:spMk id="193" creationId="{00000000-0000-0000-0000-000000000000}"/>
          </ac:spMkLst>
        </pc:spChg>
      </pc:sldChg>
      <pc:sldChg chg="modSp">
        <pc:chgData name="Benhar Charles Velankanni" userId="S::benhar.velankanni@relevantz.com::3362e219-c834-491f-9854-1ab1850ed95b" providerId="AD" clId="Web-{4BB0B625-0A3F-F891-772A-E3B19C12F2A8}" dt="2025-06-04T11:30:48.645" v="9" actId="20577"/>
        <pc:sldMkLst>
          <pc:docMk/>
          <pc:sldMk cId="0" sldId="265"/>
        </pc:sldMkLst>
        <pc:spChg chg="mod">
          <ac:chgData name="Benhar Charles Velankanni" userId="S::benhar.velankanni@relevantz.com::3362e219-c834-491f-9854-1ab1850ed95b" providerId="AD" clId="Web-{4BB0B625-0A3F-F891-772A-E3B19C12F2A8}" dt="2025-06-04T11:30:48.645" v="9" actId="20577"/>
          <ac:spMkLst>
            <pc:docMk/>
            <pc:sldMk cId="0" sldId="265"/>
            <ac:spMk id="199" creationId="{00000000-0000-0000-0000-000000000000}"/>
          </ac:spMkLst>
        </pc:spChg>
      </pc:sldChg>
      <pc:sldChg chg="modSp">
        <pc:chgData name="Benhar Charles Velankanni" userId="S::benhar.velankanni@relevantz.com::3362e219-c834-491f-9854-1ab1850ed95b" providerId="AD" clId="Web-{4BB0B625-0A3F-F891-772A-E3B19C12F2A8}" dt="2025-06-04T11:44:44.880" v="47" actId="20577"/>
        <pc:sldMkLst>
          <pc:docMk/>
          <pc:sldMk cId="0" sldId="267"/>
        </pc:sldMkLst>
        <pc:spChg chg="mod">
          <ac:chgData name="Benhar Charles Velankanni" userId="S::benhar.velankanni@relevantz.com::3362e219-c834-491f-9854-1ab1850ed95b" providerId="AD" clId="Web-{4BB0B625-0A3F-F891-772A-E3B19C12F2A8}" dt="2025-06-04T11:44:44.880" v="47" actId="20577"/>
          <ac:spMkLst>
            <pc:docMk/>
            <pc:sldMk cId="0" sldId="267"/>
            <ac:spMk id="210" creationId="{00000000-0000-0000-0000-000000000000}"/>
          </ac:spMkLst>
        </pc:spChg>
      </pc:sldChg>
      <pc:sldChg chg="modSp">
        <pc:chgData name="Benhar Charles Velankanni" userId="S::benhar.velankanni@relevantz.com::3362e219-c834-491f-9854-1ab1850ed95b" providerId="AD" clId="Web-{4BB0B625-0A3F-F891-772A-E3B19C12F2A8}" dt="2025-06-04T11:31:06.724" v="12" actId="14100"/>
        <pc:sldMkLst>
          <pc:docMk/>
          <pc:sldMk cId="0" sldId="268"/>
        </pc:sldMkLst>
        <pc:spChg chg="mod">
          <ac:chgData name="Benhar Charles Velankanni" userId="S::benhar.velankanni@relevantz.com::3362e219-c834-491f-9854-1ab1850ed95b" providerId="AD" clId="Web-{4BB0B625-0A3F-F891-772A-E3B19C12F2A8}" dt="2025-06-04T11:31:06.724" v="12" actId="14100"/>
          <ac:spMkLst>
            <pc:docMk/>
            <pc:sldMk cId="0" sldId="268"/>
            <ac:spMk id="218" creationId="{00000000-0000-0000-0000-000000000000}"/>
          </ac:spMkLst>
        </pc:spChg>
      </pc:sldChg>
      <pc:sldChg chg="modSp">
        <pc:chgData name="Benhar Charles Velankanni" userId="S::benhar.velankanni@relevantz.com::3362e219-c834-491f-9854-1ab1850ed95b" providerId="AD" clId="Web-{4BB0B625-0A3F-F891-772A-E3B19C12F2A8}" dt="2025-06-04T11:31:26.068" v="16" actId="14100"/>
        <pc:sldMkLst>
          <pc:docMk/>
          <pc:sldMk cId="0" sldId="269"/>
        </pc:sldMkLst>
        <pc:spChg chg="mod">
          <ac:chgData name="Benhar Charles Velankanni" userId="S::benhar.velankanni@relevantz.com::3362e219-c834-491f-9854-1ab1850ed95b" providerId="AD" clId="Web-{4BB0B625-0A3F-F891-772A-E3B19C12F2A8}" dt="2025-06-04T11:31:26.068" v="16" actId="14100"/>
          <ac:spMkLst>
            <pc:docMk/>
            <pc:sldMk cId="0" sldId="269"/>
            <ac:spMk id="225" creationId="{00000000-0000-0000-0000-000000000000}"/>
          </ac:spMkLst>
        </pc:spChg>
        <pc:picChg chg="mod">
          <ac:chgData name="Benhar Charles Velankanni" userId="S::benhar.velankanni@relevantz.com::3362e219-c834-491f-9854-1ab1850ed95b" providerId="AD" clId="Web-{4BB0B625-0A3F-F891-772A-E3B19C12F2A8}" dt="2025-06-04T11:31:11.224" v="13" actId="1076"/>
          <ac:picMkLst>
            <pc:docMk/>
            <pc:sldMk cId="0" sldId="269"/>
            <ac:picMk id="227" creationId="{00000000-0000-0000-0000-000000000000}"/>
          </ac:picMkLst>
        </pc:picChg>
      </pc:sldChg>
      <pc:sldChg chg="addSp delSp modSp delAnim">
        <pc:chgData name="Benhar Charles Velankanni" userId="S::benhar.velankanni@relevantz.com::3362e219-c834-491f-9854-1ab1850ed95b" providerId="AD" clId="Web-{4BB0B625-0A3F-F891-772A-E3B19C12F2A8}" dt="2025-06-04T12:26:42.712" v="149"/>
        <pc:sldMkLst>
          <pc:docMk/>
          <pc:sldMk cId="0" sldId="270"/>
        </pc:sldMkLst>
        <pc:spChg chg="add del mod">
          <ac:chgData name="Benhar Charles Velankanni" userId="S::benhar.velankanni@relevantz.com::3362e219-c834-491f-9854-1ab1850ed95b" providerId="AD" clId="Web-{4BB0B625-0A3F-F891-772A-E3B19C12F2A8}" dt="2025-06-04T12:25:40.536" v="134"/>
          <ac:spMkLst>
            <pc:docMk/>
            <pc:sldMk cId="0" sldId="270"/>
            <ac:spMk id="3" creationId="{D6C86DCA-8CB4-CF0A-625C-35F21ADDBAAB}"/>
          </ac:spMkLst>
        </pc:spChg>
        <pc:spChg chg="del mod">
          <ac:chgData name="Benhar Charles Velankanni" userId="S::benhar.velankanni@relevantz.com::3362e219-c834-491f-9854-1ab1850ed95b" providerId="AD" clId="Web-{4BB0B625-0A3F-F891-772A-E3B19C12F2A8}" dt="2025-06-04T12:25:35.676" v="132"/>
          <ac:spMkLst>
            <pc:docMk/>
            <pc:sldMk cId="0" sldId="270"/>
            <ac:spMk id="232" creationId="{00000000-0000-0000-0000-000000000000}"/>
          </ac:spMkLst>
        </pc:spChg>
        <pc:graphicFrameChg chg="add mod modGraphic">
          <ac:chgData name="Benhar Charles Velankanni" userId="S::benhar.velankanni@relevantz.com::3362e219-c834-491f-9854-1ab1850ed95b" providerId="AD" clId="Web-{4BB0B625-0A3F-F891-772A-E3B19C12F2A8}" dt="2025-06-04T12:26:42.712" v="149"/>
          <ac:graphicFrameMkLst>
            <pc:docMk/>
            <pc:sldMk cId="0" sldId="270"/>
            <ac:graphicFrameMk id="5" creationId="{396CB276-5023-9BEE-9AAE-9E3A2390E0A7}"/>
          </ac:graphicFrameMkLst>
        </pc:graphicFrameChg>
        <pc:picChg chg="del">
          <ac:chgData name="Benhar Charles Velankanni" userId="S::benhar.velankanni@relevantz.com::3362e219-c834-491f-9854-1ab1850ed95b" providerId="AD" clId="Web-{4BB0B625-0A3F-F891-772A-E3B19C12F2A8}" dt="2025-06-04T12:25:37.895" v="133"/>
          <ac:picMkLst>
            <pc:docMk/>
            <pc:sldMk cId="0" sldId="270"/>
            <ac:picMk id="234" creationId="{00000000-0000-0000-0000-000000000000}"/>
          </ac:picMkLst>
        </pc:picChg>
      </pc:sldChg>
      <pc:sldChg chg="modSp">
        <pc:chgData name="Benhar Charles Velankanni" userId="S::benhar.velankanni@relevantz.com::3362e219-c834-491f-9854-1ab1850ed95b" providerId="AD" clId="Web-{4BB0B625-0A3F-F891-772A-E3B19C12F2A8}" dt="2025-06-04T11:32:36.493" v="20" actId="20577"/>
        <pc:sldMkLst>
          <pc:docMk/>
          <pc:sldMk cId="0" sldId="272"/>
        </pc:sldMkLst>
        <pc:spChg chg="mod">
          <ac:chgData name="Benhar Charles Velankanni" userId="S::benhar.velankanni@relevantz.com::3362e219-c834-491f-9854-1ab1850ed95b" providerId="AD" clId="Web-{4BB0B625-0A3F-F891-772A-E3B19C12F2A8}" dt="2025-06-04T11:32:36.493" v="20" actId="20577"/>
          <ac:spMkLst>
            <pc:docMk/>
            <pc:sldMk cId="0" sldId="272"/>
            <ac:spMk id="246" creationId="{00000000-0000-0000-0000-000000000000}"/>
          </ac:spMkLst>
        </pc:spChg>
      </pc:sldChg>
      <pc:sldChg chg="modSp">
        <pc:chgData name="Benhar Charles Velankanni" userId="S::benhar.velankanni@relevantz.com::3362e219-c834-491f-9854-1ab1850ed95b" providerId="AD" clId="Web-{4BB0B625-0A3F-F891-772A-E3B19C12F2A8}" dt="2025-06-04T11:32:46.321" v="22" actId="20577"/>
        <pc:sldMkLst>
          <pc:docMk/>
          <pc:sldMk cId="0" sldId="273"/>
        </pc:sldMkLst>
        <pc:spChg chg="mod">
          <ac:chgData name="Benhar Charles Velankanni" userId="S::benhar.velankanni@relevantz.com::3362e219-c834-491f-9854-1ab1850ed95b" providerId="AD" clId="Web-{4BB0B625-0A3F-F891-772A-E3B19C12F2A8}" dt="2025-06-04T11:32:46.321" v="22" actId="20577"/>
          <ac:spMkLst>
            <pc:docMk/>
            <pc:sldMk cId="0" sldId="273"/>
            <ac:spMk id="252" creationId="{00000000-0000-0000-0000-000000000000}"/>
          </ac:spMkLst>
        </pc:spChg>
      </pc:sldChg>
      <pc:sldChg chg="addSp delSp modSp">
        <pc:chgData name="Benhar Charles Velankanni" userId="S::benhar.velankanni@relevantz.com::3362e219-c834-491f-9854-1ab1850ed95b" providerId="AD" clId="Web-{4BB0B625-0A3F-F891-772A-E3B19C12F2A8}" dt="2025-06-04T12:32:57.176" v="195"/>
        <pc:sldMkLst>
          <pc:docMk/>
          <pc:sldMk cId="0" sldId="274"/>
        </pc:sldMkLst>
        <pc:spChg chg="add del mod">
          <ac:chgData name="Benhar Charles Velankanni" userId="S::benhar.velankanni@relevantz.com::3362e219-c834-491f-9854-1ab1850ed95b" providerId="AD" clId="Web-{4BB0B625-0A3F-F891-772A-E3B19C12F2A8}" dt="2025-06-04T12:32:35.862" v="188"/>
          <ac:spMkLst>
            <pc:docMk/>
            <pc:sldMk cId="0" sldId="274"/>
            <ac:spMk id="3" creationId="{CECBD21C-B628-6B24-3F05-C296BAE83000}"/>
          </ac:spMkLst>
        </pc:spChg>
        <pc:spChg chg="del mod">
          <ac:chgData name="Benhar Charles Velankanni" userId="S::benhar.velankanni@relevantz.com::3362e219-c834-491f-9854-1ab1850ed95b" providerId="AD" clId="Web-{4BB0B625-0A3F-F891-772A-E3B19C12F2A8}" dt="2025-06-04T12:32:07.657" v="181"/>
          <ac:spMkLst>
            <pc:docMk/>
            <pc:sldMk cId="0" sldId="274"/>
            <ac:spMk id="258" creationId="{00000000-0000-0000-0000-000000000000}"/>
          </ac:spMkLst>
        </pc:spChg>
        <pc:graphicFrameChg chg="add mod modGraphic">
          <ac:chgData name="Benhar Charles Velankanni" userId="S::benhar.velankanni@relevantz.com::3362e219-c834-491f-9854-1ab1850ed95b" providerId="AD" clId="Web-{4BB0B625-0A3F-F891-772A-E3B19C12F2A8}" dt="2025-06-04T12:32:57.176" v="195"/>
          <ac:graphicFrameMkLst>
            <pc:docMk/>
            <pc:sldMk cId="0" sldId="274"/>
            <ac:graphicFrameMk id="5" creationId="{E06B8664-E61D-0CC9-D40C-401EE8FED444}"/>
          </ac:graphicFrameMkLst>
        </pc:graphicFrameChg>
      </pc:sldChg>
      <pc:sldChg chg="modSp">
        <pc:chgData name="Benhar Charles Velankanni" userId="S::benhar.velankanni@relevantz.com::3362e219-c834-491f-9854-1ab1850ed95b" providerId="AD" clId="Web-{4BB0B625-0A3F-F891-772A-E3B19C12F2A8}" dt="2025-06-04T11:32:59.040" v="24" actId="20577"/>
        <pc:sldMkLst>
          <pc:docMk/>
          <pc:sldMk cId="0" sldId="275"/>
        </pc:sldMkLst>
        <pc:spChg chg="mod">
          <ac:chgData name="Benhar Charles Velankanni" userId="S::benhar.velankanni@relevantz.com::3362e219-c834-491f-9854-1ab1850ed95b" providerId="AD" clId="Web-{4BB0B625-0A3F-F891-772A-E3B19C12F2A8}" dt="2025-06-04T11:32:59.040" v="24" actId="20577"/>
          <ac:spMkLst>
            <pc:docMk/>
            <pc:sldMk cId="0" sldId="275"/>
            <ac:spMk id="264" creationId="{00000000-0000-0000-0000-000000000000}"/>
          </ac:spMkLst>
        </pc:spChg>
      </pc:sldChg>
      <pc:sldChg chg="modSp">
        <pc:chgData name="Benhar Charles Velankanni" userId="S::benhar.velankanni@relevantz.com::3362e219-c834-491f-9854-1ab1850ed95b" providerId="AD" clId="Web-{4BB0B625-0A3F-F891-772A-E3B19C12F2A8}" dt="2025-06-04T11:33:12.166" v="26" actId="20577"/>
        <pc:sldMkLst>
          <pc:docMk/>
          <pc:sldMk cId="0" sldId="278"/>
        </pc:sldMkLst>
        <pc:spChg chg="mod">
          <ac:chgData name="Benhar Charles Velankanni" userId="S::benhar.velankanni@relevantz.com::3362e219-c834-491f-9854-1ab1850ed95b" providerId="AD" clId="Web-{4BB0B625-0A3F-F891-772A-E3B19C12F2A8}" dt="2025-06-04T11:33:12.166" v="26" actId="20577"/>
          <ac:spMkLst>
            <pc:docMk/>
            <pc:sldMk cId="0" sldId="278"/>
            <ac:spMk id="282" creationId="{00000000-0000-0000-0000-000000000000}"/>
          </ac:spMkLst>
        </pc:spChg>
      </pc:sldChg>
      <pc:sldChg chg="modSp">
        <pc:chgData name="Benhar Charles Velankanni" userId="S::benhar.velankanni@relevantz.com::3362e219-c834-491f-9854-1ab1850ed95b" providerId="AD" clId="Web-{4BB0B625-0A3F-F891-772A-E3B19C12F2A8}" dt="2025-06-04T11:45:54.570" v="49" actId="14100"/>
        <pc:sldMkLst>
          <pc:docMk/>
          <pc:sldMk cId="0" sldId="280"/>
        </pc:sldMkLst>
        <pc:spChg chg="mod">
          <ac:chgData name="Benhar Charles Velankanni" userId="S::benhar.velankanni@relevantz.com::3362e219-c834-491f-9854-1ab1850ed95b" providerId="AD" clId="Web-{4BB0B625-0A3F-F891-772A-E3B19C12F2A8}" dt="2025-06-04T11:33:15.057" v="27" actId="20577"/>
          <ac:spMkLst>
            <pc:docMk/>
            <pc:sldMk cId="0" sldId="280"/>
            <ac:spMk id="295" creationId="{00000000-0000-0000-0000-000000000000}"/>
          </ac:spMkLst>
        </pc:spChg>
        <pc:picChg chg="mod">
          <ac:chgData name="Benhar Charles Velankanni" userId="S::benhar.velankanni@relevantz.com::3362e219-c834-491f-9854-1ab1850ed95b" providerId="AD" clId="Web-{4BB0B625-0A3F-F891-772A-E3B19C12F2A8}" dt="2025-06-04T11:45:54.570" v="49" actId="14100"/>
          <ac:picMkLst>
            <pc:docMk/>
            <pc:sldMk cId="0" sldId="280"/>
            <ac:picMk id="298" creationId="{00000000-0000-0000-0000-000000000000}"/>
          </ac:picMkLst>
        </pc:picChg>
      </pc:sldChg>
      <pc:sldChg chg="modSp">
        <pc:chgData name="Benhar Charles Velankanni" userId="S::benhar.velankanni@relevantz.com::3362e219-c834-491f-9854-1ab1850ed95b" providerId="AD" clId="Web-{4BB0B625-0A3F-F891-772A-E3B19C12F2A8}" dt="2025-06-04T11:45:43.960" v="48" actId="1076"/>
        <pc:sldMkLst>
          <pc:docMk/>
          <pc:sldMk cId="0" sldId="281"/>
        </pc:sldMkLst>
        <pc:spChg chg="mod">
          <ac:chgData name="Benhar Charles Velankanni" userId="S::benhar.velankanni@relevantz.com::3362e219-c834-491f-9854-1ab1850ed95b" providerId="AD" clId="Web-{4BB0B625-0A3F-F891-772A-E3B19C12F2A8}" dt="2025-06-04T11:33:21.307" v="28" actId="20577"/>
          <ac:spMkLst>
            <pc:docMk/>
            <pc:sldMk cId="0" sldId="281"/>
            <ac:spMk id="303" creationId="{00000000-0000-0000-0000-000000000000}"/>
          </ac:spMkLst>
        </pc:spChg>
        <pc:picChg chg="mod">
          <ac:chgData name="Benhar Charles Velankanni" userId="S::benhar.velankanni@relevantz.com::3362e219-c834-491f-9854-1ab1850ed95b" providerId="AD" clId="Web-{4BB0B625-0A3F-F891-772A-E3B19C12F2A8}" dt="2025-06-04T11:45:43.960" v="48" actId="1076"/>
          <ac:picMkLst>
            <pc:docMk/>
            <pc:sldMk cId="0" sldId="281"/>
            <ac:picMk id="305" creationId="{00000000-0000-0000-0000-000000000000}"/>
          </ac:picMkLst>
        </pc:picChg>
      </pc:sldChg>
      <pc:sldChg chg="modSp">
        <pc:chgData name="Benhar Charles Velankanni" userId="S::benhar.velankanni@relevantz.com::3362e219-c834-491f-9854-1ab1850ed95b" providerId="AD" clId="Web-{4BB0B625-0A3F-F891-772A-E3B19C12F2A8}" dt="2025-06-04T11:33:31.526" v="29" actId="20577"/>
        <pc:sldMkLst>
          <pc:docMk/>
          <pc:sldMk cId="0" sldId="283"/>
        </pc:sldMkLst>
        <pc:spChg chg="mod">
          <ac:chgData name="Benhar Charles Velankanni" userId="S::benhar.velankanni@relevantz.com::3362e219-c834-491f-9854-1ab1850ed95b" providerId="AD" clId="Web-{4BB0B625-0A3F-F891-772A-E3B19C12F2A8}" dt="2025-06-04T11:33:31.526" v="29" actId="20577"/>
          <ac:spMkLst>
            <pc:docMk/>
            <pc:sldMk cId="0" sldId="283"/>
            <ac:spMk id="318" creationId="{00000000-0000-0000-0000-000000000000}"/>
          </ac:spMkLst>
        </pc:spChg>
      </pc:sldChg>
      <pc:sldChg chg="modSp">
        <pc:chgData name="Benhar Charles Velankanni" userId="S::benhar.velankanni@relevantz.com::3362e219-c834-491f-9854-1ab1850ed95b" providerId="AD" clId="Web-{4BB0B625-0A3F-F891-772A-E3B19C12F2A8}" dt="2025-06-04T11:33:40.729" v="30" actId="20577"/>
        <pc:sldMkLst>
          <pc:docMk/>
          <pc:sldMk cId="0" sldId="285"/>
        </pc:sldMkLst>
        <pc:spChg chg="mod">
          <ac:chgData name="Benhar Charles Velankanni" userId="S::benhar.velankanni@relevantz.com::3362e219-c834-491f-9854-1ab1850ed95b" providerId="AD" clId="Web-{4BB0B625-0A3F-F891-772A-E3B19C12F2A8}" dt="2025-06-04T11:33:40.729" v="30" actId="20577"/>
          <ac:spMkLst>
            <pc:docMk/>
            <pc:sldMk cId="0" sldId="285"/>
            <ac:spMk id="333" creationId="{00000000-0000-0000-0000-000000000000}"/>
          </ac:spMkLst>
        </pc:spChg>
      </pc:sldChg>
      <pc:sldChg chg="modSp">
        <pc:chgData name="Benhar Charles Velankanni" userId="S::benhar.velankanni@relevantz.com::3362e219-c834-491f-9854-1ab1850ed95b" providerId="AD" clId="Web-{4BB0B625-0A3F-F891-772A-E3B19C12F2A8}" dt="2025-06-04T11:33:45.761" v="31" actId="20577"/>
        <pc:sldMkLst>
          <pc:docMk/>
          <pc:sldMk cId="0" sldId="286"/>
        </pc:sldMkLst>
        <pc:spChg chg="mod">
          <ac:chgData name="Benhar Charles Velankanni" userId="S::benhar.velankanni@relevantz.com::3362e219-c834-491f-9854-1ab1850ed95b" providerId="AD" clId="Web-{4BB0B625-0A3F-F891-772A-E3B19C12F2A8}" dt="2025-06-04T11:33:45.761" v="31" actId="20577"/>
          <ac:spMkLst>
            <pc:docMk/>
            <pc:sldMk cId="0" sldId="286"/>
            <ac:spMk id="340" creationId="{00000000-0000-0000-0000-000000000000}"/>
          </ac:spMkLst>
        </pc:spChg>
      </pc:sldChg>
      <pc:sldChg chg="del">
        <pc:chgData name="Benhar Charles Velankanni" userId="S::benhar.velankanni@relevantz.com::3362e219-c834-491f-9854-1ab1850ed95b" providerId="AD" clId="Web-{4BB0B625-0A3F-F891-772A-E3B19C12F2A8}" dt="2025-06-04T12:39:35.345" v="237"/>
        <pc:sldMkLst>
          <pc:docMk/>
          <pc:sldMk cId="0" sldId="287"/>
        </pc:sldMkLst>
      </pc:sldChg>
      <pc:sldChg chg="modSp">
        <pc:chgData name="Benhar Charles Velankanni" userId="S::benhar.velankanni@relevantz.com::3362e219-c834-491f-9854-1ab1850ed95b" providerId="AD" clId="Web-{4BB0B625-0A3F-F891-772A-E3B19C12F2A8}" dt="2025-06-04T11:33:57.793" v="32" actId="20577"/>
        <pc:sldMkLst>
          <pc:docMk/>
          <pc:sldMk cId="0" sldId="288"/>
        </pc:sldMkLst>
        <pc:spChg chg="mod">
          <ac:chgData name="Benhar Charles Velankanni" userId="S::benhar.velankanni@relevantz.com::3362e219-c834-491f-9854-1ab1850ed95b" providerId="AD" clId="Web-{4BB0B625-0A3F-F891-772A-E3B19C12F2A8}" dt="2025-06-04T11:33:57.793" v="32" actId="20577"/>
          <ac:spMkLst>
            <pc:docMk/>
            <pc:sldMk cId="0" sldId="288"/>
            <ac:spMk id="354" creationId="{00000000-0000-0000-0000-000000000000}"/>
          </ac:spMkLst>
        </pc:spChg>
      </pc:sldChg>
      <pc:sldChg chg="modSp">
        <pc:chgData name="Benhar Charles Velankanni" userId="S::benhar.velankanni@relevantz.com::3362e219-c834-491f-9854-1ab1850ed95b" providerId="AD" clId="Web-{4BB0B625-0A3F-F891-772A-E3B19C12F2A8}" dt="2025-06-04T11:34:09.199" v="34" actId="14100"/>
        <pc:sldMkLst>
          <pc:docMk/>
          <pc:sldMk cId="0" sldId="290"/>
        </pc:sldMkLst>
        <pc:spChg chg="mod">
          <ac:chgData name="Benhar Charles Velankanni" userId="S::benhar.velankanni@relevantz.com::3362e219-c834-491f-9854-1ab1850ed95b" providerId="AD" clId="Web-{4BB0B625-0A3F-F891-772A-E3B19C12F2A8}" dt="2025-06-04T11:34:09.199" v="34" actId="14100"/>
          <ac:spMkLst>
            <pc:docMk/>
            <pc:sldMk cId="0" sldId="290"/>
            <ac:spMk id="366" creationId="{00000000-0000-0000-0000-000000000000}"/>
          </ac:spMkLst>
        </pc:spChg>
      </pc:sldChg>
      <pc:sldChg chg="modSp">
        <pc:chgData name="Benhar Charles Velankanni" userId="S::benhar.velankanni@relevantz.com::3362e219-c834-491f-9854-1ab1850ed95b" providerId="AD" clId="Web-{4BB0B625-0A3F-F891-772A-E3B19C12F2A8}" dt="2025-06-04T11:34:21.559" v="35" actId="20577"/>
        <pc:sldMkLst>
          <pc:docMk/>
          <pc:sldMk cId="0" sldId="292"/>
        </pc:sldMkLst>
        <pc:spChg chg="mod">
          <ac:chgData name="Benhar Charles Velankanni" userId="S::benhar.velankanni@relevantz.com::3362e219-c834-491f-9854-1ab1850ed95b" providerId="AD" clId="Web-{4BB0B625-0A3F-F891-772A-E3B19C12F2A8}" dt="2025-06-04T11:34:21.559" v="35" actId="20577"/>
          <ac:spMkLst>
            <pc:docMk/>
            <pc:sldMk cId="0" sldId="292"/>
            <ac:spMk id="378" creationId="{00000000-0000-0000-0000-000000000000}"/>
          </ac:spMkLst>
        </pc:spChg>
      </pc:sldChg>
      <pc:sldChg chg="modSp">
        <pc:chgData name="Benhar Charles Velankanni" userId="S::benhar.velankanni@relevantz.com::3362e219-c834-491f-9854-1ab1850ed95b" providerId="AD" clId="Web-{4BB0B625-0A3F-F891-772A-E3B19C12F2A8}" dt="2025-06-04T11:34:30.888" v="36" actId="20577"/>
        <pc:sldMkLst>
          <pc:docMk/>
          <pc:sldMk cId="0" sldId="294"/>
        </pc:sldMkLst>
        <pc:spChg chg="mod">
          <ac:chgData name="Benhar Charles Velankanni" userId="S::benhar.velankanni@relevantz.com::3362e219-c834-491f-9854-1ab1850ed95b" providerId="AD" clId="Web-{4BB0B625-0A3F-F891-772A-E3B19C12F2A8}" dt="2025-06-04T11:34:30.888" v="36" actId="20577"/>
          <ac:spMkLst>
            <pc:docMk/>
            <pc:sldMk cId="0" sldId="294"/>
            <ac:spMk id="390" creationId="{00000000-0000-0000-0000-000000000000}"/>
          </ac:spMkLst>
        </pc:spChg>
      </pc:sldChg>
      <pc:sldChg chg="modSp">
        <pc:chgData name="Benhar Charles Velankanni" userId="S::benhar.velankanni@relevantz.com::3362e219-c834-491f-9854-1ab1850ed95b" providerId="AD" clId="Web-{4BB0B625-0A3F-F891-772A-E3B19C12F2A8}" dt="2025-06-04T11:35:47.375" v="38" actId="20577"/>
        <pc:sldMkLst>
          <pc:docMk/>
          <pc:sldMk cId="0" sldId="297"/>
        </pc:sldMkLst>
        <pc:spChg chg="mod">
          <ac:chgData name="Benhar Charles Velankanni" userId="S::benhar.velankanni@relevantz.com::3362e219-c834-491f-9854-1ab1850ed95b" providerId="AD" clId="Web-{4BB0B625-0A3F-F891-772A-E3B19C12F2A8}" dt="2025-06-04T11:35:47.375" v="38" actId="20577"/>
          <ac:spMkLst>
            <pc:docMk/>
            <pc:sldMk cId="0" sldId="297"/>
            <ac:spMk id="408" creationId="{00000000-0000-0000-0000-000000000000}"/>
          </ac:spMkLst>
        </pc:spChg>
      </pc:sldChg>
      <pc:sldChg chg="modSp">
        <pc:chgData name="Benhar Charles Velankanni" userId="S::benhar.velankanni@relevantz.com::3362e219-c834-491f-9854-1ab1850ed95b" providerId="AD" clId="Web-{4BB0B625-0A3F-F891-772A-E3B19C12F2A8}" dt="2025-06-04T11:36:07.813" v="40" actId="20577"/>
        <pc:sldMkLst>
          <pc:docMk/>
          <pc:sldMk cId="0" sldId="303"/>
        </pc:sldMkLst>
        <pc:spChg chg="mod">
          <ac:chgData name="Benhar Charles Velankanni" userId="S::benhar.velankanni@relevantz.com::3362e219-c834-491f-9854-1ab1850ed95b" providerId="AD" clId="Web-{4BB0B625-0A3F-F891-772A-E3B19C12F2A8}" dt="2025-06-04T11:36:07.813" v="40" actId="20577"/>
          <ac:spMkLst>
            <pc:docMk/>
            <pc:sldMk cId="0" sldId="303"/>
            <ac:spMk id="447" creationId="{00000000-0000-0000-0000-000000000000}"/>
          </ac:spMkLst>
        </pc:spChg>
      </pc:sldChg>
      <pc:sldChg chg="modSp">
        <pc:chgData name="Benhar Charles Velankanni" userId="S::benhar.velankanni@relevantz.com::3362e219-c834-491f-9854-1ab1850ed95b" providerId="AD" clId="Web-{4BB0B625-0A3F-F891-772A-E3B19C12F2A8}" dt="2025-06-04T11:36:11.048" v="41" actId="20577"/>
        <pc:sldMkLst>
          <pc:docMk/>
          <pc:sldMk cId="0" sldId="305"/>
        </pc:sldMkLst>
        <pc:spChg chg="mod">
          <ac:chgData name="Benhar Charles Velankanni" userId="S::benhar.velankanni@relevantz.com::3362e219-c834-491f-9854-1ab1850ed95b" providerId="AD" clId="Web-{4BB0B625-0A3F-F891-772A-E3B19C12F2A8}" dt="2025-06-04T11:36:11.048" v="41" actId="20577"/>
          <ac:spMkLst>
            <pc:docMk/>
            <pc:sldMk cId="0" sldId="305"/>
            <ac:spMk id="459" creationId="{00000000-0000-0000-0000-000000000000}"/>
          </ac:spMkLst>
        </pc:spChg>
      </pc:sldChg>
      <pc:sldChg chg="modSp">
        <pc:chgData name="Benhar Charles Velankanni" userId="S::benhar.velankanni@relevantz.com::3362e219-c834-491f-9854-1ab1850ed95b" providerId="AD" clId="Web-{4BB0B625-0A3F-F891-772A-E3B19C12F2A8}" dt="2025-06-04T11:36:22.579" v="42" actId="20577"/>
        <pc:sldMkLst>
          <pc:docMk/>
          <pc:sldMk cId="0" sldId="306"/>
        </pc:sldMkLst>
        <pc:spChg chg="mod">
          <ac:chgData name="Benhar Charles Velankanni" userId="S::benhar.velankanni@relevantz.com::3362e219-c834-491f-9854-1ab1850ed95b" providerId="AD" clId="Web-{4BB0B625-0A3F-F891-772A-E3B19C12F2A8}" dt="2025-06-04T11:36:22.579" v="42" actId="20577"/>
          <ac:spMkLst>
            <pc:docMk/>
            <pc:sldMk cId="0" sldId="306"/>
            <ac:spMk id="465" creationId="{00000000-0000-0000-0000-000000000000}"/>
          </ac:spMkLst>
        </pc:spChg>
      </pc:sldChg>
      <pc:sldChg chg="modSp">
        <pc:chgData name="Benhar Charles Velankanni" userId="S::benhar.velankanni@relevantz.com::3362e219-c834-491f-9854-1ab1850ed95b" providerId="AD" clId="Web-{4BB0B625-0A3F-F891-772A-E3B19C12F2A8}" dt="2025-06-04T11:36:29.861" v="43" actId="20577"/>
        <pc:sldMkLst>
          <pc:docMk/>
          <pc:sldMk cId="0" sldId="307"/>
        </pc:sldMkLst>
        <pc:spChg chg="mod">
          <ac:chgData name="Benhar Charles Velankanni" userId="S::benhar.velankanni@relevantz.com::3362e219-c834-491f-9854-1ab1850ed95b" providerId="AD" clId="Web-{4BB0B625-0A3F-F891-772A-E3B19C12F2A8}" dt="2025-06-04T11:36:29.861" v="43" actId="20577"/>
          <ac:spMkLst>
            <pc:docMk/>
            <pc:sldMk cId="0" sldId="307"/>
            <ac:spMk id="471" creationId="{00000000-0000-0000-0000-000000000000}"/>
          </ac:spMkLst>
        </pc:spChg>
      </pc:sldChg>
      <pc:sldChg chg="modSp">
        <pc:chgData name="Benhar Charles Velankanni" userId="S::benhar.velankanni@relevantz.com::3362e219-c834-491f-9854-1ab1850ed95b" providerId="AD" clId="Web-{4BB0B625-0A3F-F891-772A-E3B19C12F2A8}" dt="2025-06-04T11:36:44.971" v="44" actId="20577"/>
        <pc:sldMkLst>
          <pc:docMk/>
          <pc:sldMk cId="0" sldId="308"/>
        </pc:sldMkLst>
        <pc:spChg chg="mod">
          <ac:chgData name="Benhar Charles Velankanni" userId="S::benhar.velankanni@relevantz.com::3362e219-c834-491f-9854-1ab1850ed95b" providerId="AD" clId="Web-{4BB0B625-0A3F-F891-772A-E3B19C12F2A8}" dt="2025-06-04T11:36:44.971" v="44" actId="20577"/>
          <ac:spMkLst>
            <pc:docMk/>
            <pc:sldMk cId="0" sldId="308"/>
            <ac:spMk id="477" creationId="{00000000-0000-0000-0000-000000000000}"/>
          </ac:spMkLst>
        </pc:spChg>
      </pc:sldChg>
      <pc:sldChg chg="modSp">
        <pc:chgData name="Benhar Charles Velankanni" userId="S::benhar.velankanni@relevantz.com::3362e219-c834-491f-9854-1ab1850ed95b" providerId="AD" clId="Web-{4BB0B625-0A3F-F891-772A-E3B19C12F2A8}" dt="2025-06-04T11:36:51.674" v="45" actId="20577"/>
        <pc:sldMkLst>
          <pc:docMk/>
          <pc:sldMk cId="0" sldId="309"/>
        </pc:sldMkLst>
        <pc:spChg chg="mod">
          <ac:chgData name="Benhar Charles Velankanni" userId="S::benhar.velankanni@relevantz.com::3362e219-c834-491f-9854-1ab1850ed95b" providerId="AD" clId="Web-{4BB0B625-0A3F-F891-772A-E3B19C12F2A8}" dt="2025-06-04T11:36:51.674" v="45" actId="20577"/>
          <ac:spMkLst>
            <pc:docMk/>
            <pc:sldMk cId="0" sldId="309"/>
            <ac:spMk id="483" creationId="{00000000-0000-0000-0000-000000000000}"/>
          </ac:spMkLst>
        </pc:spChg>
      </pc:sldChg>
      <pc:sldChg chg="add">
        <pc:chgData name="Benhar Charles Velankanni" userId="S::benhar.velankanni@relevantz.com::3362e219-c834-491f-9854-1ab1850ed95b" providerId="AD" clId="Web-{4BB0B625-0A3F-F891-772A-E3B19C12F2A8}" dt="2025-06-04T11:24:24.474" v="1"/>
        <pc:sldMkLst>
          <pc:docMk/>
          <pc:sldMk cId="1240859306" sldId="314"/>
        </pc:sldMkLst>
      </pc:sldChg>
      <pc:sldChg chg="addSp delSp modSp add replId">
        <pc:chgData name="Benhar Charles Velankanni" userId="S::benhar.velankanni@relevantz.com::3362e219-c834-491f-9854-1ab1850ed95b" providerId="AD" clId="Web-{4BB0B625-0A3F-F891-772A-E3B19C12F2A8}" dt="2025-06-04T11:55:58.780" v="92" actId="14100"/>
        <pc:sldMkLst>
          <pc:docMk/>
          <pc:sldMk cId="1389982991" sldId="315"/>
        </pc:sldMkLst>
        <pc:spChg chg="mod">
          <ac:chgData name="Benhar Charles Velankanni" userId="S::benhar.velankanni@relevantz.com::3362e219-c834-491f-9854-1ab1850ed95b" providerId="AD" clId="Web-{4BB0B625-0A3F-F891-772A-E3B19C12F2A8}" dt="2025-06-04T11:55:58.780" v="92" actId="14100"/>
          <ac:spMkLst>
            <pc:docMk/>
            <pc:sldMk cId="1389982991" sldId="315"/>
            <ac:spMk id="199" creationId="{B59D194C-ADE6-A15A-65FD-6486EE74EFE9}"/>
          </ac:spMkLst>
        </pc:spChg>
        <pc:spChg chg="add del mod">
          <ac:chgData name="Benhar Charles Velankanni" userId="S::benhar.velankanni@relevantz.com::3362e219-c834-491f-9854-1ab1850ed95b" providerId="AD" clId="Web-{4BB0B625-0A3F-F891-772A-E3B19C12F2A8}" dt="2025-06-04T11:52:31.257" v="55" actId="20577"/>
          <ac:spMkLst>
            <pc:docMk/>
            <pc:sldMk cId="1389982991" sldId="315"/>
            <ac:spMk id="200" creationId="{125EB004-5CB3-31DD-9103-59DDE515169B}"/>
          </ac:spMkLst>
        </pc:spChg>
      </pc:sldChg>
      <pc:sldChg chg="addSp modSp add replId">
        <pc:chgData name="Benhar Charles Velankanni" userId="S::benhar.velankanni@relevantz.com::3362e219-c834-491f-9854-1ab1850ed95b" providerId="AD" clId="Web-{4BB0B625-0A3F-F891-772A-E3B19C12F2A8}" dt="2025-06-04T12:01:41.403" v="106" actId="14100"/>
        <pc:sldMkLst>
          <pc:docMk/>
          <pc:sldMk cId="878616613" sldId="316"/>
        </pc:sldMkLst>
        <pc:spChg chg="add mod">
          <ac:chgData name="Benhar Charles Velankanni" userId="S::benhar.velankanni@relevantz.com::3362e219-c834-491f-9854-1ab1850ed95b" providerId="AD" clId="Web-{4BB0B625-0A3F-F891-772A-E3B19C12F2A8}" dt="2025-06-04T11:58:47.162" v="100" actId="1076"/>
          <ac:spMkLst>
            <pc:docMk/>
            <pc:sldMk cId="878616613" sldId="316"/>
            <ac:spMk id="2" creationId="{872DCDF9-86CC-BC83-7717-981AC9397CCD}"/>
          </ac:spMkLst>
        </pc:spChg>
        <pc:spChg chg="mod">
          <ac:chgData name="Benhar Charles Velankanni" userId="S::benhar.velankanni@relevantz.com::3362e219-c834-491f-9854-1ab1850ed95b" providerId="AD" clId="Web-{4BB0B625-0A3F-F891-772A-E3B19C12F2A8}" dt="2025-06-04T12:01:41.403" v="106" actId="14100"/>
          <ac:spMkLst>
            <pc:docMk/>
            <pc:sldMk cId="878616613" sldId="316"/>
            <ac:spMk id="199" creationId="{7504B529-B537-D346-6C01-1C2D57ADF30F}"/>
          </ac:spMkLst>
        </pc:spChg>
        <pc:spChg chg="mod">
          <ac:chgData name="Benhar Charles Velankanni" userId="S::benhar.velankanni@relevantz.com::3362e219-c834-491f-9854-1ab1850ed95b" providerId="AD" clId="Web-{4BB0B625-0A3F-F891-772A-E3B19C12F2A8}" dt="2025-06-04T11:53:05.571" v="64" actId="20577"/>
          <ac:spMkLst>
            <pc:docMk/>
            <pc:sldMk cId="878616613" sldId="316"/>
            <ac:spMk id="200" creationId="{A9121030-519C-CFEA-AA9B-CCAC6AD67FD6}"/>
          </ac:spMkLst>
        </pc:spChg>
      </pc:sldChg>
      <pc:sldChg chg="addSp delSp modSp add ord replId">
        <pc:chgData name="Benhar Charles Velankanni" userId="S::benhar.velankanni@relevantz.com::3362e219-c834-491f-9854-1ab1850ed95b" providerId="AD" clId="Web-{4BB0B625-0A3F-F891-772A-E3B19C12F2A8}" dt="2025-06-04T12:21:28.893" v="119"/>
        <pc:sldMkLst>
          <pc:docMk/>
          <pc:sldMk cId="4085850579" sldId="317"/>
        </pc:sldMkLst>
        <pc:spChg chg="add del mod">
          <ac:chgData name="Benhar Charles Velankanni" userId="S::benhar.velankanni@relevantz.com::3362e219-c834-491f-9854-1ab1850ed95b" providerId="AD" clId="Web-{4BB0B625-0A3F-F891-772A-E3B19C12F2A8}" dt="2025-06-04T12:20:54.204" v="112"/>
          <ac:spMkLst>
            <pc:docMk/>
            <pc:sldMk cId="4085850579" sldId="317"/>
            <ac:spMk id="3" creationId="{DFAD0EF4-4427-1FA3-3CCF-31E1C538D027}"/>
          </ac:spMkLst>
        </pc:spChg>
        <pc:spChg chg="del">
          <ac:chgData name="Benhar Charles Velankanni" userId="S::benhar.velankanni@relevantz.com::3362e219-c834-491f-9854-1ab1850ed95b" providerId="AD" clId="Web-{4BB0B625-0A3F-F891-772A-E3B19C12F2A8}" dt="2025-06-04T12:20:36.640" v="108"/>
          <ac:spMkLst>
            <pc:docMk/>
            <pc:sldMk cId="4085850579" sldId="317"/>
            <ac:spMk id="187" creationId="{26D8F9A4-F74E-FB5D-E61D-2CE69DA75EE4}"/>
          </ac:spMkLst>
        </pc:spChg>
        <pc:spChg chg="mod">
          <ac:chgData name="Benhar Charles Velankanni" userId="S::benhar.velankanni@relevantz.com::3362e219-c834-491f-9854-1ab1850ed95b" providerId="AD" clId="Web-{4BB0B625-0A3F-F891-772A-E3B19C12F2A8}" dt="2025-06-04T12:21:02.548" v="114" actId="20577"/>
          <ac:spMkLst>
            <pc:docMk/>
            <pc:sldMk cId="4085850579" sldId="317"/>
            <ac:spMk id="188" creationId="{D452CEC5-034E-60DF-A81E-AFC8B790BEE6}"/>
          </ac:spMkLst>
        </pc:spChg>
        <pc:graphicFrameChg chg="add mod modGraphic">
          <ac:chgData name="Benhar Charles Velankanni" userId="S::benhar.velankanni@relevantz.com::3362e219-c834-491f-9854-1ab1850ed95b" providerId="AD" clId="Web-{4BB0B625-0A3F-F891-772A-E3B19C12F2A8}" dt="2025-06-04T12:21:28.893" v="119"/>
          <ac:graphicFrameMkLst>
            <pc:docMk/>
            <pc:sldMk cId="4085850579" sldId="317"/>
            <ac:graphicFrameMk id="5" creationId="{F3DCECEF-AA3D-B301-1836-5252DCB00A0F}"/>
          </ac:graphicFrameMkLst>
        </pc:graphicFrameChg>
      </pc:sldChg>
      <pc:sldChg chg="add del replId">
        <pc:chgData name="Benhar Charles Velankanni" userId="S::benhar.velankanni@relevantz.com::3362e219-c834-491f-9854-1ab1850ed95b" providerId="AD" clId="Web-{4BB0B625-0A3F-F891-772A-E3B19C12F2A8}" dt="2025-06-04T12:20:40.718" v="110"/>
        <pc:sldMkLst>
          <pc:docMk/>
          <pc:sldMk cId="659107585" sldId="318"/>
        </pc:sldMkLst>
      </pc:sldChg>
      <pc:sldChg chg="addSp delSp modSp add replId delAnim">
        <pc:chgData name="Benhar Charles Velankanni" userId="S::benhar.velankanni@relevantz.com::3362e219-c834-491f-9854-1ab1850ed95b" providerId="AD" clId="Web-{4BB0B625-0A3F-F891-772A-E3B19C12F2A8}" dt="2025-06-04T12:24:45.251" v="130"/>
        <pc:sldMkLst>
          <pc:docMk/>
          <pc:sldMk cId="3948225039" sldId="318"/>
        </pc:sldMkLst>
        <pc:spChg chg="add del mod">
          <ac:chgData name="Benhar Charles Velankanni" userId="S::benhar.velankanni@relevantz.com::3362e219-c834-491f-9854-1ab1850ed95b" providerId="AD" clId="Web-{4BB0B625-0A3F-F891-772A-E3B19C12F2A8}" dt="2025-06-04T12:24:11.952" v="123"/>
          <ac:spMkLst>
            <pc:docMk/>
            <pc:sldMk cId="3948225039" sldId="318"/>
            <ac:spMk id="3" creationId="{7804F87A-CEC9-45D6-17BF-989FD7CF9B72}"/>
          </ac:spMkLst>
        </pc:spChg>
        <pc:spChg chg="del">
          <ac:chgData name="Benhar Charles Velankanni" userId="S::benhar.velankanni@relevantz.com::3362e219-c834-491f-9854-1ab1850ed95b" providerId="AD" clId="Web-{4BB0B625-0A3F-F891-772A-E3B19C12F2A8}" dt="2025-06-04T12:24:06.045" v="122"/>
          <ac:spMkLst>
            <pc:docMk/>
            <pc:sldMk cId="3948225039" sldId="318"/>
            <ac:spMk id="218" creationId="{D0A5BEEE-A734-5AC7-1196-AF284AA4991E}"/>
          </ac:spMkLst>
        </pc:spChg>
        <pc:graphicFrameChg chg="add mod modGraphic">
          <ac:chgData name="Benhar Charles Velankanni" userId="S::benhar.velankanni@relevantz.com::3362e219-c834-491f-9854-1ab1850ed95b" providerId="AD" clId="Web-{4BB0B625-0A3F-F891-772A-E3B19C12F2A8}" dt="2025-06-04T12:24:45.251" v="130"/>
          <ac:graphicFrameMkLst>
            <pc:docMk/>
            <pc:sldMk cId="3948225039" sldId="318"/>
            <ac:graphicFrameMk id="5" creationId="{10D91901-AD94-7BC1-4D8C-F974353110F2}"/>
          </ac:graphicFrameMkLst>
        </pc:graphicFrameChg>
        <pc:picChg chg="del">
          <ac:chgData name="Benhar Charles Velankanni" userId="S::benhar.velankanni@relevantz.com::3362e219-c834-491f-9854-1ab1850ed95b" providerId="AD" clId="Web-{4BB0B625-0A3F-F891-772A-E3B19C12F2A8}" dt="2025-06-04T12:24:03.670" v="121"/>
          <ac:picMkLst>
            <pc:docMk/>
            <pc:sldMk cId="3948225039" sldId="318"/>
            <ac:picMk id="220" creationId="{7D2F4B0A-F459-7F69-E281-9760A97C266C}"/>
          </ac:picMkLst>
        </pc:picChg>
      </pc:sldChg>
      <pc:sldChg chg="add replId">
        <pc:chgData name="Benhar Charles Velankanni" userId="S::benhar.velankanni@relevantz.com::3362e219-c834-491f-9854-1ab1850ed95b" providerId="AD" clId="Web-{4BB0B625-0A3F-F891-772A-E3B19C12F2A8}" dt="2025-06-04T12:25:30.989" v="131"/>
        <pc:sldMkLst>
          <pc:docMk/>
          <pc:sldMk cId="2631080072" sldId="319"/>
        </pc:sldMkLst>
      </pc:sldChg>
      <pc:sldChg chg="add del replId">
        <pc:chgData name="Benhar Charles Velankanni" userId="S::benhar.velankanni@relevantz.com::3362e219-c834-491f-9854-1ab1850ed95b" providerId="AD" clId="Web-{4BB0B625-0A3F-F891-772A-E3B19C12F2A8}" dt="2025-06-04T12:25:46.333" v="136"/>
        <pc:sldMkLst>
          <pc:docMk/>
          <pc:sldMk cId="2185672167" sldId="320"/>
        </pc:sldMkLst>
      </pc:sldChg>
      <pc:sldChg chg="addSp delSp modSp add replId">
        <pc:chgData name="Benhar Charles Velankanni" userId="S::benhar.velankanni@relevantz.com::3362e219-c834-491f-9854-1ab1850ed95b" providerId="AD" clId="Web-{4BB0B625-0A3F-F891-772A-E3B19C12F2A8}" dt="2025-06-04T12:28:51.175" v="170" actId="1076"/>
        <pc:sldMkLst>
          <pc:docMk/>
          <pc:sldMk cId="3274934980" sldId="320"/>
        </pc:sldMkLst>
        <pc:graphicFrameChg chg="add mod modGraphic">
          <ac:chgData name="Benhar Charles Velankanni" userId="S::benhar.velankanni@relevantz.com::3362e219-c834-491f-9854-1ab1850ed95b" providerId="AD" clId="Web-{4BB0B625-0A3F-F891-772A-E3B19C12F2A8}" dt="2025-06-04T12:28:51.175" v="170" actId="1076"/>
          <ac:graphicFrameMkLst>
            <pc:docMk/>
            <pc:sldMk cId="3274934980" sldId="320"/>
            <ac:graphicFrameMk id="3" creationId="{63D6F631-6F8E-4D57-2730-F7BA460507FF}"/>
          </ac:graphicFrameMkLst>
        </pc:graphicFrameChg>
        <pc:picChg chg="del">
          <ac:chgData name="Benhar Charles Velankanni" userId="S::benhar.velankanni@relevantz.com::3362e219-c834-491f-9854-1ab1850ed95b" providerId="AD" clId="Web-{4BB0B625-0A3F-F891-772A-E3B19C12F2A8}" dt="2025-06-04T12:27:28.356" v="151"/>
          <ac:picMkLst>
            <pc:docMk/>
            <pc:sldMk cId="3274934980" sldId="320"/>
            <ac:picMk id="241" creationId="{A05DEA01-7842-5D55-674F-333E14A3259D}"/>
          </ac:picMkLst>
        </pc:picChg>
      </pc:sldChg>
      <pc:sldChg chg="addSp delSp modSp add replId">
        <pc:chgData name="Benhar Charles Velankanni" userId="S::benhar.velankanni@relevantz.com::3362e219-c834-491f-9854-1ab1850ed95b" providerId="AD" clId="Web-{4BB0B625-0A3F-F891-772A-E3B19C12F2A8}" dt="2025-06-04T12:30:54.168" v="179"/>
        <pc:sldMkLst>
          <pc:docMk/>
          <pc:sldMk cId="656414694" sldId="321"/>
        </pc:sldMkLst>
        <pc:spChg chg="add del mod">
          <ac:chgData name="Benhar Charles Velankanni" userId="S::benhar.velankanni@relevantz.com::3362e219-c834-491f-9854-1ab1850ed95b" providerId="AD" clId="Web-{4BB0B625-0A3F-F891-772A-E3B19C12F2A8}" dt="2025-06-04T12:30:20.696" v="173"/>
          <ac:spMkLst>
            <pc:docMk/>
            <pc:sldMk cId="656414694" sldId="321"/>
            <ac:spMk id="3" creationId="{F84CD262-D7F7-A496-8E60-FF453F79BFD3}"/>
          </ac:spMkLst>
        </pc:spChg>
        <pc:spChg chg="del">
          <ac:chgData name="Benhar Charles Velankanni" userId="S::benhar.velankanni@relevantz.com::3362e219-c834-491f-9854-1ab1850ed95b" providerId="AD" clId="Web-{4BB0B625-0A3F-F891-772A-E3B19C12F2A8}" dt="2025-06-04T12:30:13.071" v="172"/>
          <ac:spMkLst>
            <pc:docMk/>
            <pc:sldMk cId="656414694" sldId="321"/>
            <ac:spMk id="246" creationId="{8C4569CE-0003-6836-2DBD-CA8F6AE1DD32}"/>
          </ac:spMkLst>
        </pc:spChg>
        <pc:graphicFrameChg chg="add mod modGraphic">
          <ac:chgData name="Benhar Charles Velankanni" userId="S::benhar.velankanni@relevantz.com::3362e219-c834-491f-9854-1ab1850ed95b" providerId="AD" clId="Web-{4BB0B625-0A3F-F891-772A-E3B19C12F2A8}" dt="2025-06-04T12:30:54.168" v="179"/>
          <ac:graphicFrameMkLst>
            <pc:docMk/>
            <pc:sldMk cId="656414694" sldId="321"/>
            <ac:graphicFrameMk id="5" creationId="{BEF0CB82-2A2D-30E5-4589-80F539F8F0C5}"/>
          </ac:graphicFrameMkLst>
        </pc:graphicFrameChg>
      </pc:sldChg>
      <pc:sldChg chg="addSp delSp modSp add replId">
        <pc:chgData name="Benhar Charles Velankanni" userId="S::benhar.velankanni@relevantz.com::3362e219-c834-491f-9854-1ab1850ed95b" providerId="AD" clId="Web-{4BB0B625-0A3F-F891-772A-E3B19C12F2A8}" dt="2025-06-04T12:34:00.212" v="202" actId="1076"/>
        <pc:sldMkLst>
          <pc:docMk/>
          <pc:sldMk cId="593881469" sldId="322"/>
        </pc:sldMkLst>
        <pc:spChg chg="add del mod">
          <ac:chgData name="Benhar Charles Velankanni" userId="S::benhar.velankanni@relevantz.com::3362e219-c834-491f-9854-1ab1850ed95b" providerId="AD" clId="Web-{4BB0B625-0A3F-F891-772A-E3B19C12F2A8}" dt="2025-06-04T12:33:48.836" v="198"/>
          <ac:spMkLst>
            <pc:docMk/>
            <pc:sldMk cId="593881469" sldId="322"/>
            <ac:spMk id="3" creationId="{AED7024D-8B4D-F884-CE4B-04A9D123E8DF}"/>
          </ac:spMkLst>
        </pc:spChg>
        <pc:spChg chg="del">
          <ac:chgData name="Benhar Charles Velankanni" userId="S::benhar.velankanni@relevantz.com::3362e219-c834-491f-9854-1ab1850ed95b" providerId="AD" clId="Web-{4BB0B625-0A3F-F891-772A-E3B19C12F2A8}" dt="2025-06-04T12:33:40.226" v="197"/>
          <ac:spMkLst>
            <pc:docMk/>
            <pc:sldMk cId="593881469" sldId="322"/>
            <ac:spMk id="264" creationId="{CF6F34E9-97A9-0E1C-D82D-C2C8EDB62AFB}"/>
          </ac:spMkLst>
        </pc:spChg>
        <pc:graphicFrameChg chg="add mod modGraphic">
          <ac:chgData name="Benhar Charles Velankanni" userId="S::benhar.velankanni@relevantz.com::3362e219-c834-491f-9854-1ab1850ed95b" providerId="AD" clId="Web-{4BB0B625-0A3F-F891-772A-E3B19C12F2A8}" dt="2025-06-04T12:34:00.212" v="202" actId="1076"/>
          <ac:graphicFrameMkLst>
            <pc:docMk/>
            <pc:sldMk cId="593881469" sldId="322"/>
            <ac:graphicFrameMk id="5" creationId="{67EE279D-7963-C890-5E8D-748323517591}"/>
          </ac:graphicFrameMkLst>
        </pc:graphicFrameChg>
      </pc:sldChg>
      <pc:sldChg chg="add del replId">
        <pc:chgData name="Benhar Charles Velankanni" userId="S::benhar.velankanni@relevantz.com::3362e219-c834-491f-9854-1ab1850ed95b" providerId="AD" clId="Web-{4BB0B625-0A3F-F891-772A-E3B19C12F2A8}" dt="2025-06-04T12:32:10.954" v="182"/>
        <pc:sldMkLst>
          <pc:docMk/>
          <pc:sldMk cId="2586614738" sldId="322"/>
        </pc:sldMkLst>
      </pc:sldChg>
      <pc:sldChg chg="delSp add del replId">
        <pc:chgData name="Benhar Charles Velankanni" userId="S::benhar.velankanni@relevantz.com::3362e219-c834-491f-9854-1ab1850ed95b" providerId="AD" clId="Web-{4BB0B625-0A3F-F891-772A-E3B19C12F2A8}" dt="2025-06-04T12:32:25.346" v="187"/>
        <pc:sldMkLst>
          <pc:docMk/>
          <pc:sldMk cId="3831474407" sldId="322"/>
        </pc:sldMkLst>
        <pc:spChg chg="del">
          <ac:chgData name="Benhar Charles Velankanni" userId="S::benhar.velankanni@relevantz.com::3362e219-c834-491f-9854-1ab1850ed95b" providerId="AD" clId="Web-{4BB0B625-0A3F-F891-772A-E3B19C12F2A8}" dt="2025-06-04T12:32:18.033" v="184"/>
          <ac:spMkLst>
            <pc:docMk/>
            <pc:sldMk cId="3831474407" sldId="322"/>
            <ac:spMk id="3" creationId="{B3F58B39-C5A9-9194-3445-D9A3B1E102D2}"/>
          </ac:spMkLst>
        </pc:spChg>
      </pc:sldChg>
      <pc:sldChg chg="add del replId">
        <pc:chgData name="Benhar Charles Velankanni" userId="S::benhar.velankanni@relevantz.com::3362e219-c834-491f-9854-1ab1850ed95b" providerId="AD" clId="Web-{4BB0B625-0A3F-F891-772A-E3B19C12F2A8}" dt="2025-06-04T12:32:22.674" v="186"/>
        <pc:sldMkLst>
          <pc:docMk/>
          <pc:sldMk cId="579958269" sldId="323"/>
        </pc:sldMkLst>
      </pc:sldChg>
      <pc:sldChg chg="addSp delSp modSp add replId">
        <pc:chgData name="Benhar Charles Velankanni" userId="S::benhar.velankanni@relevantz.com::3362e219-c834-491f-9854-1ab1850ed95b" providerId="AD" clId="Web-{4BB0B625-0A3F-F891-772A-E3B19C12F2A8}" dt="2025-06-04T12:35:11.889" v="210"/>
        <pc:sldMkLst>
          <pc:docMk/>
          <pc:sldMk cId="3420108366" sldId="323"/>
        </pc:sldMkLst>
        <pc:spChg chg="add del mod">
          <ac:chgData name="Benhar Charles Velankanni" userId="S::benhar.velankanni@relevantz.com::3362e219-c834-491f-9854-1ab1850ed95b" providerId="AD" clId="Web-{4BB0B625-0A3F-F891-772A-E3B19C12F2A8}" dt="2025-06-04T12:34:52.528" v="205"/>
          <ac:spMkLst>
            <pc:docMk/>
            <pc:sldMk cId="3420108366" sldId="323"/>
            <ac:spMk id="3" creationId="{CD4D74A6-CB7C-8244-9DA9-2AE25730D274}"/>
          </ac:spMkLst>
        </pc:spChg>
        <pc:spChg chg="del">
          <ac:chgData name="Benhar Charles Velankanni" userId="S::benhar.velankanni@relevantz.com::3362e219-c834-491f-9854-1ab1850ed95b" providerId="AD" clId="Web-{4BB0B625-0A3F-F891-772A-E3B19C12F2A8}" dt="2025-06-04T12:34:49.012" v="204"/>
          <ac:spMkLst>
            <pc:docMk/>
            <pc:sldMk cId="3420108366" sldId="323"/>
            <ac:spMk id="282" creationId="{B7E98563-54FB-2BA3-4955-E092CB3AADB8}"/>
          </ac:spMkLst>
        </pc:spChg>
        <pc:graphicFrameChg chg="add mod modGraphic">
          <ac:chgData name="Benhar Charles Velankanni" userId="S::benhar.velankanni@relevantz.com::3362e219-c834-491f-9854-1ab1850ed95b" providerId="AD" clId="Web-{4BB0B625-0A3F-F891-772A-E3B19C12F2A8}" dt="2025-06-04T12:35:11.889" v="210"/>
          <ac:graphicFrameMkLst>
            <pc:docMk/>
            <pc:sldMk cId="3420108366" sldId="323"/>
            <ac:graphicFrameMk id="5" creationId="{13A311E8-E552-52E0-A14C-318CC1137A99}"/>
          </ac:graphicFrameMkLst>
        </pc:graphicFrameChg>
      </pc:sldChg>
      <pc:sldChg chg="addSp delSp modSp add replId delAnim">
        <pc:chgData name="Benhar Charles Velankanni" userId="S::benhar.velankanni@relevantz.com::3362e219-c834-491f-9854-1ab1850ed95b" providerId="AD" clId="Web-{4BB0B625-0A3F-F891-772A-E3B19C12F2A8}" dt="2025-06-04T12:36:30.019" v="220"/>
        <pc:sldMkLst>
          <pc:docMk/>
          <pc:sldMk cId="3608658414" sldId="324"/>
        </pc:sldMkLst>
        <pc:spChg chg="add del mod">
          <ac:chgData name="Benhar Charles Velankanni" userId="S::benhar.velankanni@relevantz.com::3362e219-c834-491f-9854-1ab1850ed95b" providerId="AD" clId="Web-{4BB0B625-0A3F-F891-772A-E3B19C12F2A8}" dt="2025-06-04T12:36:06.533" v="214"/>
          <ac:spMkLst>
            <pc:docMk/>
            <pc:sldMk cId="3608658414" sldId="324"/>
            <ac:spMk id="3" creationId="{31315552-C24A-692E-FE57-6A63984381BB}"/>
          </ac:spMkLst>
        </pc:spChg>
        <pc:spChg chg="del">
          <ac:chgData name="Benhar Charles Velankanni" userId="S::benhar.velankanni@relevantz.com::3362e219-c834-491f-9854-1ab1850ed95b" providerId="AD" clId="Web-{4BB0B625-0A3F-F891-772A-E3B19C12F2A8}" dt="2025-06-04T12:36:02.924" v="212"/>
          <ac:spMkLst>
            <pc:docMk/>
            <pc:sldMk cId="3608658414" sldId="324"/>
            <ac:spMk id="318" creationId="{1C639050-49FF-4F5E-CD7C-ABEC3E0F0147}"/>
          </ac:spMkLst>
        </pc:spChg>
        <pc:graphicFrameChg chg="add mod modGraphic">
          <ac:chgData name="Benhar Charles Velankanni" userId="S::benhar.velankanni@relevantz.com::3362e219-c834-491f-9854-1ab1850ed95b" providerId="AD" clId="Web-{4BB0B625-0A3F-F891-772A-E3B19C12F2A8}" dt="2025-06-04T12:36:30.019" v="220"/>
          <ac:graphicFrameMkLst>
            <pc:docMk/>
            <pc:sldMk cId="3608658414" sldId="324"/>
            <ac:graphicFrameMk id="5" creationId="{2525CF94-1475-95A7-7D57-167B6AC41BE8}"/>
          </ac:graphicFrameMkLst>
        </pc:graphicFrameChg>
        <pc:picChg chg="del">
          <ac:chgData name="Benhar Charles Velankanni" userId="S::benhar.velankanni@relevantz.com::3362e219-c834-491f-9854-1ab1850ed95b" providerId="AD" clId="Web-{4BB0B625-0A3F-F891-772A-E3B19C12F2A8}" dt="2025-06-04T12:36:08.705" v="215"/>
          <ac:picMkLst>
            <pc:docMk/>
            <pc:sldMk cId="3608658414" sldId="324"/>
            <ac:picMk id="320" creationId="{31798D33-9F70-0A80-6974-A416B3FBCE3F}"/>
          </ac:picMkLst>
        </pc:picChg>
        <pc:picChg chg="del">
          <ac:chgData name="Benhar Charles Velankanni" userId="S::benhar.velankanni@relevantz.com::3362e219-c834-491f-9854-1ab1850ed95b" providerId="AD" clId="Web-{4BB0B625-0A3F-F891-772A-E3B19C12F2A8}" dt="2025-06-04T12:36:04.236" v="213"/>
          <ac:picMkLst>
            <pc:docMk/>
            <pc:sldMk cId="3608658414" sldId="324"/>
            <ac:picMk id="321" creationId="{1B0F296B-6680-8BAD-1FCF-2C84A011D474}"/>
          </ac:picMkLst>
        </pc:picChg>
      </pc:sldChg>
      <pc:sldChg chg="addSp delSp modSp add replId delAnim">
        <pc:chgData name="Benhar Charles Velankanni" userId="S::benhar.velankanni@relevantz.com::3362e219-c834-491f-9854-1ab1850ed95b" providerId="AD" clId="Web-{4BB0B625-0A3F-F891-772A-E3B19C12F2A8}" dt="2025-06-04T12:38:09.026" v="226"/>
        <pc:sldMkLst>
          <pc:docMk/>
          <pc:sldMk cId="1819496393" sldId="325"/>
        </pc:sldMkLst>
        <pc:graphicFrameChg chg="add mod modGraphic">
          <ac:chgData name="Benhar Charles Velankanni" userId="S::benhar.velankanni@relevantz.com::3362e219-c834-491f-9854-1ab1850ed95b" providerId="AD" clId="Web-{4BB0B625-0A3F-F891-772A-E3B19C12F2A8}" dt="2025-06-04T12:38:09.026" v="226"/>
          <ac:graphicFrameMkLst>
            <pc:docMk/>
            <pc:sldMk cId="1819496393" sldId="325"/>
            <ac:graphicFrameMk id="3" creationId="{87949C1D-34CC-16DE-23DE-B131ED3E479E}"/>
          </ac:graphicFrameMkLst>
        </pc:graphicFrameChg>
        <pc:picChg chg="del">
          <ac:chgData name="Benhar Charles Velankanni" userId="S::benhar.velankanni@relevantz.com::3362e219-c834-491f-9854-1ab1850ed95b" providerId="AD" clId="Web-{4BB0B625-0A3F-F891-772A-E3B19C12F2A8}" dt="2025-06-04T12:37:55.510" v="222"/>
          <ac:picMkLst>
            <pc:docMk/>
            <pc:sldMk cId="1819496393" sldId="325"/>
            <ac:picMk id="328" creationId="{22905B28-E419-9CD1-17A6-7F5AE34BFEEE}"/>
          </ac:picMkLst>
        </pc:picChg>
      </pc:sldChg>
      <pc:sldChg chg="addSp delSp modSp add replId delAnim">
        <pc:chgData name="Benhar Charles Velankanni" userId="S::benhar.velankanni@relevantz.com::3362e219-c834-491f-9854-1ab1850ed95b" providerId="AD" clId="Web-{4BB0B625-0A3F-F891-772A-E3B19C12F2A8}" dt="2025-06-04T12:39:10.609" v="236"/>
        <pc:sldMkLst>
          <pc:docMk/>
          <pc:sldMk cId="813771826" sldId="326"/>
        </pc:sldMkLst>
        <pc:spChg chg="add del mod">
          <ac:chgData name="Benhar Charles Velankanni" userId="S::benhar.velankanni@relevantz.com::3362e219-c834-491f-9854-1ab1850ed95b" providerId="AD" clId="Web-{4BB0B625-0A3F-F891-772A-E3B19C12F2A8}" dt="2025-06-04T12:38:52.545" v="230"/>
          <ac:spMkLst>
            <pc:docMk/>
            <pc:sldMk cId="813771826" sldId="326"/>
            <ac:spMk id="3" creationId="{3CE5C29A-27AC-2600-A5C5-404284E7B467}"/>
          </ac:spMkLst>
        </pc:spChg>
        <pc:spChg chg="del">
          <ac:chgData name="Benhar Charles Velankanni" userId="S::benhar.velankanni@relevantz.com::3362e219-c834-491f-9854-1ab1850ed95b" providerId="AD" clId="Web-{4BB0B625-0A3F-F891-772A-E3B19C12F2A8}" dt="2025-06-04T12:38:43.263" v="229"/>
          <ac:spMkLst>
            <pc:docMk/>
            <pc:sldMk cId="813771826" sldId="326"/>
            <ac:spMk id="340" creationId="{59587297-1149-0595-337E-ADC35D0B520D}"/>
          </ac:spMkLst>
        </pc:spChg>
        <pc:graphicFrameChg chg="add mod modGraphic">
          <ac:chgData name="Benhar Charles Velankanni" userId="S::benhar.velankanni@relevantz.com::3362e219-c834-491f-9854-1ab1850ed95b" providerId="AD" clId="Web-{4BB0B625-0A3F-F891-772A-E3B19C12F2A8}" dt="2025-06-04T12:39:10.609" v="236"/>
          <ac:graphicFrameMkLst>
            <pc:docMk/>
            <pc:sldMk cId="813771826" sldId="326"/>
            <ac:graphicFrameMk id="5" creationId="{4FB50E4F-AECC-FB12-0CFA-1B42350C6591}"/>
          </ac:graphicFrameMkLst>
        </pc:graphicFrameChg>
        <pc:picChg chg="del">
          <ac:chgData name="Benhar Charles Velankanni" userId="S::benhar.velankanni@relevantz.com::3362e219-c834-491f-9854-1ab1850ed95b" providerId="AD" clId="Web-{4BB0B625-0A3F-F891-772A-E3B19C12F2A8}" dt="2025-06-04T12:38:41.404" v="228"/>
          <ac:picMkLst>
            <pc:docMk/>
            <pc:sldMk cId="813771826" sldId="326"/>
            <ac:picMk id="342" creationId="{1BB14074-31A6-92A6-E14D-F3B48CE230BA}"/>
          </ac:picMkLst>
        </pc:picChg>
      </pc:sldChg>
      <pc:sldChg chg="addSp delSp modSp add replId delAnim">
        <pc:chgData name="Benhar Charles Velankanni" userId="S::benhar.velankanni@relevantz.com::3362e219-c834-491f-9854-1ab1850ed95b" providerId="AD" clId="Web-{4BB0B625-0A3F-F891-772A-E3B19C12F2A8}" dt="2025-06-04T12:40:19.239" v="247"/>
        <pc:sldMkLst>
          <pc:docMk/>
          <pc:sldMk cId="2596445856" sldId="327"/>
        </pc:sldMkLst>
        <pc:spChg chg="add del mod">
          <ac:chgData name="Benhar Charles Velankanni" userId="S::benhar.velankanni@relevantz.com::3362e219-c834-491f-9854-1ab1850ed95b" providerId="AD" clId="Web-{4BB0B625-0A3F-F891-772A-E3B19C12F2A8}" dt="2025-06-04T12:40:05.347" v="241"/>
          <ac:spMkLst>
            <pc:docMk/>
            <pc:sldMk cId="2596445856" sldId="327"/>
            <ac:spMk id="3" creationId="{EB94A7B5-3882-E78C-1139-F84537972E76}"/>
          </ac:spMkLst>
        </pc:spChg>
        <pc:spChg chg="del">
          <ac:chgData name="Benhar Charles Velankanni" userId="S::benhar.velankanni@relevantz.com::3362e219-c834-491f-9854-1ab1850ed95b" providerId="AD" clId="Web-{4BB0B625-0A3F-F891-772A-E3B19C12F2A8}" dt="2025-06-04T12:39:58.221" v="240"/>
          <ac:spMkLst>
            <pc:docMk/>
            <pc:sldMk cId="2596445856" sldId="327"/>
            <ac:spMk id="354" creationId="{BAAA65D0-6DEB-5E87-B793-C3C8E99E1860}"/>
          </ac:spMkLst>
        </pc:spChg>
        <pc:graphicFrameChg chg="add mod modGraphic">
          <ac:chgData name="Benhar Charles Velankanni" userId="S::benhar.velankanni@relevantz.com::3362e219-c834-491f-9854-1ab1850ed95b" providerId="AD" clId="Web-{4BB0B625-0A3F-F891-772A-E3B19C12F2A8}" dt="2025-06-04T12:40:19.239" v="247"/>
          <ac:graphicFrameMkLst>
            <pc:docMk/>
            <pc:sldMk cId="2596445856" sldId="327"/>
            <ac:graphicFrameMk id="5" creationId="{3EFB308C-CEEA-FDE9-F437-EA99B1650A87}"/>
          </ac:graphicFrameMkLst>
        </pc:graphicFrameChg>
        <pc:picChg chg="del">
          <ac:chgData name="Benhar Charles Velankanni" userId="S::benhar.velankanni@relevantz.com::3362e219-c834-491f-9854-1ab1850ed95b" providerId="AD" clId="Web-{4BB0B625-0A3F-F891-772A-E3B19C12F2A8}" dt="2025-06-04T12:39:56.081" v="239"/>
          <ac:picMkLst>
            <pc:docMk/>
            <pc:sldMk cId="2596445856" sldId="327"/>
            <ac:picMk id="356" creationId="{B984C28F-990F-CD48-CC75-21863E5A2112}"/>
          </ac:picMkLst>
        </pc:picChg>
      </pc:sldChg>
    </pc:docChg>
  </pc:docChgLst>
  <pc:docChgLst>
    <pc:chgData name="Benhar Charles Velankanni" userId="S::benhar.velankanni@relevantz.com::3362e219-c834-491f-9854-1ab1850ed95b" providerId="AD" clId="Web-{B40E3FFB-5E89-61FA-FF01-295DEB25B7BC}"/>
    <pc:docChg chg="addSld delSld modSld sldOrd">
      <pc:chgData name="Benhar Charles Velankanni" userId="S::benhar.velankanni@relevantz.com::3362e219-c834-491f-9854-1ab1850ed95b" providerId="AD" clId="Web-{B40E3FFB-5E89-61FA-FF01-295DEB25B7BC}" dt="2025-06-04T15:55:20.593" v="346"/>
      <pc:docMkLst>
        <pc:docMk/>
      </pc:docMkLst>
      <pc:sldChg chg="ord">
        <pc:chgData name="Benhar Charles Velankanni" userId="S::benhar.velankanni@relevantz.com::3362e219-c834-491f-9854-1ab1850ed95b" providerId="AD" clId="Web-{B40E3FFB-5E89-61FA-FF01-295DEB25B7BC}" dt="2025-06-04T15:08:53.328" v="246"/>
        <pc:sldMkLst>
          <pc:docMk/>
          <pc:sldMk cId="0" sldId="269"/>
        </pc:sldMkLst>
      </pc:sldChg>
      <pc:sldChg chg="addSp delSp modSp">
        <pc:chgData name="Benhar Charles Velankanni" userId="S::benhar.velankanni@relevantz.com::3362e219-c834-491f-9854-1ab1850ed95b" providerId="AD" clId="Web-{B40E3FFB-5E89-61FA-FF01-295DEB25B7BC}" dt="2025-06-04T13:50:15.800" v="27" actId="1076"/>
        <pc:sldMkLst>
          <pc:docMk/>
          <pc:sldMk cId="0" sldId="290"/>
        </pc:sldMkLst>
        <pc:graphicFrameChg chg="add mod modGraphic">
          <ac:chgData name="Benhar Charles Velankanni" userId="S::benhar.velankanni@relevantz.com::3362e219-c834-491f-9854-1ab1850ed95b" providerId="AD" clId="Web-{B40E3FFB-5E89-61FA-FF01-295DEB25B7BC}" dt="2025-06-04T13:50:15.800" v="27" actId="1076"/>
          <ac:graphicFrameMkLst>
            <pc:docMk/>
            <pc:sldMk cId="0" sldId="290"/>
            <ac:graphicFrameMk id="3" creationId="{778E00DB-8913-26BB-D679-1CCDDEFBA491}"/>
          </ac:graphicFrameMkLst>
        </pc:graphicFrameChg>
        <pc:picChg chg="del">
          <ac:chgData name="Benhar Charles Velankanni" userId="S::benhar.velankanni@relevantz.com::3362e219-c834-491f-9854-1ab1850ed95b" providerId="AD" clId="Web-{B40E3FFB-5E89-61FA-FF01-295DEB25B7BC}" dt="2025-06-04T13:48:08.133" v="0"/>
          <ac:picMkLst>
            <pc:docMk/>
            <pc:sldMk cId="0" sldId="290"/>
            <ac:picMk id="368" creationId="{00000000-0000-0000-0000-000000000000}"/>
          </ac:picMkLst>
        </pc:picChg>
      </pc:sldChg>
      <pc:sldChg chg="addSp delSp modSp delAnim">
        <pc:chgData name="Benhar Charles Velankanni" userId="S::benhar.velankanni@relevantz.com::3362e219-c834-491f-9854-1ab1850ed95b" providerId="AD" clId="Web-{B40E3FFB-5E89-61FA-FF01-295DEB25B7BC}" dt="2025-06-04T13:54:10.990" v="59" actId="1076"/>
        <pc:sldMkLst>
          <pc:docMk/>
          <pc:sldMk cId="0" sldId="292"/>
        </pc:sldMkLst>
        <pc:graphicFrameChg chg="add del mod">
          <ac:chgData name="Benhar Charles Velankanni" userId="S::benhar.velankanni@relevantz.com::3362e219-c834-491f-9854-1ab1850ed95b" providerId="AD" clId="Web-{B40E3FFB-5E89-61FA-FF01-295DEB25B7BC}" dt="2025-06-04T13:54:05.646" v="58"/>
          <ac:graphicFrameMkLst>
            <pc:docMk/>
            <pc:sldMk cId="0" sldId="292"/>
            <ac:graphicFrameMk id="3" creationId="{1D7F9396-6667-3B04-927A-5DAB20704B95}"/>
          </ac:graphicFrameMkLst>
        </pc:graphicFrameChg>
        <pc:graphicFrameChg chg="add">
          <ac:chgData name="Benhar Charles Velankanni" userId="S::benhar.velankanni@relevantz.com::3362e219-c834-491f-9854-1ab1850ed95b" providerId="AD" clId="Web-{B40E3FFB-5E89-61FA-FF01-295DEB25B7BC}" dt="2025-06-04T13:54:00.005" v="57"/>
          <ac:graphicFrameMkLst>
            <pc:docMk/>
            <pc:sldMk cId="0" sldId="292"/>
            <ac:graphicFrameMk id="5" creationId="{DBACB548-CB9D-43B3-821E-54E683CA5359}"/>
          </ac:graphicFrameMkLst>
        </pc:graphicFrameChg>
        <pc:picChg chg="del">
          <ac:chgData name="Benhar Charles Velankanni" userId="S::benhar.velankanni@relevantz.com::3362e219-c834-491f-9854-1ab1850ed95b" providerId="AD" clId="Web-{B40E3FFB-5E89-61FA-FF01-295DEB25B7BC}" dt="2025-06-04T13:50:48.802" v="30"/>
          <ac:picMkLst>
            <pc:docMk/>
            <pc:sldMk cId="0" sldId="292"/>
            <ac:picMk id="380" creationId="{00000000-0000-0000-0000-000000000000}"/>
          </ac:picMkLst>
        </pc:picChg>
      </pc:sldChg>
      <pc:sldChg chg="addSp delSp modSp">
        <pc:chgData name="Benhar Charles Velankanni" userId="S::benhar.velankanni@relevantz.com::3362e219-c834-491f-9854-1ab1850ed95b" providerId="AD" clId="Web-{B40E3FFB-5E89-61FA-FF01-295DEB25B7BC}" dt="2025-06-04T13:57:44.570" v="138"/>
        <pc:sldMkLst>
          <pc:docMk/>
          <pc:sldMk cId="0" sldId="298"/>
        </pc:sldMkLst>
        <pc:graphicFrameChg chg="add mod modGraphic">
          <ac:chgData name="Benhar Charles Velankanni" userId="S::benhar.velankanni@relevantz.com::3362e219-c834-491f-9854-1ab1850ed95b" providerId="AD" clId="Web-{B40E3FFB-5E89-61FA-FF01-295DEB25B7BC}" dt="2025-06-04T13:57:44.570" v="138"/>
          <ac:graphicFrameMkLst>
            <pc:docMk/>
            <pc:sldMk cId="0" sldId="298"/>
            <ac:graphicFrameMk id="3" creationId="{48DDA73F-2397-2BDE-2841-0CBFAF3764CD}"/>
          </ac:graphicFrameMkLst>
        </pc:graphicFrameChg>
        <pc:graphicFrameChg chg="add del mod">
          <ac:chgData name="Benhar Charles Velankanni" userId="S::benhar.velankanni@relevantz.com::3362e219-c834-491f-9854-1ab1850ed95b" providerId="AD" clId="Web-{B40E3FFB-5E89-61FA-FF01-295DEB25B7BC}" dt="2025-06-04T13:57:24.771" v="133"/>
          <ac:graphicFrameMkLst>
            <pc:docMk/>
            <pc:sldMk cId="0" sldId="298"/>
            <ac:graphicFrameMk id="5" creationId="{C079AF71-A93C-CF32-6B66-E64ED6A32C30}"/>
          </ac:graphicFrameMkLst>
        </pc:graphicFrameChg>
        <pc:picChg chg="del">
          <ac:chgData name="Benhar Charles Velankanni" userId="S::benhar.velankanni@relevantz.com::3362e219-c834-491f-9854-1ab1850ed95b" providerId="AD" clId="Web-{B40E3FFB-5E89-61FA-FF01-295DEB25B7BC}" dt="2025-06-04T13:56:33.611" v="69"/>
          <ac:picMkLst>
            <pc:docMk/>
            <pc:sldMk cId="0" sldId="298"/>
            <ac:picMk id="416" creationId="{00000000-0000-0000-0000-000000000000}"/>
          </ac:picMkLst>
        </pc:picChg>
      </pc:sldChg>
      <pc:sldChg chg="addSp delSp modSp">
        <pc:chgData name="Benhar Charles Velankanni" userId="S::benhar.velankanni@relevantz.com::3362e219-c834-491f-9854-1ab1850ed95b" providerId="AD" clId="Web-{B40E3FFB-5E89-61FA-FF01-295DEB25B7BC}" dt="2025-06-04T14:01:21.649" v="155"/>
        <pc:sldMkLst>
          <pc:docMk/>
          <pc:sldMk cId="0" sldId="299"/>
        </pc:sldMkLst>
        <pc:graphicFrameChg chg="add mod modGraphic">
          <ac:chgData name="Benhar Charles Velankanni" userId="S::benhar.velankanni@relevantz.com::3362e219-c834-491f-9854-1ab1850ed95b" providerId="AD" clId="Web-{B40E3FFB-5E89-61FA-FF01-295DEB25B7BC}" dt="2025-06-04T14:01:21.649" v="155"/>
          <ac:graphicFrameMkLst>
            <pc:docMk/>
            <pc:sldMk cId="0" sldId="299"/>
            <ac:graphicFrameMk id="3" creationId="{2FD996BC-D839-A332-0039-8D6AA3C43C9F}"/>
          </ac:graphicFrameMkLst>
        </pc:graphicFrameChg>
        <pc:picChg chg="del">
          <ac:chgData name="Benhar Charles Velankanni" userId="S::benhar.velankanni@relevantz.com::3362e219-c834-491f-9854-1ab1850ed95b" providerId="AD" clId="Web-{B40E3FFB-5E89-61FA-FF01-295DEB25B7BC}" dt="2025-06-04T13:59:07.232" v="148"/>
          <ac:picMkLst>
            <pc:docMk/>
            <pc:sldMk cId="0" sldId="299"/>
            <ac:picMk id="423" creationId="{00000000-0000-0000-0000-000000000000}"/>
          </ac:picMkLst>
        </pc:picChg>
      </pc:sldChg>
      <pc:sldChg chg="addSp delSp modSp">
        <pc:chgData name="Benhar Charles Velankanni" userId="S::benhar.velankanni@relevantz.com::3362e219-c834-491f-9854-1ab1850ed95b" providerId="AD" clId="Web-{B40E3FFB-5E89-61FA-FF01-295DEB25B7BC}" dt="2025-06-04T14:02:24.670" v="162"/>
        <pc:sldMkLst>
          <pc:docMk/>
          <pc:sldMk cId="0" sldId="300"/>
        </pc:sldMkLst>
        <pc:graphicFrameChg chg="add mod modGraphic">
          <ac:chgData name="Benhar Charles Velankanni" userId="S::benhar.velankanni@relevantz.com::3362e219-c834-491f-9854-1ab1850ed95b" providerId="AD" clId="Web-{B40E3FFB-5E89-61FA-FF01-295DEB25B7BC}" dt="2025-06-04T14:02:24.670" v="162"/>
          <ac:graphicFrameMkLst>
            <pc:docMk/>
            <pc:sldMk cId="0" sldId="300"/>
            <ac:graphicFrameMk id="3" creationId="{3D7E240D-973B-36F4-24A3-4C3CE01BADF7}"/>
          </ac:graphicFrameMkLst>
        </pc:graphicFrameChg>
        <pc:picChg chg="del">
          <ac:chgData name="Benhar Charles Velankanni" userId="S::benhar.velankanni@relevantz.com::3362e219-c834-491f-9854-1ab1850ed95b" providerId="AD" clId="Web-{B40E3FFB-5E89-61FA-FF01-295DEB25B7BC}" dt="2025-06-04T14:02:08.169" v="156"/>
          <ac:picMkLst>
            <pc:docMk/>
            <pc:sldMk cId="0" sldId="300"/>
            <ac:picMk id="430" creationId="{00000000-0000-0000-0000-000000000000}"/>
          </ac:picMkLst>
        </pc:picChg>
      </pc:sldChg>
      <pc:sldChg chg="addSp delSp modSp">
        <pc:chgData name="Benhar Charles Velankanni" userId="S::benhar.velankanni@relevantz.com::3362e219-c834-491f-9854-1ab1850ed95b" providerId="AD" clId="Web-{B40E3FFB-5E89-61FA-FF01-295DEB25B7BC}" dt="2025-06-04T14:06:55.535" v="203"/>
        <pc:sldMkLst>
          <pc:docMk/>
          <pc:sldMk cId="0" sldId="301"/>
        </pc:sldMkLst>
        <pc:graphicFrameChg chg="add mod modGraphic">
          <ac:chgData name="Benhar Charles Velankanni" userId="S::benhar.velankanni@relevantz.com::3362e219-c834-491f-9854-1ab1850ed95b" providerId="AD" clId="Web-{B40E3FFB-5E89-61FA-FF01-295DEB25B7BC}" dt="2025-06-04T14:06:55.535" v="203"/>
          <ac:graphicFrameMkLst>
            <pc:docMk/>
            <pc:sldMk cId="0" sldId="301"/>
            <ac:graphicFrameMk id="3" creationId="{42349725-964E-D6B5-15A6-1192BC6B5A6F}"/>
          </ac:graphicFrameMkLst>
        </pc:graphicFrameChg>
        <pc:graphicFrameChg chg="add del mod modGraphic">
          <ac:chgData name="Benhar Charles Velankanni" userId="S::benhar.velankanni@relevantz.com::3362e219-c834-491f-9854-1ab1850ed95b" providerId="AD" clId="Web-{B40E3FFB-5E89-61FA-FF01-295DEB25B7BC}" dt="2025-06-04T14:06:25.267" v="196"/>
          <ac:graphicFrameMkLst>
            <pc:docMk/>
            <pc:sldMk cId="0" sldId="301"/>
            <ac:graphicFrameMk id="5" creationId="{C21D5ACA-D02C-2972-0B1E-D888F1E71A01}"/>
          </ac:graphicFrameMkLst>
        </pc:graphicFrameChg>
        <pc:graphicFrameChg chg="add del">
          <ac:chgData name="Benhar Charles Velankanni" userId="S::benhar.velankanni@relevantz.com::3362e219-c834-491f-9854-1ab1850ed95b" providerId="AD" clId="Web-{B40E3FFB-5E89-61FA-FF01-295DEB25B7BC}" dt="2025-06-04T14:04:50.166" v="174"/>
          <ac:graphicFrameMkLst>
            <pc:docMk/>
            <pc:sldMk cId="0" sldId="301"/>
            <ac:graphicFrameMk id="6" creationId="{AC019E44-22E9-4878-3E87-69DAB4E90FAA}"/>
          </ac:graphicFrameMkLst>
        </pc:graphicFrameChg>
        <pc:picChg chg="del">
          <ac:chgData name="Benhar Charles Velankanni" userId="S::benhar.velankanni@relevantz.com::3362e219-c834-491f-9854-1ab1850ed95b" providerId="AD" clId="Web-{B40E3FFB-5E89-61FA-FF01-295DEB25B7BC}" dt="2025-06-04T14:02:32.655" v="163"/>
          <ac:picMkLst>
            <pc:docMk/>
            <pc:sldMk cId="0" sldId="301"/>
            <ac:picMk id="437" creationId="{00000000-0000-0000-0000-000000000000}"/>
          </ac:picMkLst>
        </pc:picChg>
      </pc:sldChg>
      <pc:sldChg chg="addSp delSp modSp">
        <pc:chgData name="Benhar Charles Velankanni" userId="S::benhar.velankanni@relevantz.com::3362e219-c834-491f-9854-1ab1850ed95b" providerId="AD" clId="Web-{B40E3FFB-5E89-61FA-FF01-295DEB25B7BC}" dt="2025-06-04T15:02:52.783" v="229" actId="1076"/>
        <pc:sldMkLst>
          <pc:docMk/>
          <pc:sldMk cId="0" sldId="306"/>
        </pc:sldMkLst>
        <pc:spChg chg="add del mod">
          <ac:chgData name="Benhar Charles Velankanni" userId="S::benhar.velankanni@relevantz.com::3362e219-c834-491f-9854-1ab1850ed95b" providerId="AD" clId="Web-{B40E3FFB-5E89-61FA-FF01-295DEB25B7BC}" dt="2025-06-04T15:02:25.174" v="220"/>
          <ac:spMkLst>
            <pc:docMk/>
            <pc:sldMk cId="0" sldId="306"/>
            <ac:spMk id="3" creationId="{9ABD00F4-7692-658B-02F2-96FCB31E52B0}"/>
          </ac:spMkLst>
        </pc:spChg>
        <pc:spChg chg="del">
          <ac:chgData name="Benhar Charles Velankanni" userId="S::benhar.velankanni@relevantz.com::3362e219-c834-491f-9854-1ab1850ed95b" providerId="AD" clId="Web-{B40E3FFB-5E89-61FA-FF01-295DEB25B7BC}" dt="2025-06-04T15:02:04.312" v="217"/>
          <ac:spMkLst>
            <pc:docMk/>
            <pc:sldMk cId="0" sldId="306"/>
            <ac:spMk id="465" creationId="{00000000-0000-0000-0000-000000000000}"/>
          </ac:spMkLst>
        </pc:spChg>
        <pc:graphicFrameChg chg="add mod modGraphic">
          <ac:chgData name="Benhar Charles Velankanni" userId="S::benhar.velankanni@relevantz.com::3362e219-c834-491f-9854-1ab1850ed95b" providerId="AD" clId="Web-{B40E3FFB-5E89-61FA-FF01-295DEB25B7BC}" dt="2025-06-04T15:02:52.783" v="229" actId="1076"/>
          <ac:graphicFrameMkLst>
            <pc:docMk/>
            <pc:sldMk cId="0" sldId="306"/>
            <ac:graphicFrameMk id="5" creationId="{FEBAA6E7-712B-86F0-184C-2EB908BCFDFA}"/>
          </ac:graphicFrameMkLst>
        </pc:graphicFrameChg>
      </pc:sldChg>
      <pc:sldChg chg="modSp">
        <pc:chgData name="Benhar Charles Velankanni" userId="S::benhar.velankanni@relevantz.com::3362e219-c834-491f-9854-1ab1850ed95b" providerId="AD" clId="Web-{B40E3FFB-5E89-61FA-FF01-295DEB25B7BC}" dt="2025-06-04T15:21:28.779" v="344" actId="20577"/>
        <pc:sldMkLst>
          <pc:docMk/>
          <pc:sldMk cId="0" sldId="313"/>
        </pc:sldMkLst>
        <pc:spChg chg="mod">
          <ac:chgData name="Benhar Charles Velankanni" userId="S::benhar.velankanni@relevantz.com::3362e219-c834-491f-9854-1ab1850ed95b" providerId="AD" clId="Web-{B40E3FFB-5E89-61FA-FF01-295DEB25B7BC}" dt="2025-06-04T15:21:28.779" v="344" actId="20577"/>
          <ac:spMkLst>
            <pc:docMk/>
            <pc:sldMk cId="0" sldId="313"/>
            <ac:spMk id="509" creationId="{00000000-0000-0000-0000-000000000000}"/>
          </ac:spMkLst>
        </pc:spChg>
      </pc:sldChg>
      <pc:sldChg chg="modSp">
        <pc:chgData name="Benhar Charles Velankanni" userId="S::benhar.velankanni@relevantz.com::3362e219-c834-491f-9854-1ab1850ed95b" providerId="AD" clId="Web-{B40E3FFB-5E89-61FA-FF01-295DEB25B7BC}" dt="2025-06-04T15:03:55.082" v="230"/>
        <pc:sldMkLst>
          <pc:docMk/>
          <pc:sldMk cId="4085850579" sldId="317"/>
        </pc:sldMkLst>
        <pc:graphicFrameChg chg="modGraphic">
          <ac:chgData name="Benhar Charles Velankanni" userId="S::benhar.velankanni@relevantz.com::3362e219-c834-491f-9854-1ab1850ed95b" providerId="AD" clId="Web-{B40E3FFB-5E89-61FA-FF01-295DEB25B7BC}" dt="2025-06-04T15:03:55.082" v="230"/>
          <ac:graphicFrameMkLst>
            <pc:docMk/>
            <pc:sldMk cId="4085850579" sldId="317"/>
            <ac:graphicFrameMk id="5" creationId="{F3DCECEF-AA3D-B301-1836-5252DCB00A0F}"/>
          </ac:graphicFrameMkLst>
        </pc:graphicFrameChg>
      </pc:sldChg>
      <pc:sldChg chg="addSp delSp modSp">
        <pc:chgData name="Benhar Charles Velankanni" userId="S::benhar.velankanni@relevantz.com::3362e219-c834-491f-9854-1ab1850ed95b" providerId="AD" clId="Web-{B40E3FFB-5E89-61FA-FF01-295DEB25B7BC}" dt="2025-06-04T15:06:52.777" v="244"/>
        <pc:sldMkLst>
          <pc:docMk/>
          <pc:sldMk cId="3948225039" sldId="318"/>
        </pc:sldMkLst>
        <pc:graphicFrameChg chg="add mod modGraphic">
          <ac:chgData name="Benhar Charles Velankanni" userId="S::benhar.velankanni@relevantz.com::3362e219-c834-491f-9854-1ab1850ed95b" providerId="AD" clId="Web-{B40E3FFB-5E89-61FA-FF01-295DEB25B7BC}" dt="2025-06-04T15:06:52.777" v="244"/>
          <ac:graphicFrameMkLst>
            <pc:docMk/>
            <pc:sldMk cId="3948225039" sldId="318"/>
            <ac:graphicFrameMk id="3" creationId="{10DC9657-AE9E-CFAB-23FB-0D1EB08C733F}"/>
          </ac:graphicFrameMkLst>
        </pc:graphicFrameChg>
        <pc:graphicFrameChg chg="del">
          <ac:chgData name="Benhar Charles Velankanni" userId="S::benhar.velankanni@relevantz.com::3362e219-c834-491f-9854-1ab1850ed95b" providerId="AD" clId="Web-{B40E3FFB-5E89-61FA-FF01-295DEB25B7BC}" dt="2025-06-04T15:05:34.852" v="231"/>
          <ac:graphicFrameMkLst>
            <pc:docMk/>
            <pc:sldMk cId="3948225039" sldId="318"/>
            <ac:graphicFrameMk id="5" creationId="{10D91901-AD94-7BC1-4D8C-F974353110F2}"/>
          </ac:graphicFrameMkLst>
        </pc:graphicFrameChg>
      </pc:sldChg>
      <pc:sldChg chg="ord">
        <pc:chgData name="Benhar Charles Velankanni" userId="S::benhar.velankanni@relevantz.com::3362e219-c834-491f-9854-1ab1850ed95b" providerId="AD" clId="Web-{B40E3FFB-5E89-61FA-FF01-295DEB25B7BC}" dt="2025-06-04T15:10:16.660" v="262"/>
        <pc:sldMkLst>
          <pc:docMk/>
          <pc:sldMk cId="2631080072" sldId="319"/>
        </pc:sldMkLst>
      </pc:sldChg>
      <pc:sldChg chg="modNotes">
        <pc:chgData name="Benhar Charles Velankanni" userId="S::benhar.velankanni@relevantz.com::3362e219-c834-491f-9854-1ab1850ed95b" providerId="AD" clId="Web-{B40E3FFB-5E89-61FA-FF01-295DEB25B7BC}" dt="2025-06-04T15:55:20.593" v="346"/>
        <pc:sldMkLst>
          <pc:docMk/>
          <pc:sldMk cId="3274934980" sldId="320"/>
        </pc:sldMkLst>
      </pc:sldChg>
      <pc:sldChg chg="addSp delSp modSp add replId delAnim">
        <pc:chgData name="Benhar Charles Velankanni" userId="S::benhar.velankanni@relevantz.com::3362e219-c834-491f-9854-1ab1850ed95b" providerId="AD" clId="Web-{B40E3FFB-5E89-61FA-FF01-295DEB25B7BC}" dt="2025-06-04T13:54:15.209" v="60"/>
        <pc:sldMkLst>
          <pc:docMk/>
          <pc:sldMk cId="1331273169" sldId="328"/>
        </pc:sldMkLst>
        <pc:spChg chg="add del mod">
          <ac:chgData name="Benhar Charles Velankanni" userId="S::benhar.velankanni@relevantz.com::3362e219-c834-491f-9854-1ab1850ed95b" providerId="AD" clId="Web-{B40E3FFB-5E89-61FA-FF01-295DEB25B7BC}" dt="2025-06-04T13:52:28.795" v="41"/>
          <ac:spMkLst>
            <pc:docMk/>
            <pc:sldMk cId="1331273169" sldId="328"/>
            <ac:spMk id="3" creationId="{CE48AF5D-3218-C61C-732E-E5C80296BDE0}"/>
          </ac:spMkLst>
        </pc:spChg>
        <pc:spChg chg="del">
          <ac:chgData name="Benhar Charles Velankanni" userId="S::benhar.velankanni@relevantz.com::3362e219-c834-491f-9854-1ab1850ed95b" providerId="AD" clId="Web-{B40E3FFB-5E89-61FA-FF01-295DEB25B7BC}" dt="2025-06-04T13:51:42.838" v="31"/>
          <ac:spMkLst>
            <pc:docMk/>
            <pc:sldMk cId="1331273169" sldId="328"/>
            <ac:spMk id="378" creationId="{B0468A84-57C3-1CA9-AA76-9932DF686D4C}"/>
          </ac:spMkLst>
        </pc:spChg>
        <pc:graphicFrameChg chg="add del mod modGraphic">
          <ac:chgData name="Benhar Charles Velankanni" userId="S::benhar.velankanni@relevantz.com::3362e219-c834-491f-9854-1ab1850ed95b" providerId="AD" clId="Web-{B40E3FFB-5E89-61FA-FF01-295DEB25B7BC}" dt="2025-06-04T13:53:56.473" v="56"/>
          <ac:graphicFrameMkLst>
            <pc:docMk/>
            <pc:sldMk cId="1331273169" sldId="328"/>
            <ac:graphicFrameMk id="5" creationId="{DBACB548-CB9D-43B3-821E-54E683CA5359}"/>
          </ac:graphicFrameMkLst>
        </pc:graphicFrameChg>
        <pc:graphicFrameChg chg="mod">
          <ac:chgData name="Benhar Charles Velankanni" userId="S::benhar.velankanni@relevantz.com::3362e219-c834-491f-9854-1ab1850ed95b" providerId="AD" clId="Web-{B40E3FFB-5E89-61FA-FF01-295DEB25B7BC}" dt="2025-06-04T13:54:15.209" v="60"/>
          <ac:graphicFrameMkLst>
            <pc:docMk/>
            <pc:sldMk cId="1331273169" sldId="328"/>
            <ac:graphicFrameMk id="7" creationId="{1D7F9396-6667-3B04-927A-5DAB20704B95}"/>
          </ac:graphicFrameMkLst>
        </pc:graphicFrameChg>
        <pc:picChg chg="del">
          <ac:chgData name="Benhar Charles Velankanni" userId="S::benhar.velankanni@relevantz.com::3362e219-c834-491f-9854-1ab1850ed95b" providerId="AD" clId="Web-{B40E3FFB-5E89-61FA-FF01-295DEB25B7BC}" dt="2025-06-04T13:50:45.896" v="29"/>
          <ac:picMkLst>
            <pc:docMk/>
            <pc:sldMk cId="1331273169" sldId="328"/>
            <ac:picMk id="380" creationId="{FF7187CD-2219-C808-C4BD-CC5F896B6A6C}"/>
          </ac:picMkLst>
        </pc:picChg>
      </pc:sldChg>
      <pc:sldChg chg="addSp delSp modSp add replId">
        <pc:chgData name="Benhar Charles Velankanni" userId="S::benhar.velankanni@relevantz.com::3362e219-c834-491f-9854-1ab1850ed95b" providerId="AD" clId="Web-{B40E3FFB-5E89-61FA-FF01-295DEB25B7BC}" dt="2025-06-04T13:55:41.263" v="68" actId="1076"/>
        <pc:sldMkLst>
          <pc:docMk/>
          <pc:sldMk cId="1059031537" sldId="329"/>
        </pc:sldMkLst>
        <pc:spChg chg="add del mod">
          <ac:chgData name="Benhar Charles Velankanni" userId="S::benhar.velankanni@relevantz.com::3362e219-c834-491f-9854-1ab1850ed95b" providerId="AD" clId="Web-{B40E3FFB-5E89-61FA-FF01-295DEB25B7BC}" dt="2025-06-04T13:55:23.621" v="63"/>
          <ac:spMkLst>
            <pc:docMk/>
            <pc:sldMk cId="1059031537" sldId="329"/>
            <ac:spMk id="3" creationId="{D2AB8572-FF9E-8607-91EB-35CCC0907F9A}"/>
          </ac:spMkLst>
        </pc:spChg>
        <pc:spChg chg="del">
          <ac:chgData name="Benhar Charles Velankanni" userId="S::benhar.velankanni@relevantz.com::3362e219-c834-491f-9854-1ab1850ed95b" providerId="AD" clId="Web-{B40E3FFB-5E89-61FA-FF01-295DEB25B7BC}" dt="2025-06-04T13:55:17.933" v="62"/>
          <ac:spMkLst>
            <pc:docMk/>
            <pc:sldMk cId="1059031537" sldId="329"/>
            <ac:spMk id="390" creationId="{A2591873-6DD9-1F5B-2A93-9676497ACEED}"/>
          </ac:spMkLst>
        </pc:spChg>
        <pc:graphicFrameChg chg="add mod modGraphic">
          <ac:chgData name="Benhar Charles Velankanni" userId="S::benhar.velankanni@relevantz.com::3362e219-c834-491f-9854-1ab1850ed95b" providerId="AD" clId="Web-{B40E3FFB-5E89-61FA-FF01-295DEB25B7BC}" dt="2025-06-04T13:55:41.263" v="68" actId="1076"/>
          <ac:graphicFrameMkLst>
            <pc:docMk/>
            <pc:sldMk cId="1059031537" sldId="329"/>
            <ac:graphicFrameMk id="5" creationId="{AC6F4B21-661F-585F-4D65-E2AA8FA950A0}"/>
          </ac:graphicFrameMkLst>
        </pc:graphicFrameChg>
      </pc:sldChg>
      <pc:sldChg chg="delSp modSp add replId">
        <pc:chgData name="Benhar Charles Velankanni" userId="S::benhar.velankanni@relevantz.com::3362e219-c834-491f-9854-1ab1850ed95b" providerId="AD" clId="Web-{B40E3FFB-5E89-61FA-FF01-295DEB25B7BC}" dt="2025-06-04T13:58:22.729" v="147"/>
        <pc:sldMkLst>
          <pc:docMk/>
          <pc:sldMk cId="3923450393" sldId="330"/>
        </pc:sldMkLst>
        <pc:graphicFrameChg chg="del">
          <ac:chgData name="Benhar Charles Velankanni" userId="S::benhar.velankanni@relevantz.com::3362e219-c834-491f-9854-1ab1850ed95b" providerId="AD" clId="Web-{B40E3FFB-5E89-61FA-FF01-295DEB25B7BC}" dt="2025-06-04T13:57:54.852" v="139"/>
          <ac:graphicFrameMkLst>
            <pc:docMk/>
            <pc:sldMk cId="3923450393" sldId="330"/>
            <ac:graphicFrameMk id="3" creationId="{961B6C24-58D9-103F-AE6A-23EC51BD8932}"/>
          </ac:graphicFrameMkLst>
        </pc:graphicFrameChg>
        <pc:graphicFrameChg chg="mod modGraphic">
          <ac:chgData name="Benhar Charles Velankanni" userId="S::benhar.velankanni@relevantz.com::3362e219-c834-491f-9854-1ab1850ed95b" providerId="AD" clId="Web-{B40E3FFB-5E89-61FA-FF01-295DEB25B7BC}" dt="2025-06-04T13:58:22.729" v="147"/>
          <ac:graphicFrameMkLst>
            <pc:docMk/>
            <pc:sldMk cId="3923450393" sldId="330"/>
            <ac:graphicFrameMk id="5" creationId="{27D2225F-E9CE-5476-986C-FCCCE1DACF96}"/>
          </ac:graphicFrameMkLst>
        </pc:graphicFrameChg>
      </pc:sldChg>
      <pc:sldChg chg="delSp modSp add replId">
        <pc:chgData name="Benhar Charles Velankanni" userId="S::benhar.velankanni@relevantz.com::3362e219-c834-491f-9854-1ab1850ed95b" providerId="AD" clId="Web-{B40E3FFB-5E89-61FA-FF01-295DEB25B7BC}" dt="2025-06-04T14:05:50.296" v="189"/>
        <pc:sldMkLst>
          <pc:docMk/>
          <pc:sldMk cId="135159625" sldId="331"/>
        </pc:sldMkLst>
        <pc:graphicFrameChg chg="del">
          <ac:chgData name="Benhar Charles Velankanni" userId="S::benhar.velankanni@relevantz.com::3362e219-c834-491f-9854-1ab1850ed95b" providerId="AD" clId="Web-{B40E3FFB-5E89-61FA-FF01-295DEB25B7BC}" dt="2025-06-04T14:05:05.761" v="177"/>
          <ac:graphicFrameMkLst>
            <pc:docMk/>
            <pc:sldMk cId="135159625" sldId="331"/>
            <ac:graphicFrameMk id="3" creationId="{D5A3D408-79B5-E020-F815-152FFEF179BB}"/>
          </ac:graphicFrameMkLst>
        </pc:graphicFrameChg>
        <pc:graphicFrameChg chg="mod modGraphic">
          <ac:chgData name="Benhar Charles Velankanni" userId="S::benhar.velankanni@relevantz.com::3362e219-c834-491f-9854-1ab1850ed95b" providerId="AD" clId="Web-{B40E3FFB-5E89-61FA-FF01-295DEB25B7BC}" dt="2025-06-04T14:05:50.296" v="189"/>
          <ac:graphicFrameMkLst>
            <pc:docMk/>
            <pc:sldMk cId="135159625" sldId="331"/>
            <ac:graphicFrameMk id="5" creationId="{A9E4A6BD-4188-2981-A87B-5BD4F3D07621}"/>
          </ac:graphicFrameMkLst>
        </pc:graphicFrameChg>
      </pc:sldChg>
      <pc:sldChg chg="addSp delSp modSp add replId">
        <pc:chgData name="Benhar Charles Velankanni" userId="S::benhar.velankanni@relevantz.com::3362e219-c834-491f-9854-1ab1850ed95b" providerId="AD" clId="Web-{B40E3FFB-5E89-61FA-FF01-295DEB25B7BC}" dt="2025-06-04T15:01:28.717" v="216"/>
        <pc:sldMkLst>
          <pc:docMk/>
          <pc:sldMk cId="2863528705" sldId="332"/>
        </pc:sldMkLst>
        <pc:spChg chg="add del mod">
          <ac:chgData name="Benhar Charles Velankanni" userId="S::benhar.velankanni@relevantz.com::3362e219-c834-491f-9854-1ab1850ed95b" providerId="AD" clId="Web-{B40E3FFB-5E89-61FA-FF01-295DEB25B7BC}" dt="2025-06-04T15:00:59.372" v="207"/>
          <ac:spMkLst>
            <pc:docMk/>
            <pc:sldMk cId="2863528705" sldId="332"/>
            <ac:spMk id="3" creationId="{A02B0334-9B10-D7B8-8E6E-D3A1D17327FD}"/>
          </ac:spMkLst>
        </pc:spChg>
        <pc:spChg chg="del">
          <ac:chgData name="Benhar Charles Velankanni" userId="S::benhar.velankanni@relevantz.com::3362e219-c834-491f-9854-1ab1850ed95b" providerId="AD" clId="Web-{B40E3FFB-5E89-61FA-FF01-295DEB25B7BC}" dt="2025-06-04T15:00:52.575" v="205"/>
          <ac:spMkLst>
            <pc:docMk/>
            <pc:sldMk cId="2863528705" sldId="332"/>
            <ac:spMk id="447" creationId="{CCD7A0E0-C107-6EC8-D2F8-6FE4968885E7}"/>
          </ac:spMkLst>
        </pc:spChg>
        <pc:graphicFrameChg chg="add mod modGraphic">
          <ac:chgData name="Benhar Charles Velankanni" userId="S::benhar.velankanni@relevantz.com::3362e219-c834-491f-9854-1ab1850ed95b" providerId="AD" clId="Web-{B40E3FFB-5E89-61FA-FF01-295DEB25B7BC}" dt="2025-06-04T15:01:28.717" v="216"/>
          <ac:graphicFrameMkLst>
            <pc:docMk/>
            <pc:sldMk cId="2863528705" sldId="332"/>
            <ac:graphicFrameMk id="5" creationId="{05A716D7-8EA8-AC24-5484-BC93D6BA9888}"/>
          </ac:graphicFrameMkLst>
        </pc:graphicFrameChg>
        <pc:picChg chg="del">
          <ac:chgData name="Benhar Charles Velankanni" userId="S::benhar.velankanni@relevantz.com::3362e219-c834-491f-9854-1ab1850ed95b" providerId="AD" clId="Web-{B40E3FFB-5E89-61FA-FF01-295DEB25B7BC}" dt="2025-06-04T15:00:53.778" v="206"/>
          <ac:picMkLst>
            <pc:docMk/>
            <pc:sldMk cId="2863528705" sldId="332"/>
            <ac:picMk id="449" creationId="{39E1B664-DCF9-E123-8BAD-F18287B4E8E5}"/>
          </ac:picMkLst>
        </pc:picChg>
      </pc:sldChg>
      <pc:sldChg chg="addSp delSp modSp add replId delAnim">
        <pc:chgData name="Benhar Charles Velankanni" userId="S::benhar.velankanni@relevantz.com::3362e219-c834-491f-9854-1ab1850ed95b" providerId="AD" clId="Web-{B40E3FFB-5E89-61FA-FF01-295DEB25B7BC}" dt="2025-06-04T15:09:55.440" v="261"/>
        <pc:sldMkLst>
          <pc:docMk/>
          <pc:sldMk cId="1241844368" sldId="333"/>
        </pc:sldMkLst>
        <pc:spChg chg="add del mod">
          <ac:chgData name="Benhar Charles Velankanni" userId="S::benhar.velankanni@relevantz.com::3362e219-c834-491f-9854-1ab1850ed95b" providerId="AD" clId="Web-{B40E3FFB-5E89-61FA-FF01-295DEB25B7BC}" dt="2025-06-04T15:09:21.986" v="252"/>
          <ac:spMkLst>
            <pc:docMk/>
            <pc:sldMk cId="1241844368" sldId="333"/>
            <ac:spMk id="3" creationId="{6E10526C-ED92-38AF-EEB7-33BDA865822D}"/>
          </ac:spMkLst>
        </pc:spChg>
        <pc:spChg chg="del">
          <ac:chgData name="Benhar Charles Velankanni" userId="S::benhar.velankanni@relevantz.com::3362e219-c834-491f-9854-1ab1850ed95b" providerId="AD" clId="Web-{B40E3FFB-5E89-61FA-FF01-295DEB25B7BC}" dt="2025-06-04T15:09:10.548" v="249"/>
          <ac:spMkLst>
            <pc:docMk/>
            <pc:sldMk cId="1241844368" sldId="333"/>
            <ac:spMk id="225" creationId="{27C17BB4-1C23-E006-7C7F-3F83B563A8EC}"/>
          </ac:spMkLst>
        </pc:spChg>
        <pc:graphicFrameChg chg="add mod modGraphic">
          <ac:chgData name="Benhar Charles Velankanni" userId="S::benhar.velankanni@relevantz.com::3362e219-c834-491f-9854-1ab1850ed95b" providerId="AD" clId="Web-{B40E3FFB-5E89-61FA-FF01-295DEB25B7BC}" dt="2025-06-04T15:09:55.440" v="261"/>
          <ac:graphicFrameMkLst>
            <pc:docMk/>
            <pc:sldMk cId="1241844368" sldId="333"/>
            <ac:graphicFrameMk id="5" creationId="{3C53C8AA-12E0-F355-3375-5467908655AD}"/>
          </ac:graphicFrameMkLst>
        </pc:graphicFrameChg>
        <pc:picChg chg="del">
          <ac:chgData name="Benhar Charles Velankanni" userId="S::benhar.velankanni@relevantz.com::3362e219-c834-491f-9854-1ab1850ed95b" providerId="AD" clId="Web-{B40E3FFB-5E89-61FA-FF01-295DEB25B7BC}" dt="2025-06-04T15:09:06.063" v="248"/>
          <ac:picMkLst>
            <pc:docMk/>
            <pc:sldMk cId="1241844368" sldId="333"/>
            <ac:picMk id="227" creationId="{4BCEC4CA-8613-3B5B-B8EB-7D693177455C}"/>
          </ac:picMkLst>
        </pc:picChg>
      </pc:sldChg>
      <pc:sldChg chg="add del replId">
        <pc:chgData name="Benhar Charles Velankanni" userId="S::benhar.velankanni@relevantz.com::3362e219-c834-491f-9854-1ab1850ed95b" providerId="AD" clId="Web-{B40E3FFB-5E89-61FA-FF01-295DEB25B7BC}" dt="2025-06-04T15:09:23.892" v="254"/>
        <pc:sldMkLst>
          <pc:docMk/>
          <pc:sldMk cId="1313834256" sldId="334"/>
        </pc:sldMkLst>
      </pc:sldChg>
      <pc:sldChg chg="add del replId">
        <pc:chgData name="Benhar Charles Velankanni" userId="S::benhar.velankanni@relevantz.com::3362e219-c834-491f-9854-1ab1850ed95b" providerId="AD" clId="Web-{B40E3FFB-5E89-61FA-FF01-295DEB25B7BC}" dt="2025-06-04T15:09:17.095" v="251"/>
        <pc:sldMkLst>
          <pc:docMk/>
          <pc:sldMk cId="1797344506" sldId="334"/>
        </pc:sldMkLst>
      </pc:sldChg>
      <pc:sldChg chg="addSp delSp modSp add delAnim">
        <pc:chgData name="Benhar Charles Velankanni" userId="S::benhar.velankanni@relevantz.com::3362e219-c834-491f-9854-1ab1850ed95b" providerId="AD" clId="Web-{B40E3FFB-5E89-61FA-FF01-295DEB25B7BC}" dt="2025-06-04T15:13:43.105" v="308"/>
        <pc:sldMkLst>
          <pc:docMk/>
          <pc:sldMk cId="3279807068" sldId="334"/>
        </pc:sldMkLst>
        <pc:spChg chg="add del mod">
          <ac:chgData name="Benhar Charles Velankanni" userId="S::benhar.velankanni@relevantz.com::3362e219-c834-491f-9854-1ab1850ed95b" providerId="AD" clId="Web-{B40E3FFB-5E89-61FA-FF01-295DEB25B7BC}" dt="2025-06-04T15:11:55.929" v="268"/>
          <ac:spMkLst>
            <pc:docMk/>
            <pc:sldMk cId="3279807068" sldId="334"/>
            <ac:spMk id="3" creationId="{82AFF313-52DD-111F-4A6C-DC27731D72F6}"/>
          </ac:spMkLst>
        </pc:spChg>
        <pc:spChg chg="del mod">
          <ac:chgData name="Benhar Charles Velankanni" userId="S::benhar.velankanni@relevantz.com::3362e219-c834-491f-9854-1ab1850ed95b" providerId="AD" clId="Web-{B40E3FFB-5E89-61FA-FF01-295DEB25B7BC}" dt="2025-06-04T15:11:51.866" v="266"/>
          <ac:spMkLst>
            <pc:docMk/>
            <pc:sldMk cId="3279807068" sldId="334"/>
            <ac:spMk id="295" creationId="{00000000-0000-0000-0000-000000000000}"/>
          </ac:spMkLst>
        </pc:spChg>
        <pc:graphicFrameChg chg="add mod modGraphic">
          <ac:chgData name="Benhar Charles Velankanni" userId="S::benhar.velankanni@relevantz.com::3362e219-c834-491f-9854-1ab1850ed95b" providerId="AD" clId="Web-{B40E3FFB-5E89-61FA-FF01-295DEB25B7BC}" dt="2025-06-04T15:13:43.105" v="308"/>
          <ac:graphicFrameMkLst>
            <pc:docMk/>
            <pc:sldMk cId="3279807068" sldId="334"/>
            <ac:graphicFrameMk id="5" creationId="{C94909C6-FDF1-9CF0-B76C-9701A09F9A57}"/>
          </ac:graphicFrameMkLst>
        </pc:graphicFrameChg>
        <pc:graphicFrameChg chg="add del mod">
          <ac:chgData name="Benhar Charles Velankanni" userId="S::benhar.velankanni@relevantz.com::3362e219-c834-491f-9854-1ab1850ed95b" providerId="AD" clId="Web-{B40E3FFB-5E89-61FA-FF01-295DEB25B7BC}" dt="2025-06-04T15:13:19.057" v="301"/>
          <ac:graphicFrameMkLst>
            <pc:docMk/>
            <pc:sldMk cId="3279807068" sldId="334"/>
            <ac:graphicFrameMk id="7" creationId="{425F90CA-2A8F-FC7B-5F3C-0A916CEF76E4}"/>
          </ac:graphicFrameMkLst>
        </pc:graphicFrameChg>
        <pc:picChg chg="del">
          <ac:chgData name="Benhar Charles Velankanni" userId="S::benhar.velankanni@relevantz.com::3362e219-c834-491f-9854-1ab1850ed95b" providerId="AD" clId="Web-{B40E3FFB-5E89-61FA-FF01-295DEB25B7BC}" dt="2025-06-04T15:11:45.319" v="264"/>
          <ac:picMkLst>
            <pc:docMk/>
            <pc:sldMk cId="3279807068" sldId="334"/>
            <ac:picMk id="297" creationId="{00000000-0000-0000-0000-000000000000}"/>
          </ac:picMkLst>
        </pc:picChg>
        <pc:picChg chg="del">
          <ac:chgData name="Benhar Charles Velankanni" userId="S::benhar.velankanni@relevantz.com::3362e219-c834-491f-9854-1ab1850ed95b" providerId="AD" clId="Web-{B40E3FFB-5E89-61FA-FF01-295DEB25B7BC}" dt="2025-06-04T15:11:52.898" v="267"/>
          <ac:picMkLst>
            <pc:docMk/>
            <pc:sldMk cId="3279807068" sldId="334"/>
            <ac:picMk id="298" creationId="{00000000-0000-0000-0000-000000000000}"/>
          </ac:picMkLst>
        </pc:picChg>
      </pc:sldChg>
      <pc:sldChg chg="add del">
        <pc:chgData name="Benhar Charles Velankanni" userId="S::benhar.velankanni@relevantz.com::3362e219-c834-491f-9854-1ab1850ed95b" providerId="AD" clId="Web-{B40E3FFB-5E89-61FA-FF01-295DEB25B7BC}" dt="2025-06-04T15:12:03.664" v="270"/>
        <pc:sldMkLst>
          <pc:docMk/>
          <pc:sldMk cId="415392672" sldId="335"/>
        </pc:sldMkLst>
      </pc:sldChg>
      <pc:sldChg chg="delSp modSp add replId">
        <pc:chgData name="Benhar Charles Velankanni" userId="S::benhar.velankanni@relevantz.com::3362e219-c834-491f-9854-1ab1850ed95b" providerId="AD" clId="Web-{B40E3FFB-5E89-61FA-FF01-295DEB25B7BC}" dt="2025-06-04T15:14:21.482" v="314"/>
        <pc:sldMkLst>
          <pc:docMk/>
          <pc:sldMk cId="476002841" sldId="335"/>
        </pc:sldMkLst>
        <pc:graphicFrameChg chg="del">
          <ac:chgData name="Benhar Charles Velankanni" userId="S::benhar.velankanni@relevantz.com::3362e219-c834-491f-9854-1ab1850ed95b" providerId="AD" clId="Web-{B40E3FFB-5E89-61FA-FF01-295DEB25B7BC}" dt="2025-06-04T15:12:37.853" v="275"/>
          <ac:graphicFrameMkLst>
            <pc:docMk/>
            <pc:sldMk cId="476002841" sldId="335"/>
            <ac:graphicFrameMk id="5" creationId="{21FC73F3-42D7-F710-783F-E307455141E1}"/>
          </ac:graphicFrameMkLst>
        </pc:graphicFrameChg>
        <pc:graphicFrameChg chg="mod modGraphic">
          <ac:chgData name="Benhar Charles Velankanni" userId="S::benhar.velankanni@relevantz.com::3362e219-c834-491f-9854-1ab1850ed95b" providerId="AD" clId="Web-{B40E3FFB-5E89-61FA-FF01-295DEB25B7BC}" dt="2025-06-04T15:14:21.482" v="314"/>
          <ac:graphicFrameMkLst>
            <pc:docMk/>
            <pc:sldMk cId="476002841" sldId="335"/>
            <ac:graphicFrameMk id="7" creationId="{B1AD0364-C6D0-68FC-2166-687E3A9194B5}"/>
          </ac:graphicFrameMkLst>
        </pc:graphicFrameChg>
      </pc:sldChg>
      <pc:sldChg chg="addSp delSp modSp add replId delAnim">
        <pc:chgData name="Benhar Charles Velankanni" userId="S::benhar.velankanni@relevantz.com::3362e219-c834-491f-9854-1ab1850ed95b" providerId="AD" clId="Web-{B40E3FFB-5E89-61FA-FF01-295DEB25B7BC}" dt="2025-06-04T15:16:23.611" v="332"/>
        <pc:sldMkLst>
          <pc:docMk/>
          <pc:sldMk cId="2616356292" sldId="336"/>
        </pc:sldMkLst>
        <pc:spChg chg="add del mod">
          <ac:chgData name="Benhar Charles Velankanni" userId="S::benhar.velankanni@relevantz.com::3362e219-c834-491f-9854-1ab1850ed95b" providerId="AD" clId="Web-{B40E3FFB-5E89-61FA-FF01-295DEB25B7BC}" dt="2025-06-04T15:15:29.594" v="319"/>
          <ac:spMkLst>
            <pc:docMk/>
            <pc:sldMk cId="2616356292" sldId="336"/>
            <ac:spMk id="3" creationId="{36ABF1B6-987F-2180-C4C5-1762EE179C64}"/>
          </ac:spMkLst>
        </pc:spChg>
        <pc:spChg chg="del">
          <ac:chgData name="Benhar Charles Velankanni" userId="S::benhar.velankanni@relevantz.com::3362e219-c834-491f-9854-1ab1850ed95b" providerId="AD" clId="Web-{B40E3FFB-5E89-61FA-FF01-295DEB25B7BC}" dt="2025-06-04T15:15:25.093" v="318"/>
          <ac:spMkLst>
            <pc:docMk/>
            <pc:sldMk cId="2616356292" sldId="336"/>
            <ac:spMk id="303" creationId="{E78CCCAA-0A2A-6952-E98C-8F618F8BFDBD}"/>
          </ac:spMkLst>
        </pc:spChg>
        <pc:graphicFrameChg chg="add mod modGraphic">
          <ac:chgData name="Benhar Charles Velankanni" userId="S::benhar.velankanni@relevantz.com::3362e219-c834-491f-9854-1ab1850ed95b" providerId="AD" clId="Web-{B40E3FFB-5E89-61FA-FF01-295DEB25B7BC}" dt="2025-06-04T15:16:23.611" v="332"/>
          <ac:graphicFrameMkLst>
            <pc:docMk/>
            <pc:sldMk cId="2616356292" sldId="336"/>
            <ac:graphicFrameMk id="5" creationId="{A8EF8B6C-EFE3-A143-D396-F73C4683AAC7}"/>
          </ac:graphicFrameMkLst>
        </pc:graphicFrameChg>
        <pc:picChg chg="del">
          <ac:chgData name="Benhar Charles Velankanni" userId="S::benhar.velankanni@relevantz.com::3362e219-c834-491f-9854-1ab1850ed95b" providerId="AD" clId="Web-{B40E3FFB-5E89-61FA-FF01-295DEB25B7BC}" dt="2025-06-04T15:15:20.374" v="316"/>
          <ac:picMkLst>
            <pc:docMk/>
            <pc:sldMk cId="2616356292" sldId="336"/>
            <ac:picMk id="305" creationId="{1F08C78F-CD75-7A86-CBAE-F3738CD4DDFE}"/>
          </ac:picMkLst>
        </pc:picChg>
        <pc:picChg chg="del">
          <ac:chgData name="Benhar Charles Velankanni" userId="S::benhar.velankanni@relevantz.com::3362e219-c834-491f-9854-1ab1850ed95b" providerId="AD" clId="Web-{B40E3FFB-5E89-61FA-FF01-295DEB25B7BC}" dt="2025-06-04T15:15:21.640" v="317"/>
          <ac:picMkLst>
            <pc:docMk/>
            <pc:sldMk cId="2616356292" sldId="336"/>
            <ac:picMk id="306" creationId="{C46FFE2C-1293-0727-A14F-F4CC98BE4735}"/>
          </ac:picMkLst>
        </pc:picChg>
      </pc:sldChg>
      <pc:sldChg chg="addSp delSp modSp add replId">
        <pc:chgData name="Benhar Charles Velankanni" userId="S::benhar.velankanni@relevantz.com::3362e219-c834-491f-9854-1ab1850ed95b" providerId="AD" clId="Web-{B40E3FFB-5E89-61FA-FF01-295DEB25B7BC}" dt="2025-06-04T15:20:24.636" v="342" actId="1076"/>
        <pc:sldMkLst>
          <pc:docMk/>
          <pc:sldMk cId="2264971171" sldId="337"/>
        </pc:sldMkLst>
        <pc:graphicFrameChg chg="add mod modGraphic">
          <ac:chgData name="Benhar Charles Velankanni" userId="S::benhar.velankanni@relevantz.com::3362e219-c834-491f-9854-1ab1850ed95b" providerId="AD" clId="Web-{B40E3FFB-5E89-61FA-FF01-295DEB25B7BC}" dt="2025-06-04T15:20:24.636" v="342" actId="1076"/>
          <ac:graphicFrameMkLst>
            <pc:docMk/>
            <pc:sldMk cId="2264971171" sldId="337"/>
            <ac:graphicFrameMk id="3" creationId="{E145B686-DE11-47E3-A36A-59F889F2C57D}"/>
          </ac:graphicFrameMkLst>
        </pc:graphicFrameChg>
        <pc:graphicFrameChg chg="del">
          <ac:chgData name="Benhar Charles Velankanni" userId="S::benhar.velankanni@relevantz.com::3362e219-c834-491f-9854-1ab1850ed95b" providerId="AD" clId="Web-{B40E3FFB-5E89-61FA-FF01-295DEB25B7BC}" dt="2025-06-04T15:18:33.882" v="334"/>
          <ac:graphicFrameMkLst>
            <pc:docMk/>
            <pc:sldMk cId="2264971171" sldId="337"/>
            <ac:graphicFrameMk id="5" creationId="{E011B328-8451-1421-FC0E-51027C8C1334}"/>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13576357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19543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23d6530f4b9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g23d6530f4b9_0_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67706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7625e78053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1" name="Google Shape;401;g27625e78053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63245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7625e78053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6" name="Google Shape;406;g27625e78053_0_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01875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7625e78053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6" name="Google Shape;406;g27625e78053_0_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06889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7625e78053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6" name="Google Shape;406;g27625e78053_0_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50661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7625e78053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6" name="Google Shape;406;g27625e78053_0_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63826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7625e78053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1" name="Google Shape;401;g27625e78053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28353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7625e78053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6" name="Google Shape;406;g27625e78053_0_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226497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27625e78053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2" name="Google Shape;412;g27625e78053_0_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331047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a:extLst>
            <a:ext uri="{FF2B5EF4-FFF2-40B4-BE49-F238E27FC236}">
              <a16:creationId xmlns="" xmlns:a16="http://schemas.microsoft.com/office/drawing/2014/main" id="{F2663B05-6878-238E-A63A-2EEB9D9D5564}"/>
            </a:ext>
          </a:extLst>
        </p:cNvPr>
        <p:cNvGrpSpPr/>
        <p:nvPr/>
      </p:nvGrpSpPr>
      <p:grpSpPr>
        <a:xfrm>
          <a:off x="0" y="0"/>
          <a:ext cx="0" cy="0"/>
          <a:chOff x="0" y="0"/>
          <a:chExt cx="0" cy="0"/>
        </a:xfrm>
      </p:grpSpPr>
      <p:sp>
        <p:nvSpPr>
          <p:cNvPr id="411" name="Google Shape;411;g27625e78053_0_75:notes">
            <a:extLst>
              <a:ext uri="{FF2B5EF4-FFF2-40B4-BE49-F238E27FC236}">
                <a16:creationId xmlns="" xmlns:a16="http://schemas.microsoft.com/office/drawing/2014/main" id="{19DE5AA8-391F-1CBB-BDDC-73008E37DD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2" name="Google Shape;412;g27625e78053_0_75:notes">
            <a:extLst>
              <a:ext uri="{FF2B5EF4-FFF2-40B4-BE49-F238E27FC236}">
                <a16:creationId xmlns="" xmlns:a16="http://schemas.microsoft.com/office/drawing/2014/main" id="{F2908D5A-A5C8-6A7E-0A2A-853B6E2B707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49675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27625e78053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9" name="Google Shape;419;g27625e78053_0_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355618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27625e78053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6" name="Google Shape;426;g27625e78053_0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5917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27625e78053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g27625e78053_0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64523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 xmlns:a16="http://schemas.microsoft.com/office/drawing/2014/main" id="{795ABCE0-0DF3-C69B-80DD-47AF50241303}"/>
            </a:ext>
          </a:extLst>
        </p:cNvPr>
        <p:cNvGrpSpPr/>
        <p:nvPr/>
      </p:nvGrpSpPr>
      <p:grpSpPr>
        <a:xfrm>
          <a:off x="0" y="0"/>
          <a:ext cx="0" cy="0"/>
          <a:chOff x="0" y="0"/>
          <a:chExt cx="0" cy="0"/>
        </a:xfrm>
      </p:grpSpPr>
      <p:sp>
        <p:nvSpPr>
          <p:cNvPr id="432" name="Google Shape;432;g27625e78053_0_95:notes">
            <a:extLst>
              <a:ext uri="{FF2B5EF4-FFF2-40B4-BE49-F238E27FC236}">
                <a16:creationId xmlns="" xmlns:a16="http://schemas.microsoft.com/office/drawing/2014/main" id="{A0072AF5-DEDD-748D-7317-5D48E6BD7B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g27625e78053_0_95:notes">
            <a:extLst>
              <a:ext uri="{FF2B5EF4-FFF2-40B4-BE49-F238E27FC236}">
                <a16:creationId xmlns="" xmlns:a16="http://schemas.microsoft.com/office/drawing/2014/main" id="{8ACCE059-ACF4-6502-07C7-2472B162CB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225017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 xmlns:a16="http://schemas.microsoft.com/office/drawing/2014/main" id="{795ABCE0-0DF3-C69B-80DD-47AF50241303}"/>
            </a:ext>
          </a:extLst>
        </p:cNvPr>
        <p:cNvGrpSpPr/>
        <p:nvPr/>
      </p:nvGrpSpPr>
      <p:grpSpPr>
        <a:xfrm>
          <a:off x="0" y="0"/>
          <a:ext cx="0" cy="0"/>
          <a:chOff x="0" y="0"/>
          <a:chExt cx="0" cy="0"/>
        </a:xfrm>
      </p:grpSpPr>
      <p:sp>
        <p:nvSpPr>
          <p:cNvPr id="432" name="Google Shape;432;g27625e78053_0_95:notes">
            <a:extLst>
              <a:ext uri="{FF2B5EF4-FFF2-40B4-BE49-F238E27FC236}">
                <a16:creationId xmlns="" xmlns:a16="http://schemas.microsoft.com/office/drawing/2014/main" id="{A0072AF5-DEDD-748D-7317-5D48E6BD7B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g27625e78053_0_95:notes">
            <a:extLst>
              <a:ext uri="{FF2B5EF4-FFF2-40B4-BE49-F238E27FC236}">
                <a16:creationId xmlns="" xmlns:a16="http://schemas.microsoft.com/office/drawing/2014/main" id="{8ACCE059-ACF4-6502-07C7-2472B162CB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142915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 xmlns:a16="http://schemas.microsoft.com/office/drawing/2014/main" id="{795ABCE0-0DF3-C69B-80DD-47AF50241303}"/>
            </a:ext>
          </a:extLst>
        </p:cNvPr>
        <p:cNvGrpSpPr/>
        <p:nvPr/>
      </p:nvGrpSpPr>
      <p:grpSpPr>
        <a:xfrm>
          <a:off x="0" y="0"/>
          <a:ext cx="0" cy="0"/>
          <a:chOff x="0" y="0"/>
          <a:chExt cx="0" cy="0"/>
        </a:xfrm>
      </p:grpSpPr>
      <p:sp>
        <p:nvSpPr>
          <p:cNvPr id="432" name="Google Shape;432;g27625e78053_0_95:notes">
            <a:extLst>
              <a:ext uri="{FF2B5EF4-FFF2-40B4-BE49-F238E27FC236}">
                <a16:creationId xmlns="" xmlns:a16="http://schemas.microsoft.com/office/drawing/2014/main" id="{A0072AF5-DEDD-748D-7317-5D48E6BD7B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g27625e78053_0_95:notes">
            <a:extLst>
              <a:ext uri="{FF2B5EF4-FFF2-40B4-BE49-F238E27FC236}">
                <a16:creationId xmlns="" xmlns:a16="http://schemas.microsoft.com/office/drawing/2014/main" id="{8ACCE059-ACF4-6502-07C7-2472B162CB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125383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 xmlns:a16="http://schemas.microsoft.com/office/drawing/2014/main" id="{795ABCE0-0DF3-C69B-80DD-47AF50241303}"/>
            </a:ext>
          </a:extLst>
        </p:cNvPr>
        <p:cNvGrpSpPr/>
        <p:nvPr/>
      </p:nvGrpSpPr>
      <p:grpSpPr>
        <a:xfrm>
          <a:off x="0" y="0"/>
          <a:ext cx="0" cy="0"/>
          <a:chOff x="0" y="0"/>
          <a:chExt cx="0" cy="0"/>
        </a:xfrm>
      </p:grpSpPr>
      <p:sp>
        <p:nvSpPr>
          <p:cNvPr id="432" name="Google Shape;432;g27625e78053_0_95:notes">
            <a:extLst>
              <a:ext uri="{FF2B5EF4-FFF2-40B4-BE49-F238E27FC236}">
                <a16:creationId xmlns="" xmlns:a16="http://schemas.microsoft.com/office/drawing/2014/main" id="{A0072AF5-DEDD-748D-7317-5D48E6BD7B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g27625e78053_0_95:notes">
            <a:extLst>
              <a:ext uri="{FF2B5EF4-FFF2-40B4-BE49-F238E27FC236}">
                <a16:creationId xmlns="" xmlns:a16="http://schemas.microsoft.com/office/drawing/2014/main" id="{8ACCE059-ACF4-6502-07C7-2472B162CB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841556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7625e78053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1" name="Google Shape;401;g27625e78053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203627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3d6530f4b9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182540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3d6530f4b9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056589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3d6530f4b9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931722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3d6530f4b9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011871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3d6530f4b9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924754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7625e78053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1" name="Google Shape;401;g27625e78053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479070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7" name="Google Shape;48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428606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5" name="Google Shape;49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998637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1" name="Google Shape;501;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039685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7" name="Google Shape;507;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29500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ouble line heading cover slide - White BG">
  <p:cSld name="TITLE_1">
    <p:spTree>
      <p:nvGrpSpPr>
        <p:cNvPr id="1" name="Shape 6"/>
        <p:cNvGrpSpPr/>
        <p:nvPr/>
      </p:nvGrpSpPr>
      <p:grpSpPr>
        <a:xfrm>
          <a:off x="0" y="0"/>
          <a:ext cx="0" cy="0"/>
          <a:chOff x="0" y="0"/>
          <a:chExt cx="0" cy="0"/>
        </a:xfrm>
      </p:grpSpPr>
      <p:sp>
        <p:nvSpPr>
          <p:cNvPr id="7" name="Google Shape;7;p19"/>
          <p:cNvSpPr txBox="1">
            <a:spLocks noGrp="1"/>
          </p:cNvSpPr>
          <p:nvPr>
            <p:ph type="title"/>
          </p:nvPr>
        </p:nvSpPr>
        <p:spPr>
          <a:xfrm>
            <a:off x="3613500" y="1606150"/>
            <a:ext cx="5073300" cy="137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400"/>
              <a:buFont typeface="Proxima Nova"/>
              <a:buNone/>
              <a:defRPr sz="4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2pPr>
            <a:lvl3pPr marR="0" lvl="2"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3pPr>
            <a:lvl4pPr marR="0" lvl="3"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4pPr>
            <a:lvl5pPr marR="0" lvl="4"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5pPr>
            <a:lvl6pPr marR="0" lvl="5"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6pPr>
            <a:lvl7pPr marR="0" lvl="6"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7pPr>
            <a:lvl8pPr marR="0" lvl="7"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8pPr>
            <a:lvl9pPr marR="0" lvl="8"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9pPr>
          </a:lstStyle>
          <a:p>
            <a:endParaRPr/>
          </a:p>
        </p:txBody>
      </p:sp>
      <p:sp>
        <p:nvSpPr>
          <p:cNvPr id="9" name="Google Shape;9;p19"/>
          <p:cNvSpPr txBox="1">
            <a:spLocks noGrp="1"/>
          </p:cNvSpPr>
          <p:nvPr>
            <p:ph type="subTitle" idx="1"/>
          </p:nvPr>
        </p:nvSpPr>
        <p:spPr>
          <a:xfrm>
            <a:off x="3651850" y="3111025"/>
            <a:ext cx="5034900" cy="3258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2pPr>
            <a:lvl3pPr marR="0" lvl="2"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3pPr>
            <a:lvl4pPr marR="0" lvl="3"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4pPr>
            <a:lvl5pPr marR="0" lvl="4"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5pPr>
            <a:lvl6pPr marR="0" lvl="5"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6pPr>
            <a:lvl7pPr marR="0" lvl="6"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7pPr>
            <a:lvl8pPr marR="0" lvl="7"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8pPr>
            <a:lvl9pPr marR="0" lvl="8"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9pPr>
          </a:lstStyle>
          <a:p>
            <a:endParaRPr/>
          </a:p>
        </p:txBody>
      </p:sp>
      <p:sp>
        <p:nvSpPr>
          <p:cNvPr id="10" name="Google Shape;10;p19"/>
          <p:cNvSpPr txBox="1"/>
          <p:nvPr/>
        </p:nvSpPr>
        <p:spPr>
          <a:xfrm>
            <a:off x="4258440" y="4657790"/>
            <a:ext cx="4428300" cy="3078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800"/>
              <a:buFont typeface="Arial"/>
              <a:buNone/>
            </a:pPr>
            <a:r>
              <a:rPr lang="en" sz="800" b="0" i="0" u="none" strike="noStrike" cap="none">
                <a:solidFill>
                  <a:srgbClr val="999999"/>
                </a:solidFill>
                <a:latin typeface="Proxima Nova"/>
                <a:ea typeface="Proxima Nova"/>
                <a:cs typeface="Proxima Nova"/>
                <a:sym typeface="Proxima Nova"/>
              </a:rPr>
              <a:t>© 2022 Relevantz Technology Services, Inc. All rights reserved</a:t>
            </a:r>
            <a:endParaRPr sz="800" b="0" i="0" u="none" strike="noStrike" cap="none">
              <a:solidFill>
                <a:srgbClr val="999999"/>
              </a:solidFill>
              <a:latin typeface="Proxima Nova"/>
              <a:ea typeface="Proxima Nova"/>
              <a:cs typeface="Proxima Nova"/>
              <a:sym typeface="Proxima Nova"/>
            </a:endParaRPr>
          </a:p>
        </p:txBody>
      </p:sp>
    </p:spTree>
  </p:cSld>
  <p:clrMapOvr>
    <a:masterClrMapping/>
  </p:clrMapOvr>
  <p:extLst mod="1">
    <p:ext uri="{DCECCB84-F9BA-43D5-87BE-67443E8EF086}">
      <p15:sldGuideLst xmlns:p15="http://schemas.microsoft.com/office/powerpoint/2012/main">
        <p15:guide id="1" orient="horz" pos="1620">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break  - White ">
  <p:cSld name="TITLE_1_1_1_1_1_1_1_1_1_1_1_1_1_2">
    <p:bg>
      <p:bgPr>
        <a:noFill/>
        <a:effectLst/>
      </p:bgPr>
    </p:bg>
    <p:spTree>
      <p:nvGrpSpPr>
        <p:cNvPr id="1" name="Shape 12"/>
        <p:cNvGrpSpPr/>
        <p:nvPr/>
      </p:nvGrpSpPr>
      <p:grpSpPr>
        <a:xfrm>
          <a:off x="0" y="0"/>
          <a:ext cx="0" cy="0"/>
          <a:chOff x="0" y="0"/>
          <a:chExt cx="0" cy="0"/>
        </a:xfrm>
      </p:grpSpPr>
      <p:sp>
        <p:nvSpPr>
          <p:cNvPr id="13" name="Google Shape;13;p20"/>
          <p:cNvSpPr txBox="1">
            <a:spLocks noGrp="1"/>
          </p:cNvSpPr>
          <p:nvPr>
            <p:ph type="title"/>
          </p:nvPr>
        </p:nvSpPr>
        <p:spPr>
          <a:xfrm>
            <a:off x="457200" y="1070150"/>
            <a:ext cx="4769100" cy="2555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000"/>
              <a:buFont typeface="Proxima Nova"/>
              <a:buNone/>
              <a:defRPr sz="4000" b="0"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 name="Google Shape;14;p20"/>
          <p:cNvSpPr/>
          <p:nvPr/>
        </p:nvSpPr>
        <p:spPr>
          <a:xfrm rot="10800000" flipH="1">
            <a:off x="457200" y="809428"/>
            <a:ext cx="3276300" cy="1044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hank you 1">
  <p:cSld name="CUSTOM_2">
    <p:spTree>
      <p:nvGrpSpPr>
        <p:cNvPr id="1" name="Shape 18"/>
        <p:cNvGrpSpPr/>
        <p:nvPr/>
      </p:nvGrpSpPr>
      <p:grpSpPr>
        <a:xfrm>
          <a:off x="0" y="0"/>
          <a:ext cx="0" cy="0"/>
          <a:chOff x="0" y="0"/>
          <a:chExt cx="0" cy="0"/>
        </a:xfrm>
      </p:grpSpPr>
      <p:sp>
        <p:nvSpPr>
          <p:cNvPr id="19" name="Google Shape;19;p23"/>
          <p:cNvSpPr txBox="1"/>
          <p:nvPr/>
        </p:nvSpPr>
        <p:spPr>
          <a:xfrm>
            <a:off x="2099100" y="1456925"/>
            <a:ext cx="5262000" cy="80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400"/>
              <a:buFont typeface="Arial"/>
              <a:buNone/>
            </a:pPr>
            <a:r>
              <a:rPr lang="en" sz="4400" b="0" i="0" u="none" strike="noStrike" cap="none">
                <a:solidFill>
                  <a:schemeClr val="accent1"/>
                </a:solidFill>
                <a:latin typeface="Proxima Nova"/>
                <a:ea typeface="Proxima Nova"/>
                <a:cs typeface="Proxima Nova"/>
                <a:sym typeface="Proxima Nova"/>
              </a:rPr>
              <a:t>THANK YOU</a:t>
            </a:r>
            <a:endParaRPr sz="4400" b="0" i="0" u="none" strike="noStrike" cap="none">
              <a:solidFill>
                <a:schemeClr val="accent1"/>
              </a:solidFill>
              <a:latin typeface="Proxima Nova"/>
              <a:ea typeface="Proxima Nova"/>
              <a:cs typeface="Proxima Nova"/>
              <a:sym typeface="Proxima Nova"/>
            </a:endParaRPr>
          </a:p>
        </p:txBody>
      </p:sp>
      <p:sp>
        <p:nvSpPr>
          <p:cNvPr id="20" name="Google Shape;20;p23"/>
          <p:cNvSpPr txBox="1">
            <a:spLocks noGrp="1"/>
          </p:cNvSpPr>
          <p:nvPr>
            <p:ph type="subTitle" idx="1"/>
          </p:nvPr>
        </p:nvSpPr>
        <p:spPr>
          <a:xfrm>
            <a:off x="2092775" y="2305650"/>
            <a:ext cx="5271900" cy="32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2pPr>
            <a:lvl3pPr marR="0" lvl="2"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3pPr>
            <a:lvl4pPr marR="0" lvl="3"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4pPr>
            <a:lvl5pPr marR="0" lvl="4"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5pPr>
            <a:lvl6pPr marR="0" lvl="5"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6pPr>
            <a:lvl7pPr marR="0" lvl="6"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7pPr>
            <a:lvl8pPr marR="0" lvl="7"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8pPr>
            <a:lvl9pPr marR="0" lvl="8"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9pPr>
          </a:lstStyle>
          <a:p>
            <a:endParaRPr/>
          </a:p>
        </p:txBody>
      </p:sp>
      <p:sp>
        <p:nvSpPr>
          <p:cNvPr id="23" name="Google Shape;23;p23"/>
          <p:cNvSpPr/>
          <p:nvPr/>
        </p:nvSpPr>
        <p:spPr>
          <a:xfrm>
            <a:off x="2166199" y="3057550"/>
            <a:ext cx="6492300" cy="279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uble coulmn">
  <p:cSld name="TITLE_1_1_1_1_1_1">
    <p:bg>
      <p:bgPr>
        <a:noFill/>
        <a:effectLst/>
      </p:bgPr>
    </p:bg>
    <p:spTree>
      <p:nvGrpSpPr>
        <p:cNvPr id="1" name="Shape 33"/>
        <p:cNvGrpSpPr/>
        <p:nvPr/>
      </p:nvGrpSpPr>
      <p:grpSpPr>
        <a:xfrm>
          <a:off x="0" y="0"/>
          <a:ext cx="0" cy="0"/>
          <a:chOff x="0" y="0"/>
          <a:chExt cx="0" cy="0"/>
        </a:xfrm>
      </p:grpSpPr>
      <p:sp>
        <p:nvSpPr>
          <p:cNvPr id="34" name="Google Shape;34;p25"/>
          <p:cNvSpPr txBox="1">
            <a:spLocks noGrp="1"/>
          </p:cNvSpPr>
          <p:nvPr>
            <p:ph type="subTitle" idx="1"/>
          </p:nvPr>
        </p:nvSpPr>
        <p:spPr>
          <a:xfrm>
            <a:off x="4600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 name="Google Shape;35;p25"/>
          <p:cNvSpPr txBox="1">
            <a:spLocks noGrp="1"/>
          </p:cNvSpPr>
          <p:nvPr>
            <p:ph type="body" idx="2"/>
          </p:nvPr>
        </p:nvSpPr>
        <p:spPr>
          <a:xfrm>
            <a:off x="4505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36" name="Google Shape;36;p25"/>
          <p:cNvSpPr txBox="1">
            <a:spLocks noGrp="1"/>
          </p:cNvSpPr>
          <p:nvPr>
            <p:ph type="subTitle" idx="3"/>
          </p:nvPr>
        </p:nvSpPr>
        <p:spPr>
          <a:xfrm>
            <a:off x="48431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7" name="Google Shape;37;p25"/>
          <p:cNvSpPr txBox="1">
            <a:spLocks noGrp="1"/>
          </p:cNvSpPr>
          <p:nvPr>
            <p:ph type="body" idx="4"/>
          </p:nvPr>
        </p:nvSpPr>
        <p:spPr>
          <a:xfrm>
            <a:off x="48336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39" name="Google Shape;39;p25"/>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40" name="Google Shape;40;p25"/>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42" name="Google Shape;42;p25"/>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ingle column with image">
  <p:cSld name="TITLE_1_1_1_1_1_1_1">
    <p:bg>
      <p:bgPr>
        <a:noFill/>
        <a:effectLst/>
      </p:bgPr>
    </p:bg>
    <p:spTree>
      <p:nvGrpSpPr>
        <p:cNvPr id="1" name="Shape 43"/>
        <p:cNvGrpSpPr/>
        <p:nvPr/>
      </p:nvGrpSpPr>
      <p:grpSpPr>
        <a:xfrm>
          <a:off x="0" y="0"/>
          <a:ext cx="0" cy="0"/>
          <a:chOff x="0" y="0"/>
          <a:chExt cx="0" cy="0"/>
        </a:xfrm>
      </p:grpSpPr>
      <p:sp>
        <p:nvSpPr>
          <p:cNvPr id="44" name="Google Shape;44;p26"/>
          <p:cNvSpPr>
            <a:spLocks noGrp="1"/>
          </p:cNvSpPr>
          <p:nvPr>
            <p:ph type="pic" idx="2"/>
          </p:nvPr>
        </p:nvSpPr>
        <p:spPr>
          <a:xfrm>
            <a:off x="5027125" y="0"/>
            <a:ext cx="4116900" cy="5143500"/>
          </a:xfrm>
          <a:prstGeom prst="rect">
            <a:avLst/>
          </a:prstGeom>
          <a:noFill/>
          <a:ln>
            <a:noFill/>
          </a:ln>
        </p:spPr>
      </p:sp>
      <p:sp>
        <p:nvSpPr>
          <p:cNvPr id="45" name="Google Shape;45;p26"/>
          <p:cNvSpPr txBox="1"/>
          <p:nvPr/>
        </p:nvSpPr>
        <p:spPr>
          <a:xfrm>
            <a:off x="3423325"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46" name="Google Shape;46;p26"/>
          <p:cNvSpPr txBox="1">
            <a:spLocks noGrp="1"/>
          </p:cNvSpPr>
          <p:nvPr>
            <p:ph type="subTitle" idx="1"/>
          </p:nvPr>
        </p:nvSpPr>
        <p:spPr>
          <a:xfrm>
            <a:off x="460075" y="10821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p26"/>
          <p:cNvSpPr txBox="1">
            <a:spLocks noGrp="1"/>
          </p:cNvSpPr>
          <p:nvPr>
            <p:ph type="body" idx="3"/>
          </p:nvPr>
        </p:nvSpPr>
        <p:spPr>
          <a:xfrm>
            <a:off x="450500" y="14463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49" name="Google Shape;49;p26"/>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51" name="Google Shape;51;p26"/>
          <p:cNvSpPr txBox="1">
            <a:spLocks noGrp="1"/>
          </p:cNvSpPr>
          <p:nvPr>
            <p:ph type="title"/>
          </p:nvPr>
        </p:nvSpPr>
        <p:spPr>
          <a:xfrm>
            <a:off x="469650" y="287550"/>
            <a:ext cx="42846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rofile desciption">
  <p:cSld name="TITLE_1_1_1_1_1_1_1_1_1">
    <p:bg>
      <p:bgPr>
        <a:noFill/>
        <a:effectLst/>
      </p:bgPr>
    </p:bg>
    <p:spTree>
      <p:nvGrpSpPr>
        <p:cNvPr id="1" name="Shape 52"/>
        <p:cNvGrpSpPr/>
        <p:nvPr/>
      </p:nvGrpSpPr>
      <p:grpSpPr>
        <a:xfrm>
          <a:off x="0" y="0"/>
          <a:ext cx="0" cy="0"/>
          <a:chOff x="0" y="0"/>
          <a:chExt cx="0" cy="0"/>
        </a:xfrm>
      </p:grpSpPr>
      <p:sp>
        <p:nvSpPr>
          <p:cNvPr id="53" name="Google Shape;53;p27"/>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 name="Google Shape;54;p27"/>
          <p:cNvSpPr/>
          <p:nvPr/>
        </p:nvSpPr>
        <p:spPr>
          <a:xfrm>
            <a:off x="8961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27"/>
          <p:cNvSpPr>
            <a:spLocks noGrp="1"/>
          </p:cNvSpPr>
          <p:nvPr>
            <p:ph type="pic" idx="2"/>
          </p:nvPr>
        </p:nvSpPr>
        <p:spPr>
          <a:xfrm>
            <a:off x="953750" y="1485825"/>
            <a:ext cx="1322700" cy="1322700"/>
          </a:xfrm>
          <a:prstGeom prst="ellipse">
            <a:avLst/>
          </a:prstGeom>
          <a:noFill/>
          <a:ln>
            <a:noFill/>
          </a:ln>
        </p:spPr>
      </p:sp>
      <p:sp>
        <p:nvSpPr>
          <p:cNvPr id="56" name="Google Shape;56;p27"/>
          <p:cNvSpPr txBox="1">
            <a:spLocks noGrp="1"/>
          </p:cNvSpPr>
          <p:nvPr>
            <p:ph type="body" idx="3"/>
          </p:nvPr>
        </p:nvSpPr>
        <p:spPr>
          <a:xfrm>
            <a:off x="4505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57" name="Google Shape;57;p27"/>
          <p:cNvSpPr/>
          <p:nvPr/>
        </p:nvSpPr>
        <p:spPr>
          <a:xfrm>
            <a:off x="38593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27"/>
          <p:cNvSpPr>
            <a:spLocks noGrp="1"/>
          </p:cNvSpPr>
          <p:nvPr>
            <p:ph type="pic" idx="4"/>
          </p:nvPr>
        </p:nvSpPr>
        <p:spPr>
          <a:xfrm>
            <a:off x="3916950" y="1485825"/>
            <a:ext cx="1322700" cy="1322700"/>
          </a:xfrm>
          <a:prstGeom prst="ellipse">
            <a:avLst/>
          </a:prstGeom>
          <a:noFill/>
          <a:ln>
            <a:noFill/>
          </a:ln>
        </p:spPr>
      </p:sp>
      <p:sp>
        <p:nvSpPr>
          <p:cNvPr id="59" name="Google Shape;59;p27"/>
          <p:cNvSpPr txBox="1">
            <a:spLocks noGrp="1"/>
          </p:cNvSpPr>
          <p:nvPr>
            <p:ph type="body" idx="5"/>
          </p:nvPr>
        </p:nvSpPr>
        <p:spPr>
          <a:xfrm>
            <a:off x="34137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60" name="Google Shape;60;p27"/>
          <p:cNvSpPr/>
          <p:nvPr/>
        </p:nvSpPr>
        <p:spPr>
          <a:xfrm>
            <a:off x="6793825"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27"/>
          <p:cNvSpPr>
            <a:spLocks noGrp="1"/>
          </p:cNvSpPr>
          <p:nvPr>
            <p:ph type="pic" idx="6"/>
          </p:nvPr>
        </p:nvSpPr>
        <p:spPr>
          <a:xfrm>
            <a:off x="6851425" y="1485825"/>
            <a:ext cx="1322700" cy="1322700"/>
          </a:xfrm>
          <a:prstGeom prst="ellipse">
            <a:avLst/>
          </a:prstGeom>
          <a:noFill/>
          <a:ln>
            <a:noFill/>
          </a:ln>
        </p:spPr>
      </p:sp>
      <p:sp>
        <p:nvSpPr>
          <p:cNvPr id="62" name="Google Shape;62;p27"/>
          <p:cNvSpPr txBox="1">
            <a:spLocks noGrp="1"/>
          </p:cNvSpPr>
          <p:nvPr>
            <p:ph type="body" idx="7"/>
          </p:nvPr>
        </p:nvSpPr>
        <p:spPr>
          <a:xfrm>
            <a:off x="6348175"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64" name="Google Shape;64;p27"/>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27"/>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67" name="Google Shape;67;p27"/>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p:cSld name="Pre -Test">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28"/>
          <p:cNvSpPr txBox="1">
            <a:spLocks noGrp="1"/>
          </p:cNvSpPr>
          <p:nvPr>
            <p:ph type="title"/>
          </p:nvPr>
        </p:nvSpPr>
        <p:spPr>
          <a:xfrm>
            <a:off x="424543" y="143088"/>
            <a:ext cx="8319300" cy="4977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rgbClr val="000000"/>
              </a:buClr>
              <a:buSzPts val="1100"/>
              <a:buFont typeface="Arial"/>
              <a:buNone/>
              <a:defRPr sz="2400" b="1" i="0" u="none" strike="noStrike" cap="none">
                <a:solidFill>
                  <a:srgbClr val="323F4F"/>
                </a:solidFill>
                <a:latin typeface="Calibri"/>
                <a:ea typeface="Calibri"/>
                <a:cs typeface="Calibri"/>
                <a:sym typeface="Calibri"/>
              </a:defRPr>
            </a:lvl1pPr>
            <a:lvl2pPr marR="0" lvl="1"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9pPr>
          </a:lstStyle>
          <a:p>
            <a:endParaRPr/>
          </a:p>
        </p:txBody>
      </p:sp>
      <p:sp>
        <p:nvSpPr>
          <p:cNvPr id="70" name="Google Shape;70;p2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888888"/>
              </a:buClr>
              <a:buSzPts val="1100"/>
              <a:buFont typeface="Calibri"/>
              <a:buNone/>
              <a:defRPr sz="11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9pPr>
          </a:lstStyle>
          <a:p>
            <a:endParaRPr/>
          </a:p>
        </p:txBody>
      </p:sp>
      <p:sp>
        <p:nvSpPr>
          <p:cNvPr id="71" name="Google Shape;71;p2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888888"/>
              </a:buClr>
              <a:buSzPts val="1100"/>
              <a:buFont typeface="Calibri"/>
              <a:buNone/>
              <a:defRPr sz="11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9pPr>
          </a:lstStyle>
          <a:p>
            <a:endParaRPr/>
          </a:p>
        </p:txBody>
      </p:sp>
      <p:sp>
        <p:nvSpPr>
          <p:cNvPr id="72" name="Google Shape;72;p28"/>
          <p:cNvSpPr txBox="1">
            <a:spLocks noGrp="1"/>
          </p:cNvSpPr>
          <p:nvPr>
            <p:ph type="sldNum" idx="12"/>
          </p:nvPr>
        </p:nvSpPr>
        <p:spPr>
          <a:xfrm>
            <a:off x="689491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pic>
        <p:nvPicPr>
          <p:cNvPr id="73" name="Google Shape;73;p28" descr="C:\Users\rajthilaks\Desktop\LogoPNG.png"/>
          <p:cNvPicPr preferRelativeResize="0"/>
          <p:nvPr/>
        </p:nvPicPr>
        <p:blipFill rotWithShape="1">
          <a:blip r:embed="rId3">
            <a:alphaModFix/>
          </a:blip>
          <a:srcRect b="23652"/>
          <a:stretch/>
        </p:blipFill>
        <p:spPr>
          <a:xfrm>
            <a:off x="8398669" y="139151"/>
            <a:ext cx="579129" cy="236405"/>
          </a:xfrm>
          <a:prstGeom prst="rect">
            <a:avLst/>
          </a:prstGeom>
          <a:noFill/>
          <a:ln>
            <a:noFill/>
          </a:ln>
        </p:spPr>
      </p:pic>
      <p:graphicFrame>
        <p:nvGraphicFramePr>
          <p:cNvPr id="74" name="Google Shape;74;p28"/>
          <p:cNvGraphicFramePr/>
          <p:nvPr/>
        </p:nvGraphicFramePr>
        <p:xfrm>
          <a:off x="1317713" y="833000"/>
          <a:ext cx="6221200" cy="3742000"/>
        </p:xfrm>
        <a:graphic>
          <a:graphicData uri="http://schemas.openxmlformats.org/drawingml/2006/table">
            <a:tbl>
              <a:tblPr firstRow="1" bandRow="1">
                <a:noFill/>
                <a:tableStyleId>{51958573-18DD-4F4F-87A5-23D0A4D2D5AC}</a:tableStyleId>
              </a:tblPr>
              <a:tblGrid>
                <a:gridCol w="592250">
                  <a:extLst>
                    <a:ext uri="{9D8B030D-6E8A-4147-A177-3AD203B41FA5}">
                      <a16:colId xmlns="" xmlns:a16="http://schemas.microsoft.com/office/drawing/2014/main" val="20000"/>
                    </a:ext>
                  </a:extLst>
                </a:gridCol>
                <a:gridCol w="2702325">
                  <a:extLst>
                    <a:ext uri="{9D8B030D-6E8A-4147-A177-3AD203B41FA5}">
                      <a16:colId xmlns="" xmlns:a16="http://schemas.microsoft.com/office/drawing/2014/main" val="20001"/>
                    </a:ext>
                  </a:extLst>
                </a:gridCol>
                <a:gridCol w="2926625">
                  <a:extLst>
                    <a:ext uri="{9D8B030D-6E8A-4147-A177-3AD203B41FA5}">
                      <a16:colId xmlns="" xmlns:a16="http://schemas.microsoft.com/office/drawing/2014/main" val="20002"/>
                    </a:ext>
                  </a:extLst>
                </a:gridCol>
              </a:tblGrid>
              <a:tr h="46775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S.No.</a:t>
                      </a: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Question </a:t>
                      </a: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Answer Options</a:t>
                      </a:r>
                      <a:endParaRPr sz="1100" u="none" strike="noStrike" cap="none"/>
                    </a:p>
                  </a:txBody>
                  <a:tcPr marL="68600" marR="68600" marT="34300" marB="34300"/>
                </a:tc>
                <a:extLst>
                  <a:ext uri="{0D108BD9-81ED-4DB2-BD59-A6C34878D82A}">
                    <a16:rowId xmlns="" xmlns:a16="http://schemas.microsoft.com/office/drawing/2014/main" val="10000"/>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1"/>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2"/>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3"/>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4"/>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5"/>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6"/>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7"/>
                  </a:ext>
                </a:extLst>
              </a:tr>
            </a:tbl>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break  - White ">
  <p:cSld name="TITLE_1_1_1_1_1_1_1_1_1_1_1_1_1_2">
    <p:bg>
      <p:bgPr>
        <a:noFill/>
        <a:effectLst/>
      </p:bgPr>
    </p:bg>
    <p:spTree>
      <p:nvGrpSpPr>
        <p:cNvPr id="1" name="Shape 76"/>
        <p:cNvGrpSpPr/>
        <p:nvPr/>
      </p:nvGrpSpPr>
      <p:grpSpPr>
        <a:xfrm>
          <a:off x="0" y="0"/>
          <a:ext cx="0" cy="0"/>
          <a:chOff x="0" y="0"/>
          <a:chExt cx="0" cy="0"/>
        </a:xfrm>
      </p:grpSpPr>
      <p:sp>
        <p:nvSpPr>
          <p:cNvPr id="77" name="Google Shape;77;p22"/>
          <p:cNvSpPr txBox="1">
            <a:spLocks noGrp="1"/>
          </p:cNvSpPr>
          <p:nvPr>
            <p:ph type="title"/>
          </p:nvPr>
        </p:nvSpPr>
        <p:spPr>
          <a:xfrm>
            <a:off x="457200" y="1070150"/>
            <a:ext cx="4769100" cy="2555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000"/>
              <a:buFont typeface="Proxima Nova"/>
              <a:buNone/>
              <a:defRPr sz="4000" b="0"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78" name="Google Shape;78;p22"/>
          <p:cNvPicPr preferRelativeResize="0"/>
          <p:nvPr/>
        </p:nvPicPr>
        <p:blipFill rotWithShape="1">
          <a:blip r:embed="rId2">
            <a:alphaModFix/>
          </a:blip>
          <a:srcRect t="835" b="835"/>
          <a:stretch/>
        </p:blipFill>
        <p:spPr>
          <a:xfrm>
            <a:off x="7828161" y="4769500"/>
            <a:ext cx="858649" cy="164500"/>
          </a:xfrm>
          <a:prstGeom prst="rect">
            <a:avLst/>
          </a:prstGeom>
          <a:noFill/>
          <a:ln>
            <a:noFill/>
          </a:ln>
        </p:spPr>
      </p:pic>
      <p:grpSp>
        <p:nvGrpSpPr>
          <p:cNvPr id="81" name="Google Shape;81;p22"/>
          <p:cNvGrpSpPr/>
          <p:nvPr/>
        </p:nvGrpSpPr>
        <p:grpSpPr>
          <a:xfrm>
            <a:off x="6588505" y="-28"/>
            <a:ext cx="2555491" cy="5143634"/>
            <a:chOff x="6484825" y="114035"/>
            <a:chExt cx="2659200" cy="5029465"/>
          </a:xfrm>
        </p:grpSpPr>
        <p:sp>
          <p:nvSpPr>
            <p:cNvPr id="82" name="Google Shape;82;p22"/>
            <p:cNvSpPr/>
            <p:nvPr/>
          </p:nvSpPr>
          <p:spPr>
            <a:xfrm rot="10800000">
              <a:off x="7629606" y="114035"/>
              <a:ext cx="1514400" cy="2285100"/>
            </a:xfrm>
            <a:prstGeom prst="rtTriangle">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22"/>
            <p:cNvSpPr/>
            <p:nvPr/>
          </p:nvSpPr>
          <p:spPr>
            <a:xfrm rot="-5400000">
              <a:off x="5810725" y="1810200"/>
              <a:ext cx="4007400" cy="2659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ouble line heading cover slide - White BG">
  <p:cSld name="TITLE_1">
    <p:spTree>
      <p:nvGrpSpPr>
        <p:cNvPr id="1" name="Shape 84"/>
        <p:cNvGrpSpPr/>
        <p:nvPr/>
      </p:nvGrpSpPr>
      <p:grpSpPr>
        <a:xfrm>
          <a:off x="0" y="0"/>
          <a:ext cx="0" cy="0"/>
          <a:chOff x="0" y="0"/>
          <a:chExt cx="0" cy="0"/>
        </a:xfrm>
      </p:grpSpPr>
      <p:sp>
        <p:nvSpPr>
          <p:cNvPr id="85" name="Google Shape;85;p29"/>
          <p:cNvSpPr txBox="1">
            <a:spLocks noGrp="1"/>
          </p:cNvSpPr>
          <p:nvPr>
            <p:ph type="title"/>
          </p:nvPr>
        </p:nvSpPr>
        <p:spPr>
          <a:xfrm>
            <a:off x="3613500" y="1606150"/>
            <a:ext cx="5073300" cy="137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400"/>
              <a:buFont typeface="Proxima Nova"/>
              <a:buNone/>
              <a:defRPr sz="4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2pPr>
            <a:lvl3pPr marR="0" lvl="2"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3pPr>
            <a:lvl4pPr marR="0" lvl="3"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4pPr>
            <a:lvl5pPr marR="0" lvl="4"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5pPr>
            <a:lvl6pPr marR="0" lvl="5"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6pPr>
            <a:lvl7pPr marR="0" lvl="6"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7pPr>
            <a:lvl8pPr marR="0" lvl="7"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8pPr>
            <a:lvl9pPr marR="0" lvl="8"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9pPr>
          </a:lstStyle>
          <a:p>
            <a:endParaRPr/>
          </a:p>
        </p:txBody>
      </p:sp>
      <p:sp>
        <p:nvSpPr>
          <p:cNvPr id="87" name="Google Shape;87;p29"/>
          <p:cNvSpPr txBox="1">
            <a:spLocks noGrp="1"/>
          </p:cNvSpPr>
          <p:nvPr>
            <p:ph type="subTitle" idx="1"/>
          </p:nvPr>
        </p:nvSpPr>
        <p:spPr>
          <a:xfrm>
            <a:off x="3651850" y="3111025"/>
            <a:ext cx="5034900" cy="3258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2pPr>
            <a:lvl3pPr marR="0" lvl="2"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3pPr>
            <a:lvl4pPr marR="0" lvl="3"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4pPr>
            <a:lvl5pPr marR="0" lvl="4"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5pPr>
            <a:lvl6pPr marR="0" lvl="5"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6pPr>
            <a:lvl7pPr marR="0" lvl="6"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7pPr>
            <a:lvl8pPr marR="0" lvl="7"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8pPr>
            <a:lvl9pPr marR="0" lvl="8"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9pPr>
          </a:lstStyle>
          <a:p>
            <a:endParaRPr/>
          </a:p>
        </p:txBody>
      </p:sp>
      <p:sp>
        <p:nvSpPr>
          <p:cNvPr id="88" name="Google Shape;88;p29"/>
          <p:cNvSpPr txBox="1"/>
          <p:nvPr/>
        </p:nvSpPr>
        <p:spPr>
          <a:xfrm>
            <a:off x="4258440" y="4657790"/>
            <a:ext cx="4428300" cy="3078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800"/>
              <a:buFont typeface="Arial"/>
              <a:buNone/>
            </a:pPr>
            <a:r>
              <a:rPr lang="en" sz="800" b="0" i="0" u="none" strike="noStrike" cap="none">
                <a:solidFill>
                  <a:srgbClr val="999999"/>
                </a:solidFill>
                <a:latin typeface="Proxima Nova"/>
                <a:ea typeface="Proxima Nova"/>
                <a:cs typeface="Proxima Nova"/>
                <a:sym typeface="Proxima Nova"/>
              </a:rPr>
              <a:t>© 2022 Relevantz Technology Services, Inc. All rights reserved</a:t>
            </a:r>
            <a:endParaRPr sz="800" b="0" i="0" u="none" strike="noStrike" cap="none">
              <a:solidFill>
                <a:srgbClr val="999999"/>
              </a:solidFill>
              <a:latin typeface="Proxima Nova"/>
              <a:ea typeface="Proxima Nova"/>
              <a:cs typeface="Proxima Nova"/>
              <a:sym typeface="Proxima Nova"/>
            </a:endParaRPr>
          </a:p>
        </p:txBody>
      </p:sp>
    </p:spTree>
  </p:cSld>
  <p:clrMapOvr>
    <a:masterClrMapping/>
  </p:clrMapOvr>
  <p:extLst mod="1">
    <p:ext uri="{DCECCB84-F9BA-43D5-87BE-67443E8EF086}">
      <p15:sldGuideLst xmlns:p15="http://schemas.microsoft.com/office/powerpoint/2012/main">
        <p15:guide id="1" orient="horz" pos="1620">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ingle column">
  <p:cSld name="TITLE_1_1_1_1_1">
    <p:bg>
      <p:bgPr>
        <a:noFill/>
        <a:effectLst/>
      </p:bgPr>
    </p:bg>
    <p:spTree>
      <p:nvGrpSpPr>
        <p:cNvPr id="1" name="Shape 90"/>
        <p:cNvGrpSpPr/>
        <p:nvPr/>
      </p:nvGrpSpPr>
      <p:grpSpPr>
        <a:xfrm>
          <a:off x="0" y="0"/>
          <a:ext cx="0" cy="0"/>
          <a:chOff x="0" y="0"/>
          <a:chExt cx="0" cy="0"/>
        </a:xfrm>
      </p:grpSpPr>
      <p:sp>
        <p:nvSpPr>
          <p:cNvPr id="91" name="Google Shape;91;p30"/>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2" name="Google Shape;92;p30"/>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3" name="Google Shape;93;p30"/>
          <p:cNvSpPr txBox="1">
            <a:spLocks noGrp="1"/>
          </p:cNvSpPr>
          <p:nvPr>
            <p:ph type="body" idx="2"/>
          </p:nvPr>
        </p:nvSpPr>
        <p:spPr>
          <a:xfrm>
            <a:off x="450500" y="1293950"/>
            <a:ext cx="82173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95" name="Google Shape;95;p30"/>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96" name="Google Shape;96;p30"/>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ouble coulmn">
  <p:cSld name="TITLE_1_1_1_1_1_1">
    <p:bg>
      <p:bgPr>
        <a:noFill/>
        <a:effectLst/>
      </p:bgPr>
    </p:bg>
    <p:spTree>
      <p:nvGrpSpPr>
        <p:cNvPr id="1" name="Shape 98"/>
        <p:cNvGrpSpPr/>
        <p:nvPr/>
      </p:nvGrpSpPr>
      <p:grpSpPr>
        <a:xfrm>
          <a:off x="0" y="0"/>
          <a:ext cx="0" cy="0"/>
          <a:chOff x="0" y="0"/>
          <a:chExt cx="0" cy="0"/>
        </a:xfrm>
      </p:grpSpPr>
      <p:sp>
        <p:nvSpPr>
          <p:cNvPr id="99" name="Google Shape;99;p31"/>
          <p:cNvSpPr txBox="1">
            <a:spLocks noGrp="1"/>
          </p:cNvSpPr>
          <p:nvPr>
            <p:ph type="subTitle" idx="1"/>
          </p:nvPr>
        </p:nvSpPr>
        <p:spPr>
          <a:xfrm>
            <a:off x="4600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0" name="Google Shape;100;p31"/>
          <p:cNvSpPr txBox="1">
            <a:spLocks noGrp="1"/>
          </p:cNvSpPr>
          <p:nvPr>
            <p:ph type="body" idx="2"/>
          </p:nvPr>
        </p:nvSpPr>
        <p:spPr>
          <a:xfrm>
            <a:off x="4505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101" name="Google Shape;101;p31"/>
          <p:cNvSpPr txBox="1">
            <a:spLocks noGrp="1"/>
          </p:cNvSpPr>
          <p:nvPr>
            <p:ph type="subTitle" idx="3"/>
          </p:nvPr>
        </p:nvSpPr>
        <p:spPr>
          <a:xfrm>
            <a:off x="48431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2" name="Google Shape;102;p31"/>
          <p:cNvSpPr txBox="1">
            <a:spLocks noGrp="1"/>
          </p:cNvSpPr>
          <p:nvPr>
            <p:ph type="body" idx="4"/>
          </p:nvPr>
        </p:nvSpPr>
        <p:spPr>
          <a:xfrm>
            <a:off x="48336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104" name="Google Shape;104;p31"/>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31"/>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07" name="Google Shape;107;p31"/>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ingle column with image">
  <p:cSld name="TITLE_1_1_1_1_1_1_1">
    <p:bg>
      <p:bgPr>
        <a:noFill/>
        <a:effectLst/>
      </p:bgPr>
    </p:bg>
    <p:spTree>
      <p:nvGrpSpPr>
        <p:cNvPr id="1" name="Shape 108"/>
        <p:cNvGrpSpPr/>
        <p:nvPr/>
      </p:nvGrpSpPr>
      <p:grpSpPr>
        <a:xfrm>
          <a:off x="0" y="0"/>
          <a:ext cx="0" cy="0"/>
          <a:chOff x="0" y="0"/>
          <a:chExt cx="0" cy="0"/>
        </a:xfrm>
      </p:grpSpPr>
      <p:sp>
        <p:nvSpPr>
          <p:cNvPr id="109" name="Google Shape;109;p32"/>
          <p:cNvSpPr>
            <a:spLocks noGrp="1"/>
          </p:cNvSpPr>
          <p:nvPr>
            <p:ph type="pic" idx="2"/>
          </p:nvPr>
        </p:nvSpPr>
        <p:spPr>
          <a:xfrm>
            <a:off x="5027125" y="0"/>
            <a:ext cx="4116900" cy="5143500"/>
          </a:xfrm>
          <a:prstGeom prst="rect">
            <a:avLst/>
          </a:prstGeom>
          <a:noFill/>
          <a:ln>
            <a:noFill/>
          </a:ln>
        </p:spPr>
      </p:sp>
      <p:sp>
        <p:nvSpPr>
          <p:cNvPr id="110" name="Google Shape;110;p32"/>
          <p:cNvSpPr txBox="1"/>
          <p:nvPr/>
        </p:nvSpPr>
        <p:spPr>
          <a:xfrm>
            <a:off x="3423325"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11" name="Google Shape;111;p32"/>
          <p:cNvSpPr txBox="1">
            <a:spLocks noGrp="1"/>
          </p:cNvSpPr>
          <p:nvPr>
            <p:ph type="subTitle" idx="1"/>
          </p:nvPr>
        </p:nvSpPr>
        <p:spPr>
          <a:xfrm>
            <a:off x="460075" y="10821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2" name="Google Shape;112;p32"/>
          <p:cNvSpPr txBox="1">
            <a:spLocks noGrp="1"/>
          </p:cNvSpPr>
          <p:nvPr>
            <p:ph type="body" idx="3"/>
          </p:nvPr>
        </p:nvSpPr>
        <p:spPr>
          <a:xfrm>
            <a:off x="450500" y="14463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pic>
        <p:nvPicPr>
          <p:cNvPr id="113" name="Google Shape;113;p32"/>
          <p:cNvPicPr preferRelativeResize="0"/>
          <p:nvPr/>
        </p:nvPicPr>
        <p:blipFill rotWithShape="1">
          <a:blip r:embed="rId2">
            <a:alphaModFix/>
          </a:blip>
          <a:srcRect/>
          <a:stretch/>
        </p:blipFill>
        <p:spPr>
          <a:xfrm>
            <a:off x="665082" y="4769500"/>
            <a:ext cx="858651" cy="164500"/>
          </a:xfrm>
          <a:prstGeom prst="rect">
            <a:avLst/>
          </a:prstGeom>
          <a:noFill/>
          <a:ln>
            <a:noFill/>
          </a:ln>
        </p:spPr>
      </p:pic>
      <p:sp>
        <p:nvSpPr>
          <p:cNvPr id="114" name="Google Shape;114;p32"/>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pic>
        <p:nvPicPr>
          <p:cNvPr id="115" name="Google Shape;115;p32"/>
          <p:cNvPicPr preferRelativeResize="0"/>
          <p:nvPr/>
        </p:nvPicPr>
        <p:blipFill rotWithShape="1">
          <a:blip r:embed="rId3">
            <a:alphaModFix/>
          </a:blip>
          <a:srcRect/>
          <a:stretch/>
        </p:blipFill>
        <p:spPr>
          <a:xfrm>
            <a:off x="0" y="4689200"/>
            <a:ext cx="614619" cy="457200"/>
          </a:xfrm>
          <a:prstGeom prst="rect">
            <a:avLst/>
          </a:prstGeom>
          <a:noFill/>
          <a:ln>
            <a:noFill/>
          </a:ln>
        </p:spPr>
      </p:pic>
      <p:sp>
        <p:nvSpPr>
          <p:cNvPr id="116" name="Google Shape;116;p32"/>
          <p:cNvSpPr txBox="1">
            <a:spLocks noGrp="1"/>
          </p:cNvSpPr>
          <p:nvPr>
            <p:ph type="title"/>
          </p:nvPr>
        </p:nvSpPr>
        <p:spPr>
          <a:xfrm>
            <a:off x="469650" y="287550"/>
            <a:ext cx="42846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file desciption">
  <p:cSld name="TITLE_1_1_1_1_1_1_1_1_1">
    <p:bg>
      <p:bgPr>
        <a:noFill/>
        <a:effectLst/>
      </p:bgPr>
    </p:bg>
    <p:spTree>
      <p:nvGrpSpPr>
        <p:cNvPr id="1" name="Shape 117"/>
        <p:cNvGrpSpPr/>
        <p:nvPr/>
      </p:nvGrpSpPr>
      <p:grpSpPr>
        <a:xfrm>
          <a:off x="0" y="0"/>
          <a:ext cx="0" cy="0"/>
          <a:chOff x="0" y="0"/>
          <a:chExt cx="0" cy="0"/>
        </a:xfrm>
      </p:grpSpPr>
      <p:sp>
        <p:nvSpPr>
          <p:cNvPr id="118" name="Google Shape;118;p33"/>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9" name="Google Shape;119;p33"/>
          <p:cNvSpPr/>
          <p:nvPr/>
        </p:nvSpPr>
        <p:spPr>
          <a:xfrm>
            <a:off x="8961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3"/>
          <p:cNvSpPr>
            <a:spLocks noGrp="1"/>
          </p:cNvSpPr>
          <p:nvPr>
            <p:ph type="pic" idx="2"/>
          </p:nvPr>
        </p:nvSpPr>
        <p:spPr>
          <a:xfrm>
            <a:off x="953750" y="1485825"/>
            <a:ext cx="1322700" cy="1322700"/>
          </a:xfrm>
          <a:prstGeom prst="ellipse">
            <a:avLst/>
          </a:prstGeom>
          <a:noFill/>
          <a:ln>
            <a:noFill/>
          </a:ln>
        </p:spPr>
      </p:sp>
      <p:sp>
        <p:nvSpPr>
          <p:cNvPr id="121" name="Google Shape;121;p33"/>
          <p:cNvSpPr txBox="1">
            <a:spLocks noGrp="1"/>
          </p:cNvSpPr>
          <p:nvPr>
            <p:ph type="body" idx="3"/>
          </p:nvPr>
        </p:nvSpPr>
        <p:spPr>
          <a:xfrm>
            <a:off x="4505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2" name="Google Shape;122;p33"/>
          <p:cNvSpPr/>
          <p:nvPr/>
        </p:nvSpPr>
        <p:spPr>
          <a:xfrm>
            <a:off x="38593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33"/>
          <p:cNvSpPr>
            <a:spLocks noGrp="1"/>
          </p:cNvSpPr>
          <p:nvPr>
            <p:ph type="pic" idx="4"/>
          </p:nvPr>
        </p:nvSpPr>
        <p:spPr>
          <a:xfrm>
            <a:off x="3916950" y="1485825"/>
            <a:ext cx="1322700" cy="1322700"/>
          </a:xfrm>
          <a:prstGeom prst="ellipse">
            <a:avLst/>
          </a:prstGeom>
          <a:noFill/>
          <a:ln>
            <a:noFill/>
          </a:ln>
        </p:spPr>
      </p:sp>
      <p:sp>
        <p:nvSpPr>
          <p:cNvPr id="124" name="Google Shape;124;p33"/>
          <p:cNvSpPr txBox="1">
            <a:spLocks noGrp="1"/>
          </p:cNvSpPr>
          <p:nvPr>
            <p:ph type="body" idx="5"/>
          </p:nvPr>
        </p:nvSpPr>
        <p:spPr>
          <a:xfrm>
            <a:off x="34137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5" name="Google Shape;125;p33"/>
          <p:cNvSpPr/>
          <p:nvPr/>
        </p:nvSpPr>
        <p:spPr>
          <a:xfrm>
            <a:off x="6793825"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33"/>
          <p:cNvSpPr>
            <a:spLocks noGrp="1"/>
          </p:cNvSpPr>
          <p:nvPr>
            <p:ph type="pic" idx="6"/>
          </p:nvPr>
        </p:nvSpPr>
        <p:spPr>
          <a:xfrm>
            <a:off x="6851425" y="1485825"/>
            <a:ext cx="1322700" cy="1322700"/>
          </a:xfrm>
          <a:prstGeom prst="ellipse">
            <a:avLst/>
          </a:prstGeom>
          <a:noFill/>
          <a:ln>
            <a:noFill/>
          </a:ln>
        </p:spPr>
      </p:sp>
      <p:sp>
        <p:nvSpPr>
          <p:cNvPr id="127" name="Google Shape;127;p33"/>
          <p:cNvSpPr txBox="1">
            <a:spLocks noGrp="1"/>
          </p:cNvSpPr>
          <p:nvPr>
            <p:ph type="body" idx="7"/>
          </p:nvPr>
        </p:nvSpPr>
        <p:spPr>
          <a:xfrm>
            <a:off x="6348175"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9" name="Google Shape;129;p33"/>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130" name="Google Shape;130;p33"/>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32" name="Google Shape;132;p33"/>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ank you 1">
  <p:cSld name="CUSTOM_2">
    <p:spTree>
      <p:nvGrpSpPr>
        <p:cNvPr id="1" name="Shape 133"/>
        <p:cNvGrpSpPr/>
        <p:nvPr/>
      </p:nvGrpSpPr>
      <p:grpSpPr>
        <a:xfrm>
          <a:off x="0" y="0"/>
          <a:ext cx="0" cy="0"/>
          <a:chOff x="0" y="0"/>
          <a:chExt cx="0" cy="0"/>
        </a:xfrm>
      </p:grpSpPr>
      <p:sp>
        <p:nvSpPr>
          <p:cNvPr id="134" name="Google Shape;134;p34"/>
          <p:cNvSpPr txBox="1"/>
          <p:nvPr/>
        </p:nvSpPr>
        <p:spPr>
          <a:xfrm>
            <a:off x="2099100" y="1456925"/>
            <a:ext cx="5262000" cy="80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400"/>
              <a:buFont typeface="Arial"/>
              <a:buNone/>
            </a:pPr>
            <a:r>
              <a:rPr lang="en" sz="4400" b="0" i="0" u="none" strike="noStrike" cap="none">
                <a:solidFill>
                  <a:schemeClr val="accent1"/>
                </a:solidFill>
                <a:latin typeface="Proxima Nova"/>
                <a:ea typeface="Proxima Nova"/>
                <a:cs typeface="Proxima Nova"/>
                <a:sym typeface="Proxima Nova"/>
              </a:rPr>
              <a:t>THANK YOU</a:t>
            </a:r>
            <a:endParaRPr sz="4400" b="0" i="0" u="none" strike="noStrike" cap="none">
              <a:solidFill>
                <a:schemeClr val="accent1"/>
              </a:solidFill>
              <a:latin typeface="Proxima Nova"/>
              <a:ea typeface="Proxima Nova"/>
              <a:cs typeface="Proxima Nova"/>
              <a:sym typeface="Proxima Nova"/>
            </a:endParaRPr>
          </a:p>
        </p:txBody>
      </p:sp>
      <p:sp>
        <p:nvSpPr>
          <p:cNvPr id="135" name="Google Shape;135;p34"/>
          <p:cNvSpPr txBox="1">
            <a:spLocks noGrp="1"/>
          </p:cNvSpPr>
          <p:nvPr>
            <p:ph type="subTitle" idx="1"/>
          </p:nvPr>
        </p:nvSpPr>
        <p:spPr>
          <a:xfrm>
            <a:off x="2092775" y="2305650"/>
            <a:ext cx="5271900" cy="32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2pPr>
            <a:lvl3pPr marR="0" lvl="2"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3pPr>
            <a:lvl4pPr marR="0" lvl="3"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4pPr>
            <a:lvl5pPr marR="0" lvl="4"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5pPr>
            <a:lvl6pPr marR="0" lvl="5"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6pPr>
            <a:lvl7pPr marR="0" lvl="6"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7pPr>
            <a:lvl8pPr marR="0" lvl="7"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8pPr>
            <a:lvl9pPr marR="0" lvl="8"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9pPr>
          </a:lstStyle>
          <a:p>
            <a:endParaRPr/>
          </a:p>
        </p:txBody>
      </p:sp>
      <p:sp>
        <p:nvSpPr>
          <p:cNvPr id="138" name="Google Shape;138;p34"/>
          <p:cNvSpPr/>
          <p:nvPr/>
        </p:nvSpPr>
        <p:spPr>
          <a:xfrm>
            <a:off x="2166199" y="3057550"/>
            <a:ext cx="6492300" cy="279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7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javatpoint.com/javascript-tutoria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www.javatpoint.com/html-tutorial"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subTitle" idx="1"/>
          </p:nvPr>
        </p:nvSpPr>
        <p:spPr>
          <a:xfrm>
            <a:off x="3139175" y="2780450"/>
            <a:ext cx="5352600" cy="465300"/>
          </a:xfrm>
          <a:prstGeom prst="rect">
            <a:avLst/>
          </a:prstGeom>
          <a:noFill/>
          <a:ln>
            <a:noFill/>
          </a:ln>
        </p:spPr>
        <p:txBody>
          <a:bodyPr spcFirstLastPara="1" wrap="square" lIns="0" tIns="0" rIns="0" bIns="0" anchor="t" anchorCtr="0">
            <a:noAutofit/>
          </a:bodyPr>
          <a:lstStyle/>
          <a:p>
            <a:pPr marL="457200" lvl="0" indent="-228600" algn="l" rtl="0">
              <a:lnSpc>
                <a:spcPct val="90000"/>
              </a:lnSpc>
              <a:spcBef>
                <a:spcPts val="1000"/>
              </a:spcBef>
              <a:spcAft>
                <a:spcPts val="0"/>
              </a:spcAft>
              <a:buClr>
                <a:schemeClr val="dk1"/>
              </a:buClr>
              <a:buSzPts val="1100"/>
              <a:buFont typeface="Arial"/>
              <a:buNone/>
            </a:pPr>
            <a:r>
              <a:rPr lang="en" sz="1600">
                <a:solidFill>
                  <a:schemeClr val="dk1"/>
                </a:solidFill>
                <a:latin typeface="Proxima Nova Semibold"/>
                <a:ea typeface="Proxima Nova Semibold"/>
                <a:cs typeface="Proxima Nova Semibold"/>
                <a:sym typeface="Proxima Nova Semibold"/>
              </a:rPr>
              <a:t>Course Level – Intermediate </a:t>
            </a:r>
            <a:endParaRPr sz="1600">
              <a:latin typeface="Proxima Nova Semibold"/>
              <a:ea typeface="Proxima Nova Semibold"/>
              <a:cs typeface="Proxima Nova Semibold"/>
              <a:sym typeface="Proxima Nova Semibold"/>
            </a:endParaRPr>
          </a:p>
        </p:txBody>
      </p:sp>
      <p:sp>
        <p:nvSpPr>
          <p:cNvPr id="145" name="Google Shape;145;p1"/>
          <p:cNvSpPr txBox="1"/>
          <p:nvPr/>
        </p:nvSpPr>
        <p:spPr>
          <a:xfrm>
            <a:off x="2856700" y="1882025"/>
            <a:ext cx="6062100" cy="7941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400"/>
              <a:buFont typeface="Arial"/>
              <a:buNone/>
            </a:pPr>
            <a:r>
              <a:rPr lang="en" sz="4400" b="1" i="0" u="none" strike="noStrike" cap="none">
                <a:solidFill>
                  <a:schemeClr val="accent1"/>
                </a:solidFill>
                <a:latin typeface="Proxima Nova"/>
                <a:ea typeface="Proxima Nova"/>
                <a:cs typeface="Proxima Nova"/>
                <a:sym typeface="Proxima Nova"/>
              </a:rPr>
              <a:t>Javascript</a:t>
            </a:r>
            <a:endParaRPr sz="4400" b="1" i="0" u="none" strike="noStrike" cap="none">
              <a:solidFill>
                <a:schemeClr val="accent1"/>
              </a:solidFill>
              <a:latin typeface="Proxima Nova"/>
              <a:ea typeface="Proxima Nova"/>
              <a:cs typeface="Proxima Nova"/>
              <a:sym typeface="Proxima Nov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23d6530f4b9_0_75"/>
          <p:cNvSpPr txBox="1"/>
          <p:nvPr/>
        </p:nvSpPr>
        <p:spPr>
          <a:xfrm>
            <a:off x="0" y="1770999"/>
            <a:ext cx="9054623" cy="1336585"/>
          </a:xfrm>
          <a:prstGeom prst="rect">
            <a:avLst/>
          </a:prstGeom>
          <a:solidFill>
            <a:srgbClr val="A64D79"/>
          </a:solidFill>
          <a:ln>
            <a:noFill/>
          </a:ln>
        </p:spPr>
        <p:txBody>
          <a:bodyPr spcFirstLastPara="1" wrap="square" lIns="91425" tIns="45700" rIns="91425" bIns="45700" anchor="t" anchorCtr="0">
            <a:noAutofit/>
          </a:bodyPr>
          <a:lstStyle/>
          <a:p>
            <a:pPr lvl="0" algn="ctr">
              <a:lnSpc>
                <a:spcPct val="90000"/>
              </a:lnSpc>
              <a:buSzPts val="4000"/>
            </a:pPr>
            <a:r>
              <a:rPr lang="en" sz="4000" b="0" i="0" u="none" strike="noStrike" cap="none" dirty="0">
                <a:solidFill>
                  <a:schemeClr val="lt1"/>
                </a:solidFill>
                <a:latin typeface="Proxima Nova"/>
                <a:ea typeface="Proxima Nova"/>
                <a:cs typeface="Proxima Nova"/>
                <a:sym typeface="Proxima Nova"/>
              </a:rPr>
              <a:t>Javascript - </a:t>
            </a:r>
            <a:r>
              <a:rPr lang="en-IN" sz="4000" dirty="0" smtClean="0">
                <a:solidFill>
                  <a:schemeClr val="lt1"/>
                </a:solidFill>
                <a:latin typeface="Proxima Nova"/>
                <a:ea typeface="Proxima Nova"/>
                <a:cs typeface="Proxima Nova"/>
                <a:sym typeface="Proxima Nova"/>
              </a:rPr>
              <a:t>Events</a:t>
            </a:r>
            <a:r>
              <a:rPr lang="en-IN" sz="4000" dirty="0">
                <a:solidFill>
                  <a:schemeClr val="lt1"/>
                </a:solidFill>
                <a:latin typeface="Proxima Nova"/>
                <a:ea typeface="Proxima Nova"/>
                <a:cs typeface="Proxima Nova"/>
                <a:sym typeface="Proxima Nova"/>
              </a:rPr>
              <a:t>, Debugging </a:t>
            </a:r>
            <a:r>
              <a:rPr lang="en-IN" sz="4000" dirty="0" smtClean="0">
                <a:solidFill>
                  <a:schemeClr val="lt1"/>
                </a:solidFill>
                <a:latin typeface="Proxima Nova"/>
                <a:ea typeface="Proxima Nova"/>
                <a:cs typeface="Proxima Nova"/>
                <a:sym typeface="Proxima Nova"/>
              </a:rPr>
              <a:t>Techniques</a:t>
            </a:r>
            <a:endParaRPr sz="4000" b="0" i="0" u="none" strike="noStrike" cap="none" dirty="0">
              <a:solidFill>
                <a:schemeClr val="lt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g27625e78053_0_64"/>
          <p:cNvSpPr txBox="1"/>
          <p:nvPr/>
        </p:nvSpPr>
        <p:spPr>
          <a:xfrm>
            <a:off x="702325" y="1771000"/>
            <a:ext cx="6725400" cy="663600"/>
          </a:xfrm>
          <a:prstGeom prst="rect">
            <a:avLst/>
          </a:prstGeom>
          <a:solidFill>
            <a:srgbClr val="A64D79"/>
          </a:soli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00000"/>
              </a:buClr>
              <a:buSzPts val="4000"/>
              <a:buFont typeface="Arial"/>
              <a:buNone/>
            </a:pPr>
            <a:r>
              <a:rPr lang="en" sz="4000" b="0" i="0" u="none" strike="noStrike" cap="none" dirty="0">
                <a:solidFill>
                  <a:schemeClr val="lt1"/>
                </a:solidFill>
                <a:latin typeface="Proxima Nova"/>
                <a:ea typeface="Proxima Nova"/>
                <a:cs typeface="Proxima Nova"/>
                <a:sym typeface="Proxima Nova"/>
              </a:rPr>
              <a:t>Javascript </a:t>
            </a:r>
            <a:endParaRPr sz="4000" b="0" i="0" u="none" strike="noStrike" cap="none" dirty="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234082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g27625e78053_0_68"/>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285750" lvl="0" indent="-285750">
              <a:lnSpc>
                <a:spcPct val="115000"/>
              </a:lnSpc>
              <a:buClr>
                <a:schemeClr val="dk1"/>
              </a:buClr>
              <a:buSzPts val="1100"/>
              <a:buFont typeface="Arial"/>
              <a:buChar char="•"/>
            </a:pPr>
            <a:r>
              <a:rPr lang="en-US" sz="1600" b="1" dirty="0"/>
              <a:t>DOM (Document Object Model)</a:t>
            </a:r>
            <a:r>
              <a:rPr lang="en-US" sz="1600" dirty="0"/>
              <a:t> is a programming interface for HTML documents. It represents the page as a tree structure that programs can modify</a:t>
            </a:r>
            <a:r>
              <a:rPr lang="en-US" sz="1600" dirty="0"/>
              <a:t>. </a:t>
            </a:r>
            <a:r>
              <a:rPr lang="en-US" sz="1600" dirty="0" err="1" smtClean="0"/>
              <a:t>Documen</a:t>
            </a:r>
            <a:r>
              <a:rPr lang="en-US" sz="1600" dirty="0"/>
              <a:t/>
            </a:r>
            <a:br>
              <a:rPr lang="en-US" sz="1600" dirty="0"/>
            </a:br>
            <a:r>
              <a:rPr lang="en-US" sz="1600" dirty="0"/>
              <a:t>    ├── html</a:t>
            </a:r>
            <a:br>
              <a:rPr lang="en-US" sz="1600" dirty="0"/>
            </a:br>
            <a:r>
              <a:rPr lang="en-US" sz="1600" dirty="0"/>
              <a:t>    │    ├── head</a:t>
            </a:r>
            <a:br>
              <a:rPr lang="en-US" sz="1600" dirty="0"/>
            </a:br>
            <a:r>
              <a:rPr lang="en-US" sz="1600" dirty="0"/>
              <a:t>    │    │    ├── title</a:t>
            </a:r>
            <a:br>
              <a:rPr lang="en-US" sz="1600" dirty="0"/>
            </a:br>
            <a:r>
              <a:rPr lang="en-US" sz="1600" dirty="0"/>
              <a:t>    │    │    └── meta</a:t>
            </a:r>
            <a:br>
              <a:rPr lang="en-US" sz="1600" dirty="0"/>
            </a:br>
            <a:r>
              <a:rPr lang="en-US" sz="1600" dirty="0"/>
              <a:t>    │    └── body</a:t>
            </a:r>
            <a:br>
              <a:rPr lang="en-US" sz="1600" dirty="0"/>
            </a:br>
            <a:r>
              <a:rPr lang="en-US" sz="1600" dirty="0"/>
              <a:t>    │         ├── header</a:t>
            </a:r>
            <a:br>
              <a:rPr lang="en-US" sz="1600" dirty="0"/>
            </a:br>
            <a:r>
              <a:rPr lang="en-US" sz="1600" dirty="0"/>
              <a:t>    │         ├── main</a:t>
            </a:r>
            <a:br>
              <a:rPr lang="en-US" sz="1600" dirty="0"/>
            </a:br>
            <a:r>
              <a:rPr lang="en-US" sz="1600" dirty="0"/>
              <a:t>    │         │    ├── div</a:t>
            </a:r>
            <a:br>
              <a:rPr lang="en-US" sz="1600" dirty="0"/>
            </a:br>
            <a:r>
              <a:rPr lang="en-US" sz="1600" dirty="0"/>
              <a:t>    │         │    ├── p</a:t>
            </a:r>
            <a:br>
              <a:rPr lang="en-US" sz="1600" dirty="0"/>
            </a:br>
            <a:r>
              <a:rPr lang="en-US" sz="1600" dirty="0"/>
              <a:t>    │         │    └── button</a:t>
            </a:r>
            <a:br>
              <a:rPr lang="en-US" sz="1600" dirty="0"/>
            </a:br>
            <a:r>
              <a:rPr lang="en-US" sz="1600" dirty="0"/>
              <a:t>    │         └── footer</a:t>
            </a:r>
            <a:endParaRPr sz="1600" dirty="0">
              <a:solidFill>
                <a:schemeClr val="dk1"/>
              </a:solidFill>
              <a:highlight>
                <a:srgbClr val="FFFFFF"/>
              </a:highlight>
              <a:latin typeface="Proxima Nova Semibold"/>
              <a:ea typeface="Proxima Nova Semibold"/>
              <a:cs typeface="Proxima Nova Semibold"/>
            </a:endParaRPr>
          </a:p>
        </p:txBody>
      </p:sp>
      <p:sp>
        <p:nvSpPr>
          <p:cNvPr id="409" name="Google Shape;409;g27625e78053_0_68"/>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a:t>What is DOM?</a:t>
            </a:r>
          </a:p>
        </p:txBody>
      </p:sp>
    </p:spTree>
    <p:extLst>
      <p:ext uri="{BB962C8B-B14F-4D97-AF65-F5344CB8AC3E}">
        <p14:creationId xmlns:p14="http://schemas.microsoft.com/office/powerpoint/2010/main" val="24009288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g27625e78053_0_68"/>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a:t>What is DOM?</a:t>
            </a:r>
          </a:p>
        </p:txBody>
      </p:sp>
      <p:sp>
        <p:nvSpPr>
          <p:cNvPr id="4" name="Rectangle 3"/>
          <p:cNvSpPr/>
          <p:nvPr/>
        </p:nvSpPr>
        <p:spPr>
          <a:xfrm>
            <a:off x="380999" y="1070150"/>
            <a:ext cx="7178899" cy="1815882"/>
          </a:xfrm>
          <a:prstGeom prst="rect">
            <a:avLst/>
          </a:prstGeom>
        </p:spPr>
        <p:txBody>
          <a:bodyPr wrap="square">
            <a:spAutoFit/>
          </a:bodyPr>
          <a:lstStyle/>
          <a:p>
            <a:pPr marL="285750" indent="-285750">
              <a:buFont typeface="Arial" panose="020B0604020202020204" pitchFamily="34" charset="0"/>
              <a:buChar char="•"/>
            </a:pPr>
            <a:r>
              <a:rPr lang="en-US" dirty="0">
                <a:solidFill>
                  <a:schemeClr val="dk1"/>
                </a:solidFill>
                <a:highlight>
                  <a:srgbClr val="FFFFFF"/>
                </a:highlight>
                <a:latin typeface="Proxima Nova Semibold"/>
                <a:ea typeface="Proxima Nova Semibold"/>
                <a:cs typeface="Proxima Nova Semibold"/>
              </a:rPr>
              <a:t>The DOM represents document as nodes and </a:t>
            </a:r>
            <a:r>
              <a:rPr lang="en-US" dirty="0" smtClean="0">
                <a:solidFill>
                  <a:schemeClr val="dk1"/>
                </a:solidFill>
                <a:highlight>
                  <a:srgbClr val="FFFFFF"/>
                </a:highlight>
                <a:latin typeface="Proxima Nova Semibold"/>
                <a:ea typeface="Proxima Nova Semibold"/>
                <a:cs typeface="Proxima Nova Semibold"/>
              </a:rPr>
              <a:t>objects</a:t>
            </a:r>
          </a:p>
          <a:p>
            <a:pPr marL="285750" indent="-285750">
              <a:buFont typeface="Arial" panose="020B0604020202020204" pitchFamily="34" charset="0"/>
              <a:buChar char="•"/>
            </a:pPr>
            <a:endParaRPr lang="en-US" dirty="0" smtClean="0">
              <a:solidFill>
                <a:schemeClr val="dk1"/>
              </a:solidFill>
              <a:highlight>
                <a:srgbClr val="FFFFFF"/>
              </a:highlight>
              <a:latin typeface="Proxima Nova Semibold"/>
              <a:ea typeface="Proxima Nova Semibold"/>
              <a:cs typeface="Proxima Nova Semibold"/>
            </a:endParaRPr>
          </a:p>
          <a:p>
            <a:pPr marL="285750" indent="-285750">
              <a:buFont typeface="Arial" panose="020B0604020202020204" pitchFamily="34" charset="0"/>
              <a:buChar char="•"/>
            </a:pPr>
            <a:r>
              <a:rPr lang="en-US" dirty="0" smtClean="0">
                <a:solidFill>
                  <a:schemeClr val="dk1"/>
                </a:solidFill>
                <a:highlight>
                  <a:srgbClr val="FFFFFF"/>
                </a:highlight>
                <a:latin typeface="Proxima Nova Semibold"/>
                <a:ea typeface="Proxima Nova Semibold"/>
                <a:cs typeface="Proxima Nova Semibold"/>
              </a:rPr>
              <a:t>Each </a:t>
            </a:r>
            <a:r>
              <a:rPr lang="en-US" dirty="0">
                <a:solidFill>
                  <a:schemeClr val="dk1"/>
                </a:solidFill>
                <a:highlight>
                  <a:srgbClr val="FFFFFF"/>
                </a:highlight>
                <a:latin typeface="Proxima Nova Semibold"/>
                <a:ea typeface="Proxima Nova Semibold"/>
                <a:cs typeface="Proxima Nova Semibold"/>
              </a:rPr>
              <a:t>node has properties (like </a:t>
            </a:r>
            <a:r>
              <a:rPr lang="en-US" dirty="0" err="1">
                <a:solidFill>
                  <a:schemeClr val="dk1"/>
                </a:solidFill>
                <a:highlight>
                  <a:srgbClr val="FFFFFF"/>
                </a:highlight>
                <a:latin typeface="Proxima Nova Semibold"/>
                <a:ea typeface="Proxima Nova Semibold"/>
                <a:cs typeface="Proxima Nova Semibold"/>
              </a:rPr>
              <a:t>innerHTML</a:t>
            </a:r>
            <a:r>
              <a:rPr lang="en-US" dirty="0">
                <a:solidFill>
                  <a:schemeClr val="dk1"/>
                </a:solidFill>
                <a:highlight>
                  <a:srgbClr val="FFFFFF"/>
                </a:highlight>
                <a:latin typeface="Proxima Nova Semibold"/>
                <a:ea typeface="Proxima Nova Semibold"/>
                <a:cs typeface="Proxima Nova Semibold"/>
              </a:rPr>
              <a:t>, </a:t>
            </a:r>
            <a:r>
              <a:rPr lang="en-US" dirty="0" err="1">
                <a:solidFill>
                  <a:schemeClr val="dk1"/>
                </a:solidFill>
                <a:highlight>
                  <a:srgbClr val="FFFFFF"/>
                </a:highlight>
                <a:latin typeface="Proxima Nova Semibold"/>
                <a:ea typeface="Proxima Nova Semibold"/>
                <a:cs typeface="Proxima Nova Semibold"/>
              </a:rPr>
              <a:t>className</a:t>
            </a:r>
            <a:r>
              <a:rPr lang="en-US" dirty="0">
                <a:solidFill>
                  <a:schemeClr val="dk1"/>
                </a:solidFill>
                <a:highlight>
                  <a:srgbClr val="FFFFFF"/>
                </a:highlight>
                <a:latin typeface="Proxima Nova Semibold"/>
                <a:ea typeface="Proxima Nova Semibold"/>
                <a:cs typeface="Proxima Nova Semibold"/>
              </a:rPr>
              <a:t>) and methods (like </a:t>
            </a:r>
            <a:r>
              <a:rPr lang="en-US" dirty="0" err="1">
                <a:solidFill>
                  <a:schemeClr val="dk1"/>
                </a:solidFill>
                <a:highlight>
                  <a:srgbClr val="FFFFFF"/>
                </a:highlight>
                <a:latin typeface="Proxima Nova Semibold"/>
                <a:ea typeface="Proxima Nova Semibold"/>
                <a:cs typeface="Proxima Nova Semibold"/>
              </a:rPr>
              <a:t>appendChild</a:t>
            </a:r>
            <a:r>
              <a:rPr lang="en-US" dirty="0">
                <a:solidFill>
                  <a:schemeClr val="dk1"/>
                </a:solidFill>
                <a:highlight>
                  <a:srgbClr val="FFFFFF"/>
                </a:highlight>
                <a:latin typeface="Proxima Nova Semibold"/>
                <a:ea typeface="Proxima Nova Semibold"/>
                <a:cs typeface="Proxima Nova Semibold"/>
              </a:rPr>
              <a:t>(), remove</a:t>
            </a:r>
            <a:r>
              <a:rPr lang="en-US" dirty="0" smtClean="0">
                <a:solidFill>
                  <a:schemeClr val="dk1"/>
                </a:solidFill>
                <a:highlight>
                  <a:srgbClr val="FFFFFF"/>
                </a:highlight>
                <a:latin typeface="Proxima Nova Semibold"/>
                <a:ea typeface="Proxima Nova Semibold"/>
                <a:cs typeface="Proxima Nova Semibold"/>
              </a:rPr>
              <a:t>())</a:t>
            </a:r>
          </a:p>
          <a:p>
            <a:pPr marL="285750" indent="-285750">
              <a:buFont typeface="Arial" panose="020B0604020202020204" pitchFamily="34" charset="0"/>
              <a:buChar char="•"/>
            </a:pPr>
            <a:endParaRPr lang="en-US" dirty="0" smtClean="0">
              <a:solidFill>
                <a:schemeClr val="dk1"/>
              </a:solidFill>
              <a:highlight>
                <a:srgbClr val="FFFFFF"/>
              </a:highlight>
              <a:latin typeface="Proxima Nova Semibold"/>
              <a:ea typeface="Proxima Nova Semibold"/>
              <a:cs typeface="Proxima Nova Semibold"/>
            </a:endParaRPr>
          </a:p>
          <a:p>
            <a:pPr marL="285750" indent="-285750">
              <a:buFont typeface="Arial" panose="020B0604020202020204" pitchFamily="34" charset="0"/>
              <a:buChar char="•"/>
            </a:pPr>
            <a:r>
              <a:rPr lang="en-US" dirty="0" smtClean="0">
                <a:solidFill>
                  <a:schemeClr val="dk1"/>
                </a:solidFill>
                <a:highlight>
                  <a:srgbClr val="FFFFFF"/>
                </a:highlight>
                <a:latin typeface="Proxima Nova Semibold"/>
                <a:ea typeface="Proxima Nova Semibold"/>
                <a:cs typeface="Proxima Nova Semibold"/>
              </a:rPr>
              <a:t>Created </a:t>
            </a:r>
            <a:r>
              <a:rPr lang="en-US" dirty="0">
                <a:solidFill>
                  <a:schemeClr val="dk1"/>
                </a:solidFill>
                <a:highlight>
                  <a:srgbClr val="FFFFFF"/>
                </a:highlight>
                <a:latin typeface="Proxima Nova Semibold"/>
                <a:ea typeface="Proxima Nova Semibold"/>
                <a:cs typeface="Proxima Nova Semibold"/>
              </a:rPr>
              <a:t>automatically by browser when page </a:t>
            </a:r>
            <a:r>
              <a:rPr lang="en-US" dirty="0" smtClean="0">
                <a:solidFill>
                  <a:schemeClr val="dk1"/>
                </a:solidFill>
                <a:highlight>
                  <a:srgbClr val="FFFFFF"/>
                </a:highlight>
                <a:latin typeface="Proxima Nova Semibold"/>
                <a:ea typeface="Proxima Nova Semibold"/>
                <a:cs typeface="Proxima Nova Semibold"/>
              </a:rPr>
              <a:t>loads</a:t>
            </a:r>
          </a:p>
          <a:p>
            <a:pPr marL="285750" indent="-285750">
              <a:buFont typeface="Arial" panose="020B0604020202020204" pitchFamily="34" charset="0"/>
              <a:buChar char="•"/>
            </a:pPr>
            <a:endParaRPr lang="en-US" dirty="0" smtClean="0">
              <a:solidFill>
                <a:schemeClr val="dk1"/>
              </a:solidFill>
              <a:highlight>
                <a:srgbClr val="FFFFFF"/>
              </a:highlight>
              <a:latin typeface="Proxima Nova Semibold"/>
              <a:ea typeface="Proxima Nova Semibold"/>
              <a:cs typeface="Proxima Nova Semibold"/>
            </a:endParaRPr>
          </a:p>
          <a:p>
            <a:pPr marL="285750" indent="-285750">
              <a:buFont typeface="Arial" panose="020B0604020202020204" pitchFamily="34" charset="0"/>
              <a:buChar char="•"/>
            </a:pPr>
            <a:r>
              <a:rPr lang="en-US" dirty="0" smtClean="0">
                <a:solidFill>
                  <a:schemeClr val="dk1"/>
                </a:solidFill>
                <a:highlight>
                  <a:srgbClr val="FFFFFF"/>
                </a:highlight>
                <a:latin typeface="Proxima Nova Semibold"/>
                <a:ea typeface="Proxima Nova Semibold"/>
                <a:cs typeface="Proxima Nova Semibold"/>
              </a:rPr>
              <a:t>Follows </a:t>
            </a:r>
            <a:r>
              <a:rPr lang="en-US" dirty="0">
                <a:solidFill>
                  <a:schemeClr val="dk1"/>
                </a:solidFill>
                <a:highlight>
                  <a:srgbClr val="FFFFFF"/>
                </a:highlight>
                <a:latin typeface="Proxima Nova Semibold"/>
                <a:ea typeface="Proxima Nova Semibold"/>
                <a:cs typeface="Proxima Nova Semibold"/>
              </a:rPr>
              <a:t>W3C standard (DOM Level 1,2,3,4)</a:t>
            </a:r>
            <a:endParaRPr lang="en-IN" dirty="0"/>
          </a:p>
        </p:txBody>
      </p:sp>
    </p:spTree>
    <p:extLst>
      <p:ext uri="{BB962C8B-B14F-4D97-AF65-F5344CB8AC3E}">
        <p14:creationId xmlns:p14="http://schemas.microsoft.com/office/powerpoint/2010/main" val="32325303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g27625e78053_0_68"/>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a:t>Selecting Elements</a:t>
            </a:r>
          </a:p>
        </p:txBody>
      </p:sp>
      <p:sp>
        <p:nvSpPr>
          <p:cNvPr id="4" name="Rectangle 3"/>
          <p:cNvSpPr/>
          <p:nvPr/>
        </p:nvSpPr>
        <p:spPr>
          <a:xfrm>
            <a:off x="381000" y="1086009"/>
            <a:ext cx="8363755" cy="1815882"/>
          </a:xfrm>
          <a:prstGeom prst="rect">
            <a:avLst/>
          </a:prstGeom>
        </p:spPr>
        <p:txBody>
          <a:bodyPr wrap="square">
            <a:spAutoFit/>
          </a:bodyPr>
          <a:lstStyle/>
          <a:p>
            <a:pPr marL="285750" indent="-285750">
              <a:buFont typeface="Arial" panose="020B0604020202020204" pitchFamily="34" charset="0"/>
              <a:buChar char="•"/>
            </a:pPr>
            <a:r>
              <a:rPr lang="en-US" dirty="0">
                <a:solidFill>
                  <a:schemeClr val="dk1"/>
                </a:solidFill>
                <a:highlight>
                  <a:srgbClr val="FFFFFF"/>
                </a:highlight>
                <a:latin typeface="Proxima Nova Semibold"/>
                <a:ea typeface="Proxima Nova Semibold"/>
                <a:cs typeface="Proxima Nova Semibold"/>
              </a:rPr>
              <a:t>This is the fastest selector method because IDs are unique and browsers optimize for ID </a:t>
            </a:r>
            <a:r>
              <a:rPr lang="en-US" dirty="0" smtClean="0">
                <a:solidFill>
                  <a:schemeClr val="dk1"/>
                </a:solidFill>
                <a:highlight>
                  <a:srgbClr val="FFFFFF"/>
                </a:highlight>
                <a:latin typeface="Proxima Nova Semibold"/>
                <a:ea typeface="Proxima Nova Semibold"/>
                <a:cs typeface="Proxima Nova Semibold"/>
              </a:rPr>
              <a:t>lookups.</a:t>
            </a:r>
          </a:p>
          <a:p>
            <a:pPr marL="285750" indent="-285750">
              <a:buFont typeface="Arial" panose="020B0604020202020204" pitchFamily="34" charset="0"/>
              <a:buChar char="•"/>
            </a:pPr>
            <a:endParaRPr lang="en-US" dirty="0" smtClean="0">
              <a:solidFill>
                <a:schemeClr val="dk1"/>
              </a:solidFill>
              <a:highlight>
                <a:srgbClr val="FFFFFF"/>
              </a:highlight>
              <a:latin typeface="Proxima Nova Semibold"/>
              <a:ea typeface="Proxima Nova Semibold"/>
              <a:cs typeface="Proxima Nova Semibold"/>
            </a:endParaRPr>
          </a:p>
          <a:p>
            <a:pPr marL="285750" indent="-285750">
              <a:buFont typeface="Arial" panose="020B0604020202020204" pitchFamily="34" charset="0"/>
              <a:buChar char="•"/>
            </a:pPr>
            <a:r>
              <a:rPr lang="en-US" dirty="0" err="1" smtClean="0">
                <a:solidFill>
                  <a:schemeClr val="dk1"/>
                </a:solidFill>
                <a:highlight>
                  <a:srgbClr val="FFFFFF"/>
                </a:highlight>
                <a:latin typeface="Proxima Nova Semibold"/>
                <a:ea typeface="Proxima Nova Semibold"/>
                <a:cs typeface="Proxima Nova Semibold"/>
              </a:rPr>
              <a:t>const</a:t>
            </a:r>
            <a:r>
              <a:rPr lang="en-US" dirty="0" smtClean="0">
                <a:solidFill>
                  <a:schemeClr val="dk1"/>
                </a:solidFill>
                <a:highlight>
                  <a:srgbClr val="FFFFFF"/>
                </a:highlight>
                <a:latin typeface="Proxima Nova Semibold"/>
                <a:ea typeface="Proxima Nova Semibold"/>
                <a:cs typeface="Proxima Nova Semibold"/>
              </a:rPr>
              <a:t> </a:t>
            </a:r>
            <a:r>
              <a:rPr lang="en-US" dirty="0">
                <a:solidFill>
                  <a:schemeClr val="dk1"/>
                </a:solidFill>
                <a:highlight>
                  <a:srgbClr val="FFFFFF"/>
                </a:highlight>
                <a:latin typeface="Proxima Nova Semibold"/>
                <a:ea typeface="Proxima Nova Semibold"/>
                <a:cs typeface="Proxima Nova Semibold"/>
              </a:rPr>
              <a:t>element = </a:t>
            </a:r>
            <a:r>
              <a:rPr lang="en-US" dirty="0" err="1">
                <a:solidFill>
                  <a:schemeClr val="dk1"/>
                </a:solidFill>
                <a:highlight>
                  <a:srgbClr val="FFFFFF"/>
                </a:highlight>
                <a:latin typeface="Proxima Nova Semibold"/>
                <a:ea typeface="Proxima Nova Semibold"/>
                <a:cs typeface="Proxima Nova Semibold"/>
              </a:rPr>
              <a:t>document.getElementById</a:t>
            </a:r>
            <a:r>
              <a:rPr lang="en-US" dirty="0">
                <a:solidFill>
                  <a:schemeClr val="dk1"/>
                </a:solidFill>
                <a:highlight>
                  <a:srgbClr val="FFFFFF"/>
                </a:highlight>
                <a:latin typeface="Proxima Nova Semibold"/>
                <a:ea typeface="Proxima Nova Semibold"/>
                <a:cs typeface="Proxima Nova Semibold"/>
              </a:rPr>
              <a:t>('header');</a:t>
            </a:r>
            <a:br>
              <a:rPr lang="en-US" dirty="0">
                <a:solidFill>
                  <a:schemeClr val="dk1"/>
                </a:solidFill>
                <a:highlight>
                  <a:srgbClr val="FFFFFF"/>
                </a:highlight>
                <a:latin typeface="Proxima Nova Semibold"/>
                <a:ea typeface="Proxima Nova Semibold"/>
                <a:cs typeface="Proxima Nova Semibold"/>
              </a:rPr>
            </a:br>
            <a:r>
              <a:rPr lang="en-US" dirty="0">
                <a:solidFill>
                  <a:schemeClr val="dk1"/>
                </a:solidFill>
                <a:highlight>
                  <a:srgbClr val="FFFFFF"/>
                </a:highlight>
                <a:latin typeface="Proxima Nova Semibold"/>
                <a:ea typeface="Proxima Nova Semibold"/>
                <a:cs typeface="Proxima Nova Semibold"/>
              </a:rPr>
              <a:t/>
            </a:r>
            <a:br>
              <a:rPr lang="en-US" dirty="0">
                <a:solidFill>
                  <a:schemeClr val="dk1"/>
                </a:solidFill>
                <a:highlight>
                  <a:srgbClr val="FFFFFF"/>
                </a:highlight>
                <a:latin typeface="Proxima Nova Semibold"/>
                <a:ea typeface="Proxima Nova Semibold"/>
                <a:cs typeface="Proxima Nova Semibold"/>
              </a:rPr>
            </a:br>
            <a:r>
              <a:rPr lang="en-US" dirty="0">
                <a:solidFill>
                  <a:schemeClr val="dk1"/>
                </a:solidFill>
                <a:highlight>
                  <a:srgbClr val="FFFFFF"/>
                </a:highlight>
                <a:latin typeface="Proxima Nova Semibold"/>
                <a:ea typeface="Proxima Nova Semibold"/>
                <a:cs typeface="Proxima Nova Semibold"/>
              </a:rPr>
              <a:t>Return </a:t>
            </a:r>
            <a:r>
              <a:rPr lang="en-US" dirty="0" smtClean="0">
                <a:solidFill>
                  <a:schemeClr val="dk1"/>
                </a:solidFill>
                <a:highlight>
                  <a:srgbClr val="FFFFFF"/>
                </a:highlight>
                <a:latin typeface="Proxima Nova Semibold"/>
                <a:ea typeface="Proxima Nova Semibold"/>
                <a:cs typeface="Proxima Nova Semibold"/>
              </a:rPr>
              <a:t>Value:</a:t>
            </a:r>
          </a:p>
          <a:p>
            <a:pPr marL="285750" indent="-285750">
              <a:buFont typeface="Arial" panose="020B0604020202020204" pitchFamily="34" charset="0"/>
              <a:buChar char="•"/>
            </a:pPr>
            <a:endParaRPr lang="en-US" dirty="0" smtClean="0">
              <a:solidFill>
                <a:schemeClr val="dk1"/>
              </a:solidFill>
              <a:highlight>
                <a:srgbClr val="FFFFFF"/>
              </a:highlight>
              <a:latin typeface="Proxima Nova Semibold"/>
              <a:ea typeface="Proxima Nova Semibold"/>
              <a:cs typeface="Proxima Nova Semibold"/>
            </a:endParaRPr>
          </a:p>
          <a:p>
            <a:pPr marL="285750" lvl="2" indent="-285750">
              <a:buFont typeface="Arial" panose="020B0604020202020204" pitchFamily="34" charset="0"/>
              <a:buChar char="•"/>
            </a:pPr>
            <a:r>
              <a:rPr lang="en-US" dirty="0" smtClean="0">
                <a:solidFill>
                  <a:schemeClr val="dk1"/>
                </a:solidFill>
                <a:highlight>
                  <a:srgbClr val="FFFFFF"/>
                </a:highlight>
                <a:latin typeface="Proxima Nova Semibold"/>
                <a:ea typeface="Proxima Nova Semibold"/>
                <a:cs typeface="Proxima Nova Semibold"/>
              </a:rPr>
              <a:t>Returns </a:t>
            </a:r>
            <a:r>
              <a:rPr lang="en-US" dirty="0">
                <a:solidFill>
                  <a:schemeClr val="dk1"/>
                </a:solidFill>
                <a:highlight>
                  <a:srgbClr val="FFFFFF"/>
                </a:highlight>
                <a:latin typeface="Proxima Nova Semibold"/>
                <a:ea typeface="Proxima Nova Semibold"/>
                <a:cs typeface="Proxima Nova Semibold"/>
              </a:rPr>
              <a:t>an Element object if </a:t>
            </a:r>
            <a:r>
              <a:rPr lang="en-US" dirty="0" smtClean="0">
                <a:solidFill>
                  <a:schemeClr val="dk1"/>
                </a:solidFill>
                <a:highlight>
                  <a:srgbClr val="FFFFFF"/>
                </a:highlight>
                <a:latin typeface="Proxima Nova Semibold"/>
                <a:ea typeface="Proxima Nova Semibold"/>
                <a:cs typeface="Proxima Nova Semibold"/>
              </a:rPr>
              <a:t>found</a:t>
            </a:r>
          </a:p>
          <a:p>
            <a:pPr marL="285750" lvl="2" indent="-285750">
              <a:buFont typeface="Arial" panose="020B0604020202020204" pitchFamily="34" charset="0"/>
              <a:buChar char="•"/>
            </a:pPr>
            <a:r>
              <a:rPr lang="en-US" dirty="0" smtClean="0">
                <a:solidFill>
                  <a:schemeClr val="dk1"/>
                </a:solidFill>
                <a:highlight>
                  <a:srgbClr val="FFFFFF"/>
                </a:highlight>
                <a:latin typeface="Proxima Nova Semibold"/>
                <a:ea typeface="Proxima Nova Semibold"/>
                <a:cs typeface="Proxima Nova Semibold"/>
              </a:rPr>
              <a:t>Returns</a:t>
            </a:r>
            <a:r>
              <a:rPr lang="en-US" dirty="0">
                <a:solidFill>
                  <a:schemeClr val="dk1"/>
                </a:solidFill>
                <a:highlight>
                  <a:srgbClr val="FFFFFF"/>
                </a:highlight>
                <a:latin typeface="Proxima Nova Semibold"/>
                <a:ea typeface="Proxima Nova Semibold"/>
                <a:cs typeface="Proxima Nova Semibold"/>
              </a:rPr>
              <a:t> null if no element with that ID exists</a:t>
            </a:r>
            <a:endParaRPr lang="en-IN" dirty="0"/>
          </a:p>
        </p:txBody>
      </p:sp>
      <p:sp>
        <p:nvSpPr>
          <p:cNvPr id="5" name="Rectangle 4"/>
          <p:cNvSpPr/>
          <p:nvPr/>
        </p:nvSpPr>
        <p:spPr>
          <a:xfrm>
            <a:off x="585989" y="2995024"/>
            <a:ext cx="6136783" cy="1384995"/>
          </a:xfrm>
          <a:prstGeom prst="rect">
            <a:avLst/>
          </a:prstGeom>
        </p:spPr>
        <p:txBody>
          <a:bodyPr wrap="square">
            <a:spAutoFit/>
          </a:bodyPr>
          <a:lstStyle/>
          <a:p>
            <a:r>
              <a:rPr lang="en-IN" dirty="0">
                <a:solidFill>
                  <a:schemeClr val="dk1"/>
                </a:solidFill>
                <a:highlight>
                  <a:srgbClr val="FFFFFF"/>
                </a:highlight>
                <a:latin typeface="Proxima Nova Semibold"/>
                <a:ea typeface="Proxima Nova Semibold"/>
                <a:cs typeface="Proxima Nova Semibold"/>
              </a:rPr>
              <a:t>&lt;div id="main-content"&gt;Welcome&lt;/div&gt;</a:t>
            </a:r>
          </a:p>
          <a:p>
            <a:r>
              <a:rPr lang="en-IN" dirty="0">
                <a:solidFill>
                  <a:schemeClr val="dk1"/>
                </a:solidFill>
                <a:highlight>
                  <a:srgbClr val="FFFFFF"/>
                </a:highlight>
                <a:latin typeface="Proxima Nova Semibold"/>
                <a:ea typeface="Proxima Nova Semibold"/>
                <a:cs typeface="Proxima Nova Semibold"/>
              </a:rPr>
              <a:t>&lt;script&gt;</a:t>
            </a:r>
          </a:p>
          <a:p>
            <a:r>
              <a:rPr lang="en-IN" dirty="0">
                <a:solidFill>
                  <a:schemeClr val="dk1"/>
                </a:solidFill>
                <a:highlight>
                  <a:srgbClr val="FFFFFF"/>
                </a:highlight>
                <a:latin typeface="Proxima Nova Semibold"/>
                <a:ea typeface="Proxima Nova Semibold"/>
                <a:cs typeface="Proxima Nova Semibold"/>
              </a:rPr>
              <a:t>    </a:t>
            </a:r>
            <a:r>
              <a:rPr lang="en-IN" dirty="0" err="1">
                <a:solidFill>
                  <a:schemeClr val="dk1"/>
                </a:solidFill>
                <a:highlight>
                  <a:srgbClr val="FFFFFF"/>
                </a:highlight>
                <a:latin typeface="Proxima Nova Semibold"/>
                <a:ea typeface="Proxima Nova Semibold"/>
                <a:cs typeface="Proxima Nova Semibold"/>
              </a:rPr>
              <a:t>const</a:t>
            </a:r>
            <a:r>
              <a:rPr lang="en-IN" dirty="0">
                <a:solidFill>
                  <a:schemeClr val="dk1"/>
                </a:solidFill>
                <a:highlight>
                  <a:srgbClr val="FFFFFF"/>
                </a:highlight>
                <a:latin typeface="Proxima Nova Semibold"/>
                <a:ea typeface="Proxima Nova Semibold"/>
                <a:cs typeface="Proxima Nova Semibold"/>
              </a:rPr>
              <a:t> </a:t>
            </a:r>
            <a:r>
              <a:rPr lang="en-IN" dirty="0" err="1">
                <a:solidFill>
                  <a:schemeClr val="dk1"/>
                </a:solidFill>
                <a:highlight>
                  <a:srgbClr val="FFFFFF"/>
                </a:highlight>
                <a:latin typeface="Proxima Nova Semibold"/>
                <a:ea typeface="Proxima Nova Semibold"/>
                <a:cs typeface="Proxima Nova Semibold"/>
              </a:rPr>
              <a:t>mainContent</a:t>
            </a:r>
            <a:r>
              <a:rPr lang="en-IN" dirty="0">
                <a:solidFill>
                  <a:schemeClr val="dk1"/>
                </a:solidFill>
                <a:highlight>
                  <a:srgbClr val="FFFFFF"/>
                </a:highlight>
                <a:latin typeface="Proxima Nova Semibold"/>
                <a:ea typeface="Proxima Nova Semibold"/>
                <a:cs typeface="Proxima Nova Semibold"/>
              </a:rPr>
              <a:t> = </a:t>
            </a:r>
            <a:r>
              <a:rPr lang="en-IN" dirty="0" err="1">
                <a:solidFill>
                  <a:schemeClr val="dk1"/>
                </a:solidFill>
                <a:highlight>
                  <a:srgbClr val="FFFFFF"/>
                </a:highlight>
                <a:latin typeface="Proxima Nova Semibold"/>
                <a:ea typeface="Proxima Nova Semibold"/>
                <a:cs typeface="Proxima Nova Semibold"/>
              </a:rPr>
              <a:t>document.getElementById</a:t>
            </a:r>
            <a:r>
              <a:rPr lang="en-IN" dirty="0">
                <a:solidFill>
                  <a:schemeClr val="dk1"/>
                </a:solidFill>
                <a:highlight>
                  <a:srgbClr val="FFFFFF"/>
                </a:highlight>
                <a:latin typeface="Proxima Nova Semibold"/>
                <a:ea typeface="Proxima Nova Semibold"/>
                <a:cs typeface="Proxima Nova Semibold"/>
              </a:rPr>
              <a:t>('main-content');</a:t>
            </a:r>
          </a:p>
          <a:p>
            <a:r>
              <a:rPr lang="en-IN" dirty="0">
                <a:solidFill>
                  <a:schemeClr val="dk1"/>
                </a:solidFill>
                <a:highlight>
                  <a:srgbClr val="FFFFFF"/>
                </a:highlight>
                <a:latin typeface="Proxima Nova Semibold"/>
                <a:ea typeface="Proxima Nova Semibold"/>
                <a:cs typeface="Proxima Nova Semibold"/>
              </a:rPr>
              <a:t>    console.log(</a:t>
            </a:r>
            <a:r>
              <a:rPr lang="en-IN" dirty="0" err="1">
                <a:solidFill>
                  <a:schemeClr val="dk1"/>
                </a:solidFill>
                <a:highlight>
                  <a:srgbClr val="FFFFFF"/>
                </a:highlight>
                <a:latin typeface="Proxima Nova Semibold"/>
                <a:ea typeface="Proxima Nova Semibold"/>
                <a:cs typeface="Proxima Nova Semibold"/>
              </a:rPr>
              <a:t>mainContent.tagName</a:t>
            </a:r>
            <a:r>
              <a:rPr lang="en-IN" dirty="0">
                <a:solidFill>
                  <a:schemeClr val="dk1"/>
                </a:solidFill>
                <a:highlight>
                  <a:srgbClr val="FFFFFF"/>
                </a:highlight>
                <a:latin typeface="Proxima Nova Semibold"/>
                <a:ea typeface="Proxima Nova Semibold"/>
                <a:cs typeface="Proxima Nova Semibold"/>
              </a:rPr>
              <a:t>); // "DIV"</a:t>
            </a:r>
          </a:p>
          <a:p>
            <a:r>
              <a:rPr lang="en-IN" dirty="0">
                <a:solidFill>
                  <a:schemeClr val="dk1"/>
                </a:solidFill>
                <a:highlight>
                  <a:srgbClr val="FFFFFF"/>
                </a:highlight>
                <a:latin typeface="Proxima Nova Semibold"/>
                <a:ea typeface="Proxima Nova Semibold"/>
                <a:cs typeface="Proxima Nova Semibold"/>
              </a:rPr>
              <a:t>    console.log(mainContent.id); // "main-content"</a:t>
            </a:r>
          </a:p>
          <a:p>
            <a:r>
              <a:rPr lang="en-IN" dirty="0">
                <a:solidFill>
                  <a:schemeClr val="dk1"/>
                </a:solidFill>
                <a:highlight>
                  <a:srgbClr val="FFFFFF"/>
                </a:highlight>
                <a:latin typeface="Proxima Nova Semibold"/>
                <a:ea typeface="Proxima Nova Semibold"/>
                <a:cs typeface="Proxima Nova Semibold"/>
              </a:rPr>
              <a:t>&lt;/script&gt;</a:t>
            </a:r>
          </a:p>
        </p:txBody>
      </p:sp>
    </p:spTree>
    <p:extLst>
      <p:ext uri="{BB962C8B-B14F-4D97-AF65-F5344CB8AC3E}">
        <p14:creationId xmlns:p14="http://schemas.microsoft.com/office/powerpoint/2010/main" val="3337232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713771758"/>
              </p:ext>
            </p:extLst>
          </p:nvPr>
        </p:nvGraphicFramePr>
        <p:xfrm>
          <a:off x="543338" y="1359353"/>
          <a:ext cx="7904922" cy="3263952"/>
        </p:xfrm>
        <a:graphic>
          <a:graphicData uri="http://schemas.openxmlformats.org/drawingml/2006/table">
            <a:tbl>
              <a:tblPr>
                <a:tableStyleId>{1B9BAF51-D252-47A5-B818-23F1545D66B1}</a:tableStyleId>
              </a:tblPr>
              <a:tblGrid>
                <a:gridCol w="2634974"/>
                <a:gridCol w="1387249"/>
                <a:gridCol w="3882699"/>
              </a:tblGrid>
              <a:tr h="310696">
                <a:tc>
                  <a:txBody>
                    <a:bodyPr/>
                    <a:lstStyle/>
                    <a:p>
                      <a:pPr algn="l"/>
                      <a:r>
                        <a:rPr lang="en-IN" sz="1200" b="1" dirty="0">
                          <a:effectLst/>
                        </a:rPr>
                        <a:t>Selector</a:t>
                      </a:r>
                      <a:endParaRPr lang="en-IN" sz="1200" b="1" dirty="0">
                        <a:effectLst/>
                        <a:latin typeface="quote-cjk-patch"/>
                      </a:endParaRPr>
                    </a:p>
                  </a:txBody>
                  <a:tcPr marL="77674" marR="103565" marT="64728" marB="64728" anchor="ctr"/>
                </a:tc>
                <a:tc>
                  <a:txBody>
                    <a:bodyPr/>
                    <a:lstStyle/>
                    <a:p>
                      <a:pPr algn="l"/>
                      <a:r>
                        <a:rPr lang="en-IN" sz="1200" b="1">
                          <a:effectLst/>
                        </a:rPr>
                        <a:t>Description</a:t>
                      </a:r>
                      <a:endParaRPr lang="en-IN" sz="1200" b="1">
                        <a:effectLst/>
                        <a:latin typeface="quote-cjk-patch"/>
                      </a:endParaRPr>
                    </a:p>
                  </a:txBody>
                  <a:tcPr marL="103565" marR="103565" marT="64728" marB="64728" anchor="ctr"/>
                </a:tc>
                <a:tc>
                  <a:txBody>
                    <a:bodyPr/>
                    <a:lstStyle/>
                    <a:p>
                      <a:pPr algn="l"/>
                      <a:r>
                        <a:rPr lang="en-IN" sz="1200" b="1" dirty="0">
                          <a:effectLst/>
                        </a:rPr>
                        <a:t>Example</a:t>
                      </a:r>
                      <a:endParaRPr lang="en-IN" sz="1200" b="1" dirty="0">
                        <a:effectLst/>
                        <a:latin typeface="quote-cjk-patch"/>
                      </a:endParaRPr>
                    </a:p>
                  </a:txBody>
                  <a:tcPr marL="103565" marR="103565" marT="64728" marB="64728" anchor="ctr"/>
                </a:tc>
              </a:tr>
              <a:tr h="491936">
                <a:tc>
                  <a:txBody>
                    <a:bodyPr/>
                    <a:lstStyle/>
                    <a:p>
                      <a:r>
                        <a:rPr lang="en-IN" sz="1200">
                          <a:effectLst/>
                        </a:rPr>
                        <a:t>#id</a:t>
                      </a:r>
                      <a:endParaRPr lang="en-IN" sz="1200" b="0">
                        <a:effectLst/>
                        <a:latin typeface="quote-cjk-patch"/>
                      </a:endParaRPr>
                    </a:p>
                  </a:txBody>
                  <a:tcPr marL="77674" marR="103565" marT="64728" marB="64728" anchor="ctr"/>
                </a:tc>
                <a:tc>
                  <a:txBody>
                    <a:bodyPr/>
                    <a:lstStyle/>
                    <a:p>
                      <a:r>
                        <a:rPr lang="en-IN" sz="1200">
                          <a:effectLst/>
                        </a:rPr>
                        <a:t>By ID</a:t>
                      </a:r>
                      <a:endParaRPr lang="en-IN" sz="1200" b="0">
                        <a:effectLst/>
                        <a:latin typeface="quote-cjk-patch"/>
                      </a:endParaRPr>
                    </a:p>
                  </a:txBody>
                  <a:tcPr marL="103565" marR="103565" marT="64728" marB="64728" anchor="ctr"/>
                </a:tc>
                <a:tc>
                  <a:txBody>
                    <a:bodyPr/>
                    <a:lstStyle/>
                    <a:p>
                      <a:r>
                        <a:rPr lang="en-IN" sz="1200" dirty="0" err="1">
                          <a:effectLst/>
                        </a:rPr>
                        <a:t>document.querySelector</a:t>
                      </a:r>
                      <a:r>
                        <a:rPr lang="en-IN" sz="1200" dirty="0">
                          <a:effectLst/>
                        </a:rPr>
                        <a:t>('#header')</a:t>
                      </a:r>
                      <a:endParaRPr lang="en-IN" sz="1200" b="0" dirty="0">
                        <a:effectLst/>
                        <a:latin typeface="quote-cjk-patch"/>
                      </a:endParaRPr>
                    </a:p>
                  </a:txBody>
                  <a:tcPr marL="103565" marR="77674" marT="64728" marB="64728" anchor="ctr"/>
                </a:tc>
              </a:tr>
              <a:tr h="491936">
                <a:tc>
                  <a:txBody>
                    <a:bodyPr/>
                    <a:lstStyle/>
                    <a:p>
                      <a:r>
                        <a:rPr lang="en-IN" sz="1200">
                          <a:effectLst/>
                        </a:rPr>
                        <a:t>.class</a:t>
                      </a:r>
                      <a:endParaRPr lang="en-IN" sz="1200" b="0">
                        <a:effectLst/>
                        <a:latin typeface="quote-cjk-patch"/>
                      </a:endParaRPr>
                    </a:p>
                  </a:txBody>
                  <a:tcPr marL="77674" marR="103565" marT="64728" marB="64728" anchor="ctr"/>
                </a:tc>
                <a:tc>
                  <a:txBody>
                    <a:bodyPr/>
                    <a:lstStyle/>
                    <a:p>
                      <a:r>
                        <a:rPr lang="en-IN" sz="1200" dirty="0">
                          <a:effectLst/>
                        </a:rPr>
                        <a:t>By class</a:t>
                      </a:r>
                      <a:endParaRPr lang="en-IN" sz="1200" b="0" dirty="0">
                        <a:effectLst/>
                        <a:latin typeface="quote-cjk-patch"/>
                      </a:endParaRPr>
                    </a:p>
                  </a:txBody>
                  <a:tcPr marL="103565" marR="103565" marT="64728" marB="64728" anchor="ctr"/>
                </a:tc>
                <a:tc>
                  <a:txBody>
                    <a:bodyPr/>
                    <a:lstStyle/>
                    <a:p>
                      <a:r>
                        <a:rPr lang="en-IN" sz="1200" dirty="0" err="1">
                          <a:effectLst/>
                        </a:rPr>
                        <a:t>document.querySelector</a:t>
                      </a:r>
                      <a:r>
                        <a:rPr lang="en-IN" sz="1200" dirty="0">
                          <a:effectLst/>
                        </a:rPr>
                        <a:t>('.menu-item')</a:t>
                      </a:r>
                      <a:endParaRPr lang="en-IN" sz="1200" b="0" dirty="0">
                        <a:effectLst/>
                        <a:latin typeface="quote-cjk-patch"/>
                      </a:endParaRPr>
                    </a:p>
                  </a:txBody>
                  <a:tcPr marL="103565" marR="77674" marT="64728" marB="64728" anchor="ctr"/>
                </a:tc>
              </a:tr>
              <a:tr h="491936">
                <a:tc>
                  <a:txBody>
                    <a:bodyPr/>
                    <a:lstStyle/>
                    <a:p>
                      <a:r>
                        <a:rPr lang="en-IN" sz="1200" dirty="0">
                          <a:effectLst/>
                        </a:rPr>
                        <a:t>tag</a:t>
                      </a:r>
                      <a:endParaRPr lang="en-IN" sz="1200" b="0" dirty="0">
                        <a:effectLst/>
                        <a:latin typeface="quote-cjk-patch"/>
                      </a:endParaRPr>
                    </a:p>
                  </a:txBody>
                  <a:tcPr marL="77674" marR="103565" marT="64728" marB="64728" anchor="ctr"/>
                </a:tc>
                <a:tc>
                  <a:txBody>
                    <a:bodyPr/>
                    <a:lstStyle/>
                    <a:p>
                      <a:r>
                        <a:rPr lang="en-IN" sz="1200" dirty="0">
                          <a:effectLst/>
                        </a:rPr>
                        <a:t>By tag name</a:t>
                      </a:r>
                      <a:endParaRPr lang="en-IN" sz="1200" b="0" dirty="0">
                        <a:effectLst/>
                        <a:latin typeface="quote-cjk-patch"/>
                      </a:endParaRPr>
                    </a:p>
                  </a:txBody>
                  <a:tcPr marL="103565" marR="103565" marT="64728" marB="64728" anchor="ctr"/>
                </a:tc>
                <a:tc>
                  <a:txBody>
                    <a:bodyPr/>
                    <a:lstStyle/>
                    <a:p>
                      <a:r>
                        <a:rPr lang="en-IN" sz="1200" dirty="0" err="1">
                          <a:effectLst/>
                        </a:rPr>
                        <a:t>document.querySelector</a:t>
                      </a:r>
                      <a:r>
                        <a:rPr lang="en-IN" sz="1200" dirty="0">
                          <a:effectLst/>
                        </a:rPr>
                        <a:t>('div')</a:t>
                      </a:r>
                      <a:endParaRPr lang="en-IN" sz="1200" b="0" dirty="0">
                        <a:effectLst/>
                        <a:latin typeface="quote-cjk-patch"/>
                      </a:endParaRPr>
                    </a:p>
                  </a:txBody>
                  <a:tcPr marL="103565" marR="77674" marT="64728" marB="64728" anchor="ctr"/>
                </a:tc>
              </a:tr>
              <a:tr h="491936">
                <a:tc>
                  <a:txBody>
                    <a:bodyPr/>
                    <a:lstStyle/>
                    <a:p>
                      <a:r>
                        <a:rPr lang="en-IN" sz="1200">
                          <a:effectLst/>
                        </a:rPr>
                        <a:t>[attribute]</a:t>
                      </a:r>
                      <a:endParaRPr lang="en-IN" sz="1200" b="0">
                        <a:effectLst/>
                        <a:latin typeface="quote-cjk-patch"/>
                      </a:endParaRPr>
                    </a:p>
                  </a:txBody>
                  <a:tcPr marL="77674" marR="103565" marT="64728" marB="64728" anchor="ctr"/>
                </a:tc>
                <a:tc>
                  <a:txBody>
                    <a:bodyPr/>
                    <a:lstStyle/>
                    <a:p>
                      <a:r>
                        <a:rPr lang="en-IN" sz="1200">
                          <a:effectLst/>
                        </a:rPr>
                        <a:t>By attribute</a:t>
                      </a:r>
                      <a:endParaRPr lang="en-IN" sz="1200" b="0">
                        <a:effectLst/>
                        <a:latin typeface="quote-cjk-patch"/>
                      </a:endParaRPr>
                    </a:p>
                  </a:txBody>
                  <a:tcPr marL="103565" marR="103565" marT="64728" marB="64728" anchor="ctr"/>
                </a:tc>
                <a:tc>
                  <a:txBody>
                    <a:bodyPr/>
                    <a:lstStyle/>
                    <a:p>
                      <a:r>
                        <a:rPr lang="en-IN" sz="1200">
                          <a:effectLst/>
                        </a:rPr>
                        <a:t>document.querySelector('[type="text"]')</a:t>
                      </a:r>
                      <a:endParaRPr lang="en-IN" sz="1200" b="0">
                        <a:effectLst/>
                        <a:latin typeface="quote-cjk-patch"/>
                      </a:endParaRPr>
                    </a:p>
                  </a:txBody>
                  <a:tcPr marL="103565" marR="77674" marT="64728" marB="64728" anchor="ctr"/>
                </a:tc>
              </a:tr>
              <a:tr h="491936">
                <a:tc>
                  <a:txBody>
                    <a:bodyPr/>
                    <a:lstStyle/>
                    <a:p>
                      <a:r>
                        <a:rPr lang="en-IN" sz="1200">
                          <a:effectLst/>
                        </a:rPr>
                        <a:t>parent &gt; child</a:t>
                      </a:r>
                      <a:endParaRPr lang="en-IN" sz="1200" b="0">
                        <a:effectLst/>
                        <a:latin typeface="quote-cjk-patch"/>
                      </a:endParaRPr>
                    </a:p>
                  </a:txBody>
                  <a:tcPr marL="77674" marR="103565" marT="64728" marB="64728" anchor="ctr"/>
                </a:tc>
                <a:tc>
                  <a:txBody>
                    <a:bodyPr/>
                    <a:lstStyle/>
                    <a:p>
                      <a:r>
                        <a:rPr lang="en-IN" sz="1200">
                          <a:effectLst/>
                        </a:rPr>
                        <a:t>Direct child</a:t>
                      </a:r>
                      <a:endParaRPr lang="en-IN" sz="1200" b="0">
                        <a:effectLst/>
                        <a:latin typeface="quote-cjk-patch"/>
                      </a:endParaRPr>
                    </a:p>
                  </a:txBody>
                  <a:tcPr marL="103565" marR="103565" marT="64728" marB="64728" anchor="ctr"/>
                </a:tc>
                <a:tc>
                  <a:txBody>
                    <a:bodyPr/>
                    <a:lstStyle/>
                    <a:p>
                      <a:r>
                        <a:rPr lang="en-IN" sz="1200">
                          <a:effectLst/>
                        </a:rPr>
                        <a:t>document.querySelector('ul &gt; li')</a:t>
                      </a:r>
                      <a:endParaRPr lang="en-IN" sz="1200" b="0">
                        <a:effectLst/>
                        <a:latin typeface="quote-cjk-patch"/>
                      </a:endParaRPr>
                    </a:p>
                  </a:txBody>
                  <a:tcPr marL="103565" marR="77674" marT="64728" marB="64728" anchor="ctr"/>
                </a:tc>
              </a:tr>
              <a:tr h="491936">
                <a:tc>
                  <a:txBody>
                    <a:bodyPr/>
                    <a:lstStyle/>
                    <a:p>
                      <a:r>
                        <a:rPr lang="en-IN" sz="1200">
                          <a:effectLst/>
                        </a:rPr>
                        <a:t>div:first-child</a:t>
                      </a:r>
                      <a:endParaRPr lang="en-IN" sz="1200" b="0">
                        <a:effectLst/>
                        <a:latin typeface="quote-cjk-patch"/>
                      </a:endParaRPr>
                    </a:p>
                  </a:txBody>
                  <a:tcPr marL="77674" marR="103565" marT="64728" marB="64728" anchor="ctr"/>
                </a:tc>
                <a:tc>
                  <a:txBody>
                    <a:bodyPr/>
                    <a:lstStyle/>
                    <a:p>
                      <a:r>
                        <a:rPr lang="en-IN" sz="1200">
                          <a:effectLst/>
                        </a:rPr>
                        <a:t>Pseudo-class</a:t>
                      </a:r>
                      <a:endParaRPr lang="en-IN" sz="1200" b="0">
                        <a:effectLst/>
                        <a:latin typeface="quote-cjk-patch"/>
                      </a:endParaRPr>
                    </a:p>
                  </a:txBody>
                  <a:tcPr marL="103565" marR="103565" marT="64728" marB="64728" anchor="ctr"/>
                </a:tc>
                <a:tc>
                  <a:txBody>
                    <a:bodyPr/>
                    <a:lstStyle/>
                    <a:p>
                      <a:r>
                        <a:rPr lang="en-IN" sz="1200" dirty="0" err="1">
                          <a:effectLst/>
                        </a:rPr>
                        <a:t>document.querySelector</a:t>
                      </a:r>
                      <a:r>
                        <a:rPr lang="en-IN" sz="1200" dirty="0">
                          <a:effectLst/>
                        </a:rPr>
                        <a:t>('</a:t>
                      </a:r>
                      <a:r>
                        <a:rPr lang="en-IN" sz="1200" dirty="0" err="1">
                          <a:effectLst/>
                        </a:rPr>
                        <a:t>div:first-child</a:t>
                      </a:r>
                      <a:r>
                        <a:rPr lang="en-IN" sz="1200" dirty="0">
                          <a:effectLst/>
                        </a:rPr>
                        <a:t>')</a:t>
                      </a:r>
                      <a:endParaRPr lang="en-IN" sz="1200" b="0" dirty="0">
                        <a:effectLst/>
                        <a:latin typeface="quote-cjk-patch"/>
                      </a:endParaRPr>
                    </a:p>
                  </a:txBody>
                  <a:tcPr marL="103565" marR="77674" marT="64728" marB="64728" anchor="ctr"/>
                </a:tc>
              </a:tr>
            </a:tbl>
          </a:graphicData>
        </a:graphic>
      </p:graphicFrame>
      <p:sp>
        <p:nvSpPr>
          <p:cNvPr id="5" name="Google Shape;409;g27625e78053_0_68"/>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a:t>Selecting Elements</a:t>
            </a:r>
            <a:endParaRPr lang="en-IN" sz="2400" b="1" dirty="0"/>
          </a:p>
        </p:txBody>
      </p:sp>
    </p:spTree>
    <p:extLst>
      <p:ext uri="{BB962C8B-B14F-4D97-AF65-F5344CB8AC3E}">
        <p14:creationId xmlns:p14="http://schemas.microsoft.com/office/powerpoint/2010/main" val="888807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g27625e78053_0_68"/>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a:t>Updating Content </a:t>
            </a:r>
          </a:p>
        </p:txBody>
      </p:sp>
      <p:sp>
        <p:nvSpPr>
          <p:cNvPr id="4" name="Rectangle 3"/>
          <p:cNvSpPr/>
          <p:nvPr/>
        </p:nvSpPr>
        <p:spPr>
          <a:xfrm>
            <a:off x="381000" y="1046816"/>
            <a:ext cx="8363755" cy="2462213"/>
          </a:xfrm>
          <a:prstGeom prst="rect">
            <a:avLst/>
          </a:prstGeom>
        </p:spPr>
        <p:txBody>
          <a:bodyPr wrap="square">
            <a:spAutoFit/>
          </a:bodyPr>
          <a:lstStyle/>
          <a:p>
            <a:r>
              <a:rPr lang="en-US" b="1" dirty="0" err="1">
                <a:solidFill>
                  <a:schemeClr val="dk1"/>
                </a:solidFill>
                <a:highlight>
                  <a:srgbClr val="FFFFFF"/>
                </a:highlight>
                <a:latin typeface="Proxima Nova Semibold"/>
                <a:ea typeface="Proxima Nova Semibold"/>
                <a:cs typeface="Proxima Nova Semibold"/>
              </a:rPr>
              <a:t>textContent</a:t>
            </a:r>
            <a:r>
              <a:rPr lang="en-US" b="1" dirty="0">
                <a:solidFill>
                  <a:schemeClr val="dk1"/>
                </a:solidFill>
                <a:highlight>
                  <a:srgbClr val="FFFFFF"/>
                </a:highlight>
                <a:latin typeface="Proxima Nova Semibold"/>
                <a:ea typeface="Proxima Nova Semibold"/>
                <a:cs typeface="Proxima Nova Semibold"/>
              </a:rPr>
              <a:t>:</a:t>
            </a:r>
          </a:p>
          <a:p>
            <a:endParaRPr lang="en-US" dirty="0">
              <a:solidFill>
                <a:schemeClr val="dk1"/>
              </a:solidFill>
              <a:highlight>
                <a:srgbClr val="FFFFFF"/>
              </a:highlight>
              <a:latin typeface="Proxima Nova Semibold"/>
              <a:ea typeface="Proxima Nova Semibold"/>
              <a:cs typeface="Proxima Nova Semibold"/>
            </a:endParaRPr>
          </a:p>
          <a:p>
            <a:pPr lvl="2"/>
            <a:r>
              <a:rPr lang="en-US" dirty="0">
                <a:solidFill>
                  <a:schemeClr val="dk1"/>
                </a:solidFill>
                <a:highlight>
                  <a:srgbClr val="FFFFFF"/>
                </a:highlight>
                <a:latin typeface="Proxima Nova Semibold"/>
                <a:ea typeface="Proxima Nova Semibold"/>
                <a:cs typeface="Proxima Nova Semibold"/>
              </a:rPr>
              <a:t>Returns/ sets the TEXT content of all elements</a:t>
            </a:r>
          </a:p>
          <a:p>
            <a:pPr lvl="1"/>
            <a:endParaRPr lang="en-US" dirty="0">
              <a:solidFill>
                <a:schemeClr val="dk1"/>
              </a:solidFill>
              <a:highlight>
                <a:srgbClr val="FFFFFF"/>
              </a:highlight>
              <a:latin typeface="Proxima Nova Semibold"/>
              <a:ea typeface="Proxima Nova Semibold"/>
              <a:cs typeface="Proxima Nova Semibold"/>
            </a:endParaRPr>
          </a:p>
          <a:p>
            <a:pPr lvl="1"/>
            <a:r>
              <a:rPr lang="en-US" dirty="0">
                <a:solidFill>
                  <a:schemeClr val="dk1"/>
                </a:solidFill>
                <a:highlight>
                  <a:srgbClr val="FFFFFF"/>
                </a:highlight>
                <a:latin typeface="Proxima Nova Semibold"/>
                <a:ea typeface="Proxima Nova Semibold"/>
                <a:cs typeface="Proxima Nova Semibold"/>
              </a:rPr>
              <a:t>Ignores HTML tags (shows them as plain text)</a:t>
            </a:r>
          </a:p>
          <a:p>
            <a:pPr lvl="1"/>
            <a:endParaRPr lang="en-US" dirty="0">
              <a:solidFill>
                <a:schemeClr val="dk1"/>
              </a:solidFill>
              <a:highlight>
                <a:srgbClr val="FFFFFF"/>
              </a:highlight>
              <a:latin typeface="Proxima Nova Semibold"/>
              <a:ea typeface="Proxima Nova Semibold"/>
              <a:cs typeface="Proxima Nova Semibold"/>
            </a:endParaRPr>
          </a:p>
          <a:p>
            <a:pPr lvl="1"/>
            <a:r>
              <a:rPr lang="en-US" dirty="0">
                <a:solidFill>
                  <a:schemeClr val="dk1"/>
                </a:solidFill>
                <a:highlight>
                  <a:srgbClr val="FFFFFF"/>
                </a:highlight>
                <a:latin typeface="Proxima Nova Semibold"/>
                <a:ea typeface="Proxima Nova Semibold"/>
                <a:cs typeface="Proxima Nova Semibold"/>
              </a:rPr>
              <a:t>Includes text from hidden elements</a:t>
            </a:r>
          </a:p>
          <a:p>
            <a:pPr lvl="1"/>
            <a:endParaRPr lang="en-US" dirty="0">
              <a:solidFill>
                <a:schemeClr val="dk1"/>
              </a:solidFill>
              <a:highlight>
                <a:srgbClr val="FFFFFF"/>
              </a:highlight>
              <a:latin typeface="Proxima Nova Semibold"/>
              <a:ea typeface="Proxima Nova Semibold"/>
              <a:cs typeface="Proxima Nova Semibold"/>
            </a:endParaRPr>
          </a:p>
          <a:p>
            <a:pPr lvl="1"/>
            <a:r>
              <a:rPr lang="en-US" dirty="0">
                <a:solidFill>
                  <a:schemeClr val="dk1"/>
                </a:solidFill>
                <a:highlight>
                  <a:srgbClr val="FFFFFF"/>
                </a:highlight>
                <a:latin typeface="Proxima Nova Semibold"/>
                <a:ea typeface="Proxima Nova Semibold"/>
                <a:cs typeface="Proxima Nova Semibold"/>
              </a:rPr>
              <a:t>Best performance (no parsing</a:t>
            </a:r>
            <a:r>
              <a:rPr lang="en-US" dirty="0" smtClean="0">
                <a:solidFill>
                  <a:schemeClr val="dk1"/>
                </a:solidFill>
                <a:highlight>
                  <a:srgbClr val="FFFFFF"/>
                </a:highlight>
                <a:latin typeface="Proxima Nova Semibold"/>
                <a:ea typeface="Proxima Nova Semibold"/>
                <a:cs typeface="Proxima Nova Semibold"/>
              </a:rPr>
              <a:t>)</a:t>
            </a:r>
            <a:endParaRPr lang="en-US" dirty="0">
              <a:solidFill>
                <a:schemeClr val="dk1"/>
              </a:solidFill>
              <a:highlight>
                <a:srgbClr val="FFFFFF"/>
              </a:highlight>
              <a:latin typeface="Proxima Nova Semibold"/>
              <a:ea typeface="Proxima Nova Semibold"/>
              <a:cs typeface="Proxima Nova Semibold"/>
            </a:endParaRPr>
          </a:p>
          <a:p>
            <a:pPr lvl="1"/>
            <a:endParaRPr lang="en-US" dirty="0">
              <a:solidFill>
                <a:schemeClr val="dk1"/>
              </a:solidFill>
              <a:highlight>
                <a:srgbClr val="FFFFFF"/>
              </a:highlight>
              <a:latin typeface="Proxima Nova Semibold"/>
              <a:ea typeface="Proxima Nova Semibold"/>
              <a:cs typeface="Proxima Nova Semibold"/>
            </a:endParaRPr>
          </a:p>
          <a:p>
            <a:pPr lvl="1"/>
            <a:r>
              <a:rPr lang="en-US" dirty="0">
                <a:solidFill>
                  <a:schemeClr val="dk1"/>
                </a:solidFill>
                <a:highlight>
                  <a:srgbClr val="FFFFFF"/>
                </a:highlight>
                <a:latin typeface="Proxima Nova Semibold"/>
                <a:ea typeface="Proxima Nova Semibold"/>
                <a:cs typeface="Proxima Nova Semibold"/>
              </a:rPr>
              <a:t>Security: Safe from XSS attacks</a:t>
            </a:r>
            <a:endParaRPr lang="en-IN" dirty="0"/>
          </a:p>
        </p:txBody>
      </p:sp>
      <p:sp>
        <p:nvSpPr>
          <p:cNvPr id="2" name="Rectangle 1"/>
          <p:cNvSpPr/>
          <p:nvPr/>
        </p:nvSpPr>
        <p:spPr>
          <a:xfrm>
            <a:off x="4456090" y="435625"/>
            <a:ext cx="4572000" cy="2462213"/>
          </a:xfrm>
          <a:prstGeom prst="rect">
            <a:avLst/>
          </a:prstGeom>
        </p:spPr>
        <p:txBody>
          <a:bodyPr>
            <a:spAutoFit/>
          </a:bodyPr>
          <a:lstStyle/>
          <a:p>
            <a:r>
              <a:rPr lang="en-IN" b="1" dirty="0" err="1">
                <a:solidFill>
                  <a:schemeClr val="dk1"/>
                </a:solidFill>
                <a:highlight>
                  <a:srgbClr val="FFFFFF"/>
                </a:highlight>
                <a:latin typeface="Proxima Nova Semibold"/>
                <a:ea typeface="Proxima Nova Semibold"/>
                <a:cs typeface="Proxima Nova Semibold"/>
              </a:rPr>
              <a:t>innerHTML</a:t>
            </a:r>
            <a:r>
              <a:rPr lang="en-IN" b="1" dirty="0">
                <a:solidFill>
                  <a:schemeClr val="dk1"/>
                </a:solidFill>
                <a:highlight>
                  <a:srgbClr val="FFFFFF"/>
                </a:highlight>
                <a:latin typeface="Proxima Nova Semibold"/>
                <a:ea typeface="Proxima Nova Semibold"/>
                <a:cs typeface="Proxima Nova Semibold"/>
              </a:rPr>
              <a:t>:</a:t>
            </a:r>
          </a:p>
          <a:p>
            <a:endParaRPr lang="en-IN" dirty="0">
              <a:solidFill>
                <a:schemeClr val="dk1"/>
              </a:solidFill>
              <a:highlight>
                <a:srgbClr val="FFFFFF"/>
              </a:highlight>
              <a:latin typeface="Proxima Nova Semibold"/>
              <a:ea typeface="Proxima Nova Semibold"/>
              <a:cs typeface="Proxima Nova Semibold"/>
            </a:endParaRPr>
          </a:p>
          <a:p>
            <a:r>
              <a:rPr lang="en-IN" dirty="0">
                <a:solidFill>
                  <a:schemeClr val="dk1"/>
                </a:solidFill>
                <a:highlight>
                  <a:srgbClr val="FFFFFF"/>
                </a:highlight>
                <a:latin typeface="Proxima Nova Semibold"/>
                <a:ea typeface="Proxima Nova Semibold"/>
                <a:cs typeface="Proxima Nova Semibold"/>
              </a:rPr>
              <a:t>Returns/ sets HTML content</a:t>
            </a:r>
          </a:p>
          <a:p>
            <a:endParaRPr lang="en-IN" dirty="0">
              <a:solidFill>
                <a:schemeClr val="dk1"/>
              </a:solidFill>
              <a:highlight>
                <a:srgbClr val="FFFFFF"/>
              </a:highlight>
              <a:latin typeface="Proxima Nova Semibold"/>
              <a:ea typeface="Proxima Nova Semibold"/>
              <a:cs typeface="Proxima Nova Semibold"/>
            </a:endParaRPr>
          </a:p>
          <a:p>
            <a:r>
              <a:rPr lang="en-IN" dirty="0">
                <a:solidFill>
                  <a:schemeClr val="dk1"/>
                </a:solidFill>
                <a:highlight>
                  <a:srgbClr val="FFFFFF"/>
                </a:highlight>
                <a:latin typeface="Proxima Nova Semibold"/>
                <a:ea typeface="Proxima Nova Semibold"/>
                <a:cs typeface="Proxima Nova Semibold"/>
              </a:rPr>
              <a:t>Parses HTML tags</a:t>
            </a:r>
          </a:p>
          <a:p>
            <a:endParaRPr lang="en-IN" dirty="0">
              <a:solidFill>
                <a:schemeClr val="dk1"/>
              </a:solidFill>
              <a:highlight>
                <a:srgbClr val="FFFFFF"/>
              </a:highlight>
              <a:latin typeface="Proxima Nova Semibold"/>
              <a:ea typeface="Proxima Nova Semibold"/>
              <a:cs typeface="Proxima Nova Semibold"/>
            </a:endParaRPr>
          </a:p>
          <a:p>
            <a:r>
              <a:rPr lang="en-IN" dirty="0">
                <a:solidFill>
                  <a:schemeClr val="dk1"/>
                </a:solidFill>
                <a:highlight>
                  <a:srgbClr val="FFFFFF"/>
                </a:highlight>
                <a:latin typeface="Proxima Nova Semibold"/>
                <a:ea typeface="Proxima Nova Semibold"/>
                <a:cs typeface="Proxima Nova Semibold"/>
              </a:rPr>
              <a:t>Does NOT include text from hidden elements</a:t>
            </a:r>
          </a:p>
          <a:p>
            <a:endParaRPr lang="en-IN" dirty="0">
              <a:solidFill>
                <a:schemeClr val="dk1"/>
              </a:solidFill>
              <a:highlight>
                <a:srgbClr val="FFFFFF"/>
              </a:highlight>
              <a:latin typeface="Proxima Nova Semibold"/>
              <a:ea typeface="Proxima Nova Semibold"/>
              <a:cs typeface="Proxima Nova Semibold"/>
            </a:endParaRPr>
          </a:p>
          <a:p>
            <a:r>
              <a:rPr lang="en-IN" dirty="0">
                <a:solidFill>
                  <a:schemeClr val="dk1"/>
                </a:solidFill>
                <a:highlight>
                  <a:srgbClr val="FFFFFF"/>
                </a:highlight>
                <a:latin typeface="Proxima Nova Semibold"/>
                <a:ea typeface="Proxima Nova Semibold"/>
                <a:cs typeface="Proxima Nova Semibold"/>
              </a:rPr>
              <a:t>Slower (needs parsing)</a:t>
            </a:r>
          </a:p>
          <a:p>
            <a:endParaRPr lang="en-IN" dirty="0">
              <a:solidFill>
                <a:schemeClr val="dk1"/>
              </a:solidFill>
              <a:highlight>
                <a:srgbClr val="FFFFFF"/>
              </a:highlight>
              <a:latin typeface="Proxima Nova Semibold"/>
              <a:ea typeface="Proxima Nova Semibold"/>
              <a:cs typeface="Proxima Nova Semibold"/>
            </a:endParaRPr>
          </a:p>
          <a:p>
            <a:r>
              <a:rPr lang="en-IN" dirty="0">
                <a:solidFill>
                  <a:schemeClr val="dk1"/>
                </a:solidFill>
                <a:highlight>
                  <a:srgbClr val="FFFFFF"/>
                </a:highlight>
                <a:latin typeface="Proxima Nova Semibold"/>
                <a:ea typeface="Proxima Nova Semibold"/>
                <a:cs typeface="Proxima Nova Semibold"/>
              </a:rPr>
              <a:t>Security: DANGEROUS with user input (XSS risk)</a:t>
            </a:r>
          </a:p>
        </p:txBody>
      </p:sp>
      <p:sp>
        <p:nvSpPr>
          <p:cNvPr id="3" name="Rectangle 2"/>
          <p:cNvSpPr/>
          <p:nvPr/>
        </p:nvSpPr>
        <p:spPr>
          <a:xfrm>
            <a:off x="4456090" y="3012463"/>
            <a:ext cx="4572000" cy="2031325"/>
          </a:xfrm>
          <a:prstGeom prst="rect">
            <a:avLst/>
          </a:prstGeom>
        </p:spPr>
        <p:txBody>
          <a:bodyPr>
            <a:spAutoFit/>
          </a:bodyPr>
          <a:lstStyle/>
          <a:p>
            <a:r>
              <a:rPr lang="en-IN" b="1" dirty="0" err="1">
                <a:solidFill>
                  <a:schemeClr val="dk1"/>
                </a:solidFill>
                <a:highlight>
                  <a:srgbClr val="FFFFFF"/>
                </a:highlight>
                <a:latin typeface="Proxima Nova Semibold"/>
                <a:ea typeface="Proxima Nova Semibold"/>
                <a:cs typeface="Proxima Nova Semibold"/>
              </a:rPr>
              <a:t>innerText</a:t>
            </a:r>
            <a:r>
              <a:rPr lang="en-IN" b="1" dirty="0">
                <a:solidFill>
                  <a:schemeClr val="dk1"/>
                </a:solidFill>
                <a:highlight>
                  <a:srgbClr val="FFFFFF"/>
                </a:highlight>
                <a:latin typeface="Proxima Nova Semibold"/>
                <a:ea typeface="Proxima Nova Semibold"/>
                <a:cs typeface="Proxima Nova Semibold"/>
              </a:rPr>
              <a:t>:</a:t>
            </a:r>
          </a:p>
          <a:p>
            <a:endParaRPr lang="en-IN" dirty="0">
              <a:solidFill>
                <a:schemeClr val="dk1"/>
              </a:solidFill>
              <a:highlight>
                <a:srgbClr val="FFFFFF"/>
              </a:highlight>
              <a:latin typeface="Proxima Nova Semibold"/>
              <a:ea typeface="Proxima Nova Semibold"/>
              <a:cs typeface="Proxima Nova Semibold"/>
            </a:endParaRPr>
          </a:p>
          <a:p>
            <a:r>
              <a:rPr lang="en-IN" dirty="0">
                <a:solidFill>
                  <a:schemeClr val="dk1"/>
                </a:solidFill>
                <a:highlight>
                  <a:srgbClr val="FFFFFF"/>
                </a:highlight>
                <a:latin typeface="Proxima Nova Semibold"/>
                <a:ea typeface="Proxima Nova Semibold"/>
                <a:cs typeface="Proxima Nova Semibold"/>
              </a:rPr>
              <a:t>Returns/ sets visible text</a:t>
            </a:r>
          </a:p>
          <a:p>
            <a:endParaRPr lang="en-IN" dirty="0">
              <a:solidFill>
                <a:schemeClr val="dk1"/>
              </a:solidFill>
              <a:highlight>
                <a:srgbClr val="FFFFFF"/>
              </a:highlight>
              <a:latin typeface="Proxima Nova Semibold"/>
              <a:ea typeface="Proxima Nova Semibold"/>
              <a:cs typeface="Proxima Nova Semibold"/>
            </a:endParaRPr>
          </a:p>
          <a:p>
            <a:r>
              <a:rPr lang="en-IN" dirty="0">
                <a:solidFill>
                  <a:schemeClr val="dk1"/>
                </a:solidFill>
                <a:highlight>
                  <a:srgbClr val="FFFFFF"/>
                </a:highlight>
                <a:latin typeface="Proxima Nova Semibold"/>
                <a:ea typeface="Proxima Nova Semibold"/>
                <a:cs typeface="Proxima Nova Semibold"/>
              </a:rPr>
              <a:t>Respects CSS (</a:t>
            </a:r>
            <a:r>
              <a:rPr lang="en-IN" dirty="0" err="1">
                <a:solidFill>
                  <a:schemeClr val="dk1"/>
                </a:solidFill>
                <a:highlight>
                  <a:srgbClr val="FFFFFF"/>
                </a:highlight>
                <a:latin typeface="Proxima Nova Semibold"/>
                <a:ea typeface="Proxima Nova Semibold"/>
                <a:cs typeface="Proxima Nova Semibold"/>
              </a:rPr>
              <a:t>honors</a:t>
            </a:r>
            <a:r>
              <a:rPr lang="en-IN" dirty="0">
                <a:solidFill>
                  <a:schemeClr val="dk1"/>
                </a:solidFill>
                <a:highlight>
                  <a:srgbClr val="FFFFFF"/>
                </a:highlight>
                <a:latin typeface="Proxima Nova Semibold"/>
                <a:ea typeface="Proxima Nova Semibold"/>
                <a:cs typeface="Proxima Nova Semibold"/>
              </a:rPr>
              <a:t> display: none)</a:t>
            </a:r>
          </a:p>
          <a:p>
            <a:endParaRPr lang="en-IN" dirty="0">
              <a:solidFill>
                <a:schemeClr val="dk1"/>
              </a:solidFill>
              <a:highlight>
                <a:srgbClr val="FFFFFF"/>
              </a:highlight>
              <a:latin typeface="Proxima Nova Semibold"/>
              <a:ea typeface="Proxima Nova Semibold"/>
              <a:cs typeface="Proxima Nova Semibold"/>
            </a:endParaRPr>
          </a:p>
          <a:p>
            <a:r>
              <a:rPr lang="en-IN" dirty="0">
                <a:solidFill>
                  <a:schemeClr val="dk1"/>
                </a:solidFill>
                <a:highlight>
                  <a:srgbClr val="FFFFFF"/>
                </a:highlight>
                <a:latin typeface="Proxima Nova Semibold"/>
                <a:ea typeface="Proxima Nova Semibold"/>
                <a:cs typeface="Proxima Nova Semibold"/>
              </a:rPr>
              <a:t>Triggers reflow (slowest)</a:t>
            </a:r>
          </a:p>
          <a:p>
            <a:endParaRPr lang="en-IN" dirty="0">
              <a:solidFill>
                <a:schemeClr val="dk1"/>
              </a:solidFill>
              <a:highlight>
                <a:srgbClr val="FFFFFF"/>
              </a:highlight>
              <a:latin typeface="Proxima Nova Semibold"/>
              <a:ea typeface="Proxima Nova Semibold"/>
              <a:cs typeface="Proxima Nova Semibold"/>
            </a:endParaRPr>
          </a:p>
          <a:p>
            <a:r>
              <a:rPr lang="en-IN" dirty="0">
                <a:solidFill>
                  <a:schemeClr val="dk1"/>
                </a:solidFill>
                <a:highlight>
                  <a:srgbClr val="FFFFFF"/>
                </a:highlight>
                <a:latin typeface="Proxima Nova Semibold"/>
                <a:ea typeface="Proxima Nova Semibold"/>
                <a:cs typeface="Proxima Nova Semibold"/>
              </a:rPr>
              <a:t>Closest to what user sees</a:t>
            </a:r>
          </a:p>
        </p:txBody>
      </p:sp>
    </p:spTree>
    <p:extLst>
      <p:ext uri="{BB962C8B-B14F-4D97-AF65-F5344CB8AC3E}">
        <p14:creationId xmlns:p14="http://schemas.microsoft.com/office/powerpoint/2010/main" val="33721946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09;g27625e78053_0_68"/>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a:t>Updating Content </a:t>
            </a:r>
            <a:endParaRPr lang="en-IN" sz="2400" b="1" dirty="0"/>
          </a:p>
        </p:txBody>
      </p:sp>
      <p:graphicFrame>
        <p:nvGraphicFramePr>
          <p:cNvPr id="2" name="Table 1"/>
          <p:cNvGraphicFramePr>
            <a:graphicFrameLocks noGrp="1"/>
          </p:cNvGraphicFramePr>
          <p:nvPr>
            <p:extLst>
              <p:ext uri="{D42A27DB-BD31-4B8C-83A1-F6EECF244321}">
                <p14:modId xmlns:p14="http://schemas.microsoft.com/office/powerpoint/2010/main" val="1191386295"/>
              </p:ext>
            </p:extLst>
          </p:nvPr>
        </p:nvGraphicFramePr>
        <p:xfrm>
          <a:off x="451190" y="1133947"/>
          <a:ext cx="8216292" cy="365760"/>
        </p:xfrm>
        <a:graphic>
          <a:graphicData uri="http://schemas.openxmlformats.org/drawingml/2006/table">
            <a:tbl>
              <a:tblPr/>
              <a:tblGrid>
                <a:gridCol w="8216292"/>
              </a:tblGrid>
              <a:tr h="0">
                <a:tc>
                  <a:txBody>
                    <a:bodyPr/>
                    <a:lstStyle/>
                    <a:p>
                      <a:pPr algn="l"/>
                      <a:r>
                        <a:rPr lang="en-US" b="0" dirty="0">
                          <a:effectLst/>
                          <a:latin typeface="quote-cjk-patch"/>
                        </a:rPr>
                        <a:t>Content in element: &lt;div&gt;Hello &lt;b&gt;World&lt;/b&gt; &lt;span style="</a:t>
                      </a:r>
                      <a:r>
                        <a:rPr lang="en-US" b="0" dirty="0" err="1">
                          <a:effectLst/>
                          <a:latin typeface="quote-cjk-patch"/>
                        </a:rPr>
                        <a:t>display:none</a:t>
                      </a:r>
                      <a:r>
                        <a:rPr lang="en-US" b="0" dirty="0">
                          <a:effectLst/>
                          <a:latin typeface="quote-cjk-patch"/>
                        </a:rPr>
                        <a:t>"&gt;Hidden&lt;/span&gt;&lt;/div&gt;</a:t>
                      </a:r>
                    </a:p>
                  </a:txBody>
                  <a:tcPr marR="121920" marT="76200" marB="76200" anchor="ctr">
                    <a:lnL>
                      <a:noFill/>
                    </a:lnL>
                    <a:lnR>
                      <a:noFill/>
                    </a:lnR>
                    <a:lnT>
                      <a:noFill/>
                    </a:lnT>
                    <a:lnB>
                      <a:noFill/>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993012136"/>
              </p:ext>
            </p:extLst>
          </p:nvPr>
        </p:nvGraphicFramePr>
        <p:xfrm>
          <a:off x="637931" y="1740755"/>
          <a:ext cx="7012118" cy="2625182"/>
        </p:xfrm>
        <a:graphic>
          <a:graphicData uri="http://schemas.openxmlformats.org/drawingml/2006/table">
            <a:tbl>
              <a:tblPr/>
              <a:tblGrid>
                <a:gridCol w="1474204"/>
                <a:gridCol w="5537914"/>
              </a:tblGrid>
              <a:tr h="508100">
                <a:tc>
                  <a:txBody>
                    <a:bodyPr/>
                    <a:lstStyle/>
                    <a:p>
                      <a:pPr algn="l"/>
                      <a:r>
                        <a:rPr lang="en-IN" b="1" dirty="0">
                          <a:effectLst/>
                          <a:latin typeface="quote-cjk-patch"/>
                        </a:rPr>
                        <a:t>Property</a:t>
                      </a:r>
                    </a:p>
                  </a:txBody>
                  <a:tcPr marR="121920" marT="76200" marB="76200" anchor="ctr">
                    <a:lnL>
                      <a:noFill/>
                    </a:lnL>
                    <a:lnR>
                      <a:noFill/>
                    </a:lnR>
                    <a:lnT>
                      <a:noFill/>
                    </a:lnT>
                    <a:lnB>
                      <a:noFill/>
                    </a:lnB>
                  </a:tcPr>
                </a:tc>
                <a:tc>
                  <a:txBody>
                    <a:bodyPr/>
                    <a:lstStyle/>
                    <a:p>
                      <a:pPr algn="l"/>
                      <a:r>
                        <a:rPr lang="en-IN" b="1" dirty="0">
                          <a:effectLst/>
                          <a:latin typeface="quote-cjk-patch"/>
                        </a:rPr>
                        <a:t>Returns</a:t>
                      </a:r>
                    </a:p>
                  </a:txBody>
                  <a:tcPr marL="121920" marR="121920" marT="76200" marB="76200" anchor="ctr">
                    <a:lnL>
                      <a:noFill/>
                    </a:lnL>
                    <a:lnR>
                      <a:noFill/>
                    </a:lnR>
                    <a:lnT>
                      <a:noFill/>
                    </a:lnT>
                    <a:lnB>
                      <a:noFill/>
                    </a:lnB>
                  </a:tcPr>
                </a:tc>
              </a:tr>
              <a:tr h="508100">
                <a:tc>
                  <a:txBody>
                    <a:bodyPr/>
                    <a:lstStyle/>
                    <a:p>
                      <a:r>
                        <a:rPr lang="en-IN" b="0" dirty="0" err="1">
                          <a:effectLst/>
                          <a:latin typeface="quote-cjk-patch"/>
                        </a:rPr>
                        <a:t>textContent</a:t>
                      </a:r>
                      <a:endParaRPr lang="en-IN" b="0" dirty="0">
                        <a:effectLst/>
                        <a:latin typeface="quote-cjk-patch"/>
                      </a:endParaRPr>
                    </a:p>
                  </a:txBody>
                  <a:tcPr marR="121920" marT="76200" marB="76200" anchor="ctr">
                    <a:lnL>
                      <a:noFill/>
                    </a:lnL>
                    <a:lnR>
                      <a:noFill/>
                    </a:lnR>
                    <a:lnT>
                      <a:noFill/>
                    </a:lnT>
                    <a:lnB>
                      <a:noFill/>
                    </a:lnB>
                  </a:tcPr>
                </a:tc>
                <a:tc>
                  <a:txBody>
                    <a:bodyPr/>
                    <a:lstStyle/>
                    <a:p>
                      <a:r>
                        <a:rPr lang="en-IN" b="0" dirty="0">
                          <a:effectLst/>
                          <a:latin typeface="quote-cjk-patch"/>
                        </a:rPr>
                        <a:t>"Hello World Hidden"</a:t>
                      </a:r>
                    </a:p>
                  </a:txBody>
                  <a:tcPr marL="121920" marT="76200" marB="76200" anchor="ctr">
                    <a:lnL>
                      <a:noFill/>
                    </a:lnL>
                    <a:lnR>
                      <a:noFill/>
                    </a:lnR>
                    <a:lnT>
                      <a:noFill/>
                    </a:lnT>
                    <a:lnB>
                      <a:noFill/>
                    </a:lnB>
                  </a:tcPr>
                </a:tc>
              </a:tr>
              <a:tr h="1100882">
                <a:tc>
                  <a:txBody>
                    <a:bodyPr/>
                    <a:lstStyle/>
                    <a:p>
                      <a:r>
                        <a:rPr lang="en-IN" b="0" dirty="0" err="1">
                          <a:effectLst/>
                          <a:latin typeface="quote-cjk-patch"/>
                        </a:rPr>
                        <a:t>innerHTML</a:t>
                      </a:r>
                      <a:endParaRPr lang="en-IN" b="0" dirty="0">
                        <a:effectLst/>
                        <a:latin typeface="quote-cjk-patch"/>
                      </a:endParaRPr>
                    </a:p>
                  </a:txBody>
                  <a:tcPr marR="121920" marT="76200" marB="76200" anchor="ctr">
                    <a:lnL>
                      <a:noFill/>
                    </a:lnL>
                    <a:lnR>
                      <a:noFill/>
                    </a:lnR>
                    <a:lnT>
                      <a:noFill/>
                    </a:lnT>
                    <a:lnB>
                      <a:noFill/>
                    </a:lnB>
                  </a:tcPr>
                </a:tc>
                <a:tc>
                  <a:txBody>
                    <a:bodyPr/>
                    <a:lstStyle/>
                    <a:p>
                      <a:r>
                        <a:rPr lang="en-US" b="0" dirty="0">
                          <a:effectLst/>
                          <a:latin typeface="quote-cjk-patch"/>
                        </a:rPr>
                        <a:t>"Hello </a:t>
                      </a:r>
                      <a:r>
                        <a:rPr lang="en-US" b="0" dirty="0">
                          <a:effectLst/>
                          <a:latin typeface="Menlo"/>
                        </a:rPr>
                        <a:t>&lt;b&gt;</a:t>
                      </a:r>
                      <a:r>
                        <a:rPr lang="en-US" b="0" dirty="0">
                          <a:effectLst/>
                          <a:latin typeface="quote-cjk-patch"/>
                        </a:rPr>
                        <a:t>World</a:t>
                      </a:r>
                      <a:r>
                        <a:rPr lang="en-US" b="0" dirty="0">
                          <a:effectLst/>
                          <a:latin typeface="Menlo"/>
                        </a:rPr>
                        <a:t>&lt;/b&gt;</a:t>
                      </a:r>
                      <a:r>
                        <a:rPr lang="en-US" b="0" dirty="0">
                          <a:effectLst/>
                          <a:latin typeface="quote-cjk-patch"/>
                        </a:rPr>
                        <a:t> </a:t>
                      </a:r>
                      <a:r>
                        <a:rPr lang="en-US" b="0" dirty="0">
                          <a:effectLst/>
                          <a:latin typeface="Menlo"/>
                        </a:rPr>
                        <a:t>&lt;span style="</a:t>
                      </a:r>
                      <a:r>
                        <a:rPr lang="en-US" b="0" dirty="0" err="1">
                          <a:effectLst/>
                          <a:latin typeface="Menlo"/>
                        </a:rPr>
                        <a:t>display:none</a:t>
                      </a:r>
                      <a:r>
                        <a:rPr lang="en-US" b="0" dirty="0">
                          <a:effectLst/>
                          <a:latin typeface="Menlo"/>
                        </a:rPr>
                        <a:t>"&gt;</a:t>
                      </a:r>
                      <a:r>
                        <a:rPr lang="en-US" b="0" dirty="0">
                          <a:effectLst/>
                          <a:latin typeface="quote-cjk-patch"/>
                        </a:rPr>
                        <a:t>Hidden</a:t>
                      </a:r>
                      <a:r>
                        <a:rPr lang="en-US" b="0" dirty="0">
                          <a:effectLst/>
                          <a:latin typeface="Menlo"/>
                        </a:rPr>
                        <a:t>&lt;/span&gt;</a:t>
                      </a:r>
                      <a:r>
                        <a:rPr lang="en-US" b="0" dirty="0">
                          <a:effectLst/>
                          <a:latin typeface="quote-cjk-patch"/>
                        </a:rPr>
                        <a:t>"</a:t>
                      </a:r>
                    </a:p>
                  </a:txBody>
                  <a:tcPr marL="121920" marT="76200" marB="76200" anchor="ctr">
                    <a:lnL>
                      <a:noFill/>
                    </a:lnL>
                    <a:lnR>
                      <a:noFill/>
                    </a:lnR>
                    <a:lnT>
                      <a:noFill/>
                    </a:lnT>
                    <a:lnB>
                      <a:noFill/>
                    </a:lnB>
                  </a:tcPr>
                </a:tc>
              </a:tr>
              <a:tr h="508100">
                <a:tc>
                  <a:txBody>
                    <a:bodyPr/>
                    <a:lstStyle/>
                    <a:p>
                      <a:r>
                        <a:rPr lang="en-IN" b="0" dirty="0" err="1">
                          <a:effectLst/>
                          <a:latin typeface="quote-cjk-patch"/>
                        </a:rPr>
                        <a:t>innerText</a:t>
                      </a:r>
                      <a:endParaRPr lang="en-IN" b="0" dirty="0">
                        <a:effectLst/>
                        <a:latin typeface="quote-cjk-patch"/>
                      </a:endParaRPr>
                    </a:p>
                  </a:txBody>
                  <a:tcPr marR="121920" marT="76200" marB="76200" anchor="ctr">
                    <a:lnL>
                      <a:noFill/>
                    </a:lnL>
                    <a:lnR>
                      <a:noFill/>
                    </a:lnR>
                    <a:lnT>
                      <a:noFill/>
                    </a:lnT>
                    <a:lnB>
                      <a:noFill/>
                    </a:lnB>
                  </a:tcPr>
                </a:tc>
                <a:tc>
                  <a:txBody>
                    <a:bodyPr/>
                    <a:lstStyle/>
                    <a:p>
                      <a:r>
                        <a:rPr lang="en-IN" b="0" dirty="0">
                          <a:effectLst/>
                          <a:latin typeface="quote-cjk-patch"/>
                        </a:rPr>
                        <a:t>"Hello World"</a:t>
                      </a:r>
                    </a:p>
                  </a:txBody>
                  <a:tcPr marL="121920" marT="76200" marB="76200" anchor="ctr">
                    <a:lnL>
                      <a:noFill/>
                    </a:lnL>
                    <a:lnR>
                      <a:noFill/>
                    </a:lnR>
                    <a:lnT>
                      <a:noFill/>
                    </a:lnT>
                    <a:lnB>
                      <a:noFill/>
                    </a:lnB>
                  </a:tcPr>
                </a:tc>
              </a:tr>
            </a:tbl>
          </a:graphicData>
        </a:graphic>
      </p:graphicFrame>
    </p:spTree>
    <p:extLst>
      <p:ext uri="{BB962C8B-B14F-4D97-AF65-F5344CB8AC3E}">
        <p14:creationId xmlns:p14="http://schemas.microsoft.com/office/powerpoint/2010/main" val="1790398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09;g27625e78053_0_68"/>
          <p:cNvSpPr txBox="1"/>
          <p:nvPr/>
        </p:nvSpPr>
        <p:spPr>
          <a:xfrm>
            <a:off x="381000" y="321000"/>
            <a:ext cx="5583000" cy="923299"/>
          </a:xfrm>
          <a:prstGeom prst="rect">
            <a:avLst/>
          </a:prstGeom>
          <a:noFill/>
          <a:ln>
            <a:noFill/>
          </a:ln>
        </p:spPr>
        <p:txBody>
          <a:bodyPr spcFirstLastPara="1" wrap="square" lIns="91425" tIns="91425" rIns="91425" bIns="91425" anchor="t" anchorCtr="0">
            <a:spAutoFit/>
          </a:bodyPr>
          <a:lstStyle/>
          <a:p>
            <a:r>
              <a:rPr lang="en-IN" sz="2400" b="1" dirty="0"/>
              <a:t>Updating Styles</a:t>
            </a:r>
          </a:p>
          <a:p>
            <a:r>
              <a:rPr lang="en-IN" sz="2400" b="1" dirty="0"/>
              <a:t> </a:t>
            </a:r>
            <a:endParaRPr lang="en-IN" sz="2400" b="1" dirty="0"/>
          </a:p>
        </p:txBody>
      </p:sp>
      <p:graphicFrame>
        <p:nvGraphicFramePr>
          <p:cNvPr id="3" name="Table 2"/>
          <p:cNvGraphicFramePr>
            <a:graphicFrameLocks noGrp="1"/>
          </p:cNvGraphicFramePr>
          <p:nvPr>
            <p:extLst>
              <p:ext uri="{D42A27DB-BD31-4B8C-83A1-F6EECF244321}">
                <p14:modId xmlns:p14="http://schemas.microsoft.com/office/powerpoint/2010/main" val="3987811546"/>
              </p:ext>
            </p:extLst>
          </p:nvPr>
        </p:nvGraphicFramePr>
        <p:xfrm>
          <a:off x="637933" y="1244299"/>
          <a:ext cx="3882552" cy="2194560"/>
        </p:xfrm>
        <a:graphic>
          <a:graphicData uri="http://schemas.openxmlformats.org/drawingml/2006/table">
            <a:tbl>
              <a:tblPr/>
              <a:tblGrid>
                <a:gridCol w="1941276"/>
                <a:gridCol w="1941276"/>
              </a:tblGrid>
              <a:tr h="0">
                <a:tc>
                  <a:txBody>
                    <a:bodyPr/>
                    <a:lstStyle/>
                    <a:p>
                      <a:pPr algn="l"/>
                      <a:r>
                        <a:rPr lang="en-IN" b="1" dirty="0">
                          <a:effectLst/>
                          <a:latin typeface="quote-cjk-patch"/>
                        </a:rPr>
                        <a:t>CSS Property</a:t>
                      </a:r>
                    </a:p>
                  </a:txBody>
                  <a:tcPr marR="121920" marT="76200" marB="76200" anchor="ctr">
                    <a:lnL>
                      <a:noFill/>
                    </a:lnL>
                    <a:lnR>
                      <a:noFill/>
                    </a:lnR>
                    <a:lnT>
                      <a:noFill/>
                    </a:lnT>
                    <a:lnB>
                      <a:noFill/>
                    </a:lnB>
                    <a:solidFill>
                      <a:srgbClr val="FFFFFF"/>
                    </a:solidFill>
                  </a:tcPr>
                </a:tc>
                <a:tc>
                  <a:txBody>
                    <a:bodyPr/>
                    <a:lstStyle/>
                    <a:p>
                      <a:pPr algn="l"/>
                      <a:r>
                        <a:rPr lang="en-IN" b="1" dirty="0">
                          <a:effectLst/>
                          <a:latin typeface="quote-cjk-patch"/>
                        </a:rPr>
                        <a:t>JavaScript Property</a:t>
                      </a:r>
                    </a:p>
                  </a:txBody>
                  <a:tcPr marL="121920" marR="121920" marT="76200" marB="76200" anchor="ctr">
                    <a:lnL>
                      <a:noFill/>
                    </a:lnL>
                    <a:lnR>
                      <a:noFill/>
                    </a:lnR>
                    <a:lnT>
                      <a:noFill/>
                    </a:lnT>
                    <a:lnB>
                      <a:noFill/>
                    </a:lnB>
                    <a:solidFill>
                      <a:srgbClr val="FFFFFF"/>
                    </a:solidFill>
                  </a:tcPr>
                </a:tc>
              </a:tr>
              <a:tr h="0">
                <a:tc>
                  <a:txBody>
                    <a:bodyPr/>
                    <a:lstStyle/>
                    <a:p>
                      <a:r>
                        <a:rPr lang="en-IN" b="0" dirty="0">
                          <a:effectLst/>
                          <a:latin typeface="quote-cjk-patch"/>
                        </a:rPr>
                        <a:t>background-</a:t>
                      </a:r>
                      <a:r>
                        <a:rPr lang="en-IN" b="0" dirty="0" err="1">
                          <a:effectLst/>
                          <a:latin typeface="quote-cjk-patch"/>
                        </a:rPr>
                        <a:t>color</a:t>
                      </a:r>
                      <a:endParaRPr lang="en-IN" b="0" dirty="0">
                        <a:effectLst/>
                        <a:latin typeface="quote-cjk-patch"/>
                      </a:endParaRPr>
                    </a:p>
                  </a:txBody>
                  <a:tcPr marR="121920" marT="76200" marB="76200" anchor="ctr">
                    <a:lnL>
                      <a:noFill/>
                    </a:lnL>
                    <a:lnR>
                      <a:noFill/>
                    </a:lnR>
                    <a:lnT>
                      <a:noFill/>
                    </a:lnT>
                    <a:lnB>
                      <a:noFill/>
                    </a:lnB>
                    <a:solidFill>
                      <a:srgbClr val="FFFFFF"/>
                    </a:solidFill>
                  </a:tcPr>
                </a:tc>
                <a:tc>
                  <a:txBody>
                    <a:bodyPr/>
                    <a:lstStyle/>
                    <a:p>
                      <a:r>
                        <a:rPr lang="en-IN" b="0">
                          <a:effectLst/>
                          <a:latin typeface="quote-cjk-patch"/>
                        </a:rPr>
                        <a:t>backgroundColor</a:t>
                      </a:r>
                    </a:p>
                  </a:txBody>
                  <a:tcPr marL="121920" marT="76200" marB="76200" anchor="ctr">
                    <a:lnL>
                      <a:noFill/>
                    </a:lnL>
                    <a:lnR>
                      <a:noFill/>
                    </a:lnR>
                    <a:lnT>
                      <a:noFill/>
                    </a:lnT>
                    <a:lnB>
                      <a:noFill/>
                    </a:lnB>
                    <a:solidFill>
                      <a:srgbClr val="FFFFFF"/>
                    </a:solidFill>
                  </a:tcPr>
                </a:tc>
              </a:tr>
              <a:tr h="0">
                <a:tc>
                  <a:txBody>
                    <a:bodyPr/>
                    <a:lstStyle/>
                    <a:p>
                      <a:r>
                        <a:rPr lang="en-IN" b="0" dirty="0">
                          <a:effectLst/>
                          <a:latin typeface="quote-cjk-patch"/>
                        </a:rPr>
                        <a:t>font-size</a:t>
                      </a:r>
                    </a:p>
                  </a:txBody>
                  <a:tcPr marR="121920" marT="76200" marB="76200" anchor="ctr">
                    <a:lnL>
                      <a:noFill/>
                    </a:lnL>
                    <a:lnR>
                      <a:noFill/>
                    </a:lnR>
                    <a:lnT>
                      <a:noFill/>
                    </a:lnT>
                    <a:lnB>
                      <a:noFill/>
                    </a:lnB>
                    <a:solidFill>
                      <a:srgbClr val="FFFFFF"/>
                    </a:solidFill>
                  </a:tcPr>
                </a:tc>
                <a:tc>
                  <a:txBody>
                    <a:bodyPr/>
                    <a:lstStyle/>
                    <a:p>
                      <a:r>
                        <a:rPr lang="en-IN" b="0" dirty="0" err="1">
                          <a:effectLst/>
                          <a:latin typeface="quote-cjk-patch"/>
                        </a:rPr>
                        <a:t>fontSize</a:t>
                      </a:r>
                      <a:endParaRPr lang="en-IN" b="0" dirty="0">
                        <a:effectLst/>
                        <a:latin typeface="quote-cjk-patch"/>
                      </a:endParaRPr>
                    </a:p>
                  </a:txBody>
                  <a:tcPr marL="121920" marT="76200" marB="76200" anchor="ctr">
                    <a:lnL>
                      <a:noFill/>
                    </a:lnL>
                    <a:lnR>
                      <a:noFill/>
                    </a:lnR>
                    <a:lnT>
                      <a:noFill/>
                    </a:lnT>
                    <a:lnB>
                      <a:noFill/>
                    </a:lnB>
                    <a:solidFill>
                      <a:srgbClr val="FFFFFF"/>
                    </a:solidFill>
                  </a:tcPr>
                </a:tc>
              </a:tr>
              <a:tr h="0">
                <a:tc>
                  <a:txBody>
                    <a:bodyPr/>
                    <a:lstStyle/>
                    <a:p>
                      <a:r>
                        <a:rPr lang="en-IN" b="0" dirty="0">
                          <a:effectLst/>
                          <a:latin typeface="quote-cjk-patch"/>
                        </a:rPr>
                        <a:t>margin-top</a:t>
                      </a:r>
                    </a:p>
                  </a:txBody>
                  <a:tcPr marR="121920" marT="76200" marB="76200" anchor="ctr">
                    <a:lnL>
                      <a:noFill/>
                    </a:lnL>
                    <a:lnR>
                      <a:noFill/>
                    </a:lnR>
                    <a:lnT>
                      <a:noFill/>
                    </a:lnT>
                    <a:lnB>
                      <a:noFill/>
                    </a:lnB>
                    <a:solidFill>
                      <a:srgbClr val="FFFFFF"/>
                    </a:solidFill>
                  </a:tcPr>
                </a:tc>
                <a:tc>
                  <a:txBody>
                    <a:bodyPr/>
                    <a:lstStyle/>
                    <a:p>
                      <a:r>
                        <a:rPr lang="en-IN" b="0">
                          <a:effectLst/>
                          <a:latin typeface="quote-cjk-patch"/>
                        </a:rPr>
                        <a:t>marginTop</a:t>
                      </a:r>
                    </a:p>
                  </a:txBody>
                  <a:tcPr marL="121920" marT="76200" marB="76200" anchor="ctr">
                    <a:lnL>
                      <a:noFill/>
                    </a:lnL>
                    <a:lnR>
                      <a:noFill/>
                    </a:lnR>
                    <a:lnT>
                      <a:noFill/>
                    </a:lnT>
                    <a:lnB>
                      <a:noFill/>
                    </a:lnB>
                    <a:solidFill>
                      <a:srgbClr val="FFFFFF"/>
                    </a:solidFill>
                  </a:tcPr>
                </a:tc>
              </a:tr>
              <a:tr h="0">
                <a:tc>
                  <a:txBody>
                    <a:bodyPr/>
                    <a:lstStyle/>
                    <a:p>
                      <a:r>
                        <a:rPr lang="en-IN" b="0">
                          <a:effectLst/>
                          <a:latin typeface="quote-cjk-patch"/>
                        </a:rPr>
                        <a:t>border-radius</a:t>
                      </a:r>
                    </a:p>
                  </a:txBody>
                  <a:tcPr marR="121920" marT="76200" marB="76200" anchor="ctr">
                    <a:lnL>
                      <a:noFill/>
                    </a:lnL>
                    <a:lnR>
                      <a:noFill/>
                    </a:lnR>
                    <a:lnT>
                      <a:noFill/>
                    </a:lnT>
                    <a:lnB>
                      <a:noFill/>
                    </a:lnB>
                    <a:solidFill>
                      <a:srgbClr val="FFFFFF"/>
                    </a:solidFill>
                  </a:tcPr>
                </a:tc>
                <a:tc>
                  <a:txBody>
                    <a:bodyPr/>
                    <a:lstStyle/>
                    <a:p>
                      <a:r>
                        <a:rPr lang="en-IN" b="0">
                          <a:effectLst/>
                          <a:latin typeface="quote-cjk-patch"/>
                        </a:rPr>
                        <a:t>borderRadius</a:t>
                      </a:r>
                    </a:p>
                  </a:txBody>
                  <a:tcPr marL="121920" marT="76200" marB="76200" anchor="ctr">
                    <a:lnL>
                      <a:noFill/>
                    </a:lnL>
                    <a:lnR>
                      <a:noFill/>
                    </a:lnR>
                    <a:lnT>
                      <a:noFill/>
                    </a:lnT>
                    <a:lnB>
                      <a:noFill/>
                    </a:lnB>
                    <a:solidFill>
                      <a:srgbClr val="FFFFFF"/>
                    </a:solidFill>
                  </a:tcPr>
                </a:tc>
              </a:tr>
              <a:tr h="0">
                <a:tc>
                  <a:txBody>
                    <a:bodyPr/>
                    <a:lstStyle/>
                    <a:p>
                      <a:r>
                        <a:rPr lang="en-IN" b="0" dirty="0">
                          <a:effectLst/>
                          <a:latin typeface="quote-cjk-patch"/>
                        </a:rPr>
                        <a:t>z-index</a:t>
                      </a:r>
                    </a:p>
                  </a:txBody>
                  <a:tcPr marR="121920" marT="76200" marB="76200" anchor="ctr">
                    <a:lnL>
                      <a:noFill/>
                    </a:lnL>
                    <a:lnR>
                      <a:noFill/>
                    </a:lnR>
                    <a:lnT>
                      <a:noFill/>
                    </a:lnT>
                    <a:lnB>
                      <a:noFill/>
                    </a:lnB>
                    <a:solidFill>
                      <a:srgbClr val="FFFFFF"/>
                    </a:solidFill>
                  </a:tcPr>
                </a:tc>
                <a:tc>
                  <a:txBody>
                    <a:bodyPr/>
                    <a:lstStyle/>
                    <a:p>
                      <a:r>
                        <a:rPr lang="en-IN" b="0" dirty="0" err="1">
                          <a:effectLst/>
                          <a:latin typeface="quote-cjk-patch"/>
                        </a:rPr>
                        <a:t>zIndex</a:t>
                      </a:r>
                      <a:endParaRPr lang="en-IN" b="0" dirty="0">
                        <a:effectLst/>
                        <a:latin typeface="quote-cjk-patch"/>
                      </a:endParaRPr>
                    </a:p>
                  </a:txBody>
                  <a:tcPr marL="121920" marT="76200" marB="76200" anchor="ctr">
                    <a:lnL>
                      <a:noFill/>
                    </a:lnL>
                    <a:lnR>
                      <a:noFill/>
                    </a:lnR>
                    <a:lnT>
                      <a:noFill/>
                    </a:lnT>
                    <a:lnB>
                      <a:noFill/>
                    </a:lnB>
                    <a:solidFill>
                      <a:srgbClr val="FFFFFF"/>
                    </a:solidFill>
                  </a:tcPr>
                </a:tc>
              </a:tr>
            </a:tbl>
          </a:graphicData>
        </a:graphic>
      </p:graphicFrame>
      <p:sp>
        <p:nvSpPr>
          <p:cNvPr id="6" name="Rectangle 5"/>
          <p:cNvSpPr/>
          <p:nvPr/>
        </p:nvSpPr>
        <p:spPr>
          <a:xfrm>
            <a:off x="4584878" y="1244299"/>
            <a:ext cx="3973133" cy="2893100"/>
          </a:xfrm>
          <a:prstGeom prst="rect">
            <a:avLst/>
          </a:prstGeom>
        </p:spPr>
        <p:txBody>
          <a:bodyPr wrap="square">
            <a:spAutoFit/>
          </a:bodyPr>
          <a:lstStyle/>
          <a:p>
            <a:r>
              <a:rPr lang="en-IN" dirty="0" err="1"/>
              <a:t>const</a:t>
            </a:r>
            <a:r>
              <a:rPr lang="en-IN" dirty="0"/>
              <a:t> box = </a:t>
            </a:r>
            <a:r>
              <a:rPr lang="en-IN" dirty="0" err="1"/>
              <a:t>document.getElementById</a:t>
            </a:r>
            <a:r>
              <a:rPr lang="en-IN" dirty="0"/>
              <a:t>('box');</a:t>
            </a:r>
          </a:p>
          <a:p>
            <a:endParaRPr lang="en-IN" dirty="0"/>
          </a:p>
          <a:p>
            <a:r>
              <a:rPr lang="en-IN" dirty="0"/>
              <a:t>// Setting multiple styles</a:t>
            </a:r>
          </a:p>
          <a:p>
            <a:r>
              <a:rPr lang="en-IN" dirty="0" err="1"/>
              <a:t>box.style.backgroundColor</a:t>
            </a:r>
            <a:r>
              <a:rPr lang="en-IN" dirty="0"/>
              <a:t> = '#007bff';</a:t>
            </a:r>
          </a:p>
          <a:p>
            <a:r>
              <a:rPr lang="en-IN" dirty="0" err="1"/>
              <a:t>box.style.color</a:t>
            </a:r>
            <a:r>
              <a:rPr lang="en-IN" dirty="0"/>
              <a:t> = 'white';</a:t>
            </a:r>
          </a:p>
          <a:p>
            <a:r>
              <a:rPr lang="en-IN" dirty="0" err="1"/>
              <a:t>box.style.padding</a:t>
            </a:r>
            <a:r>
              <a:rPr lang="en-IN" dirty="0"/>
              <a:t> = '10px 20px';</a:t>
            </a:r>
          </a:p>
          <a:p>
            <a:r>
              <a:rPr lang="en-IN" dirty="0" err="1"/>
              <a:t>box.style.borderRadius</a:t>
            </a:r>
            <a:r>
              <a:rPr lang="en-IN" dirty="0"/>
              <a:t> = '4px';</a:t>
            </a:r>
          </a:p>
          <a:p>
            <a:r>
              <a:rPr lang="en-IN" dirty="0" err="1"/>
              <a:t>box.style.transition</a:t>
            </a:r>
            <a:r>
              <a:rPr lang="en-IN" dirty="0"/>
              <a:t> = 'all 0.3s ease';</a:t>
            </a:r>
          </a:p>
          <a:p>
            <a:endParaRPr lang="en-IN" dirty="0"/>
          </a:p>
          <a:p>
            <a:r>
              <a:rPr lang="en-IN" dirty="0"/>
              <a:t>// Reading computed styles</a:t>
            </a:r>
          </a:p>
          <a:p>
            <a:r>
              <a:rPr lang="en-IN" dirty="0" err="1"/>
              <a:t>const</a:t>
            </a:r>
            <a:r>
              <a:rPr lang="en-IN" dirty="0"/>
              <a:t> </a:t>
            </a:r>
            <a:r>
              <a:rPr lang="en-IN" dirty="0" err="1"/>
              <a:t>computedStyle</a:t>
            </a:r>
            <a:r>
              <a:rPr lang="en-IN" dirty="0"/>
              <a:t> = </a:t>
            </a:r>
            <a:r>
              <a:rPr lang="en-IN" dirty="0" err="1"/>
              <a:t>window.getComputedStyle</a:t>
            </a:r>
            <a:r>
              <a:rPr lang="en-IN" dirty="0"/>
              <a:t>(box);</a:t>
            </a:r>
          </a:p>
          <a:p>
            <a:r>
              <a:rPr lang="en-IN" dirty="0"/>
              <a:t>console.log(</a:t>
            </a:r>
            <a:r>
              <a:rPr lang="en-IN" dirty="0" err="1"/>
              <a:t>computedStyle.backgroundColor</a:t>
            </a:r>
            <a:r>
              <a:rPr lang="en-IN" dirty="0"/>
              <a:t>);</a:t>
            </a:r>
          </a:p>
        </p:txBody>
      </p:sp>
    </p:spTree>
    <p:extLst>
      <p:ext uri="{BB962C8B-B14F-4D97-AF65-F5344CB8AC3E}">
        <p14:creationId xmlns:p14="http://schemas.microsoft.com/office/powerpoint/2010/main" val="563180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09;g27625e78053_0_68"/>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a:t>Creating Elements </a:t>
            </a:r>
          </a:p>
        </p:txBody>
      </p:sp>
      <p:sp>
        <p:nvSpPr>
          <p:cNvPr id="2" name="Rectangle 1"/>
          <p:cNvSpPr/>
          <p:nvPr/>
        </p:nvSpPr>
        <p:spPr>
          <a:xfrm>
            <a:off x="431442" y="1189678"/>
            <a:ext cx="8113690" cy="523220"/>
          </a:xfrm>
          <a:prstGeom prst="rect">
            <a:avLst/>
          </a:prstGeom>
        </p:spPr>
        <p:txBody>
          <a:bodyPr wrap="square">
            <a:spAutoFit/>
          </a:bodyPr>
          <a:lstStyle/>
          <a:p>
            <a:r>
              <a:rPr lang="en-US" dirty="0">
                <a:solidFill>
                  <a:srgbClr val="0F1115"/>
                </a:solidFill>
                <a:latin typeface="quote-cjk-patch"/>
              </a:rPr>
              <a:t>Creating elements is a three-step process: create the element, configure it, and insert it into the DOM. </a:t>
            </a:r>
            <a:endParaRPr lang="en-IN" dirty="0"/>
          </a:p>
        </p:txBody>
      </p:sp>
      <p:sp>
        <p:nvSpPr>
          <p:cNvPr id="4" name="Rectangle 3"/>
          <p:cNvSpPr/>
          <p:nvPr/>
        </p:nvSpPr>
        <p:spPr>
          <a:xfrm>
            <a:off x="431442" y="1777333"/>
            <a:ext cx="4572000" cy="3108543"/>
          </a:xfrm>
          <a:prstGeom prst="rect">
            <a:avLst/>
          </a:prstGeom>
        </p:spPr>
        <p:txBody>
          <a:bodyPr>
            <a:spAutoFit/>
          </a:bodyPr>
          <a:lstStyle/>
          <a:p>
            <a:r>
              <a:rPr lang="en-IN" dirty="0"/>
              <a:t>// Create any HTML element</a:t>
            </a:r>
          </a:p>
          <a:p>
            <a:r>
              <a:rPr lang="en-IN" dirty="0" err="1"/>
              <a:t>const</a:t>
            </a:r>
            <a:r>
              <a:rPr lang="en-IN" dirty="0"/>
              <a:t> div = </a:t>
            </a:r>
            <a:r>
              <a:rPr lang="en-IN" dirty="0" err="1"/>
              <a:t>document.createElement</a:t>
            </a:r>
            <a:r>
              <a:rPr lang="en-IN" dirty="0"/>
              <a:t>('div');</a:t>
            </a:r>
          </a:p>
          <a:p>
            <a:r>
              <a:rPr lang="en-IN" dirty="0" err="1"/>
              <a:t>const</a:t>
            </a:r>
            <a:r>
              <a:rPr lang="en-IN" dirty="0"/>
              <a:t> p = </a:t>
            </a:r>
            <a:r>
              <a:rPr lang="en-IN" dirty="0" err="1"/>
              <a:t>document.createElement</a:t>
            </a:r>
            <a:r>
              <a:rPr lang="en-IN" dirty="0"/>
              <a:t>('p');</a:t>
            </a:r>
          </a:p>
          <a:p>
            <a:r>
              <a:rPr lang="en-IN" dirty="0" err="1"/>
              <a:t>const</a:t>
            </a:r>
            <a:r>
              <a:rPr lang="en-IN" dirty="0"/>
              <a:t> </a:t>
            </a:r>
            <a:r>
              <a:rPr lang="en-IN" dirty="0" err="1"/>
              <a:t>img</a:t>
            </a:r>
            <a:r>
              <a:rPr lang="en-IN" dirty="0"/>
              <a:t> = </a:t>
            </a:r>
            <a:r>
              <a:rPr lang="en-IN" dirty="0" err="1"/>
              <a:t>document.createElement</a:t>
            </a:r>
            <a:r>
              <a:rPr lang="en-IN" dirty="0"/>
              <a:t>('</a:t>
            </a:r>
            <a:r>
              <a:rPr lang="en-IN" dirty="0" err="1"/>
              <a:t>img</a:t>
            </a:r>
            <a:r>
              <a:rPr lang="en-IN" dirty="0"/>
              <a:t>');</a:t>
            </a:r>
          </a:p>
          <a:p>
            <a:r>
              <a:rPr lang="en-IN" dirty="0" err="1"/>
              <a:t>const</a:t>
            </a:r>
            <a:r>
              <a:rPr lang="en-IN" dirty="0"/>
              <a:t> </a:t>
            </a:r>
            <a:r>
              <a:rPr lang="en-IN" dirty="0" err="1"/>
              <a:t>ul</a:t>
            </a:r>
            <a:r>
              <a:rPr lang="en-IN" dirty="0"/>
              <a:t> = </a:t>
            </a:r>
            <a:r>
              <a:rPr lang="en-IN" dirty="0" err="1"/>
              <a:t>document.createElement</a:t>
            </a:r>
            <a:r>
              <a:rPr lang="en-IN" dirty="0"/>
              <a:t>('</a:t>
            </a:r>
            <a:r>
              <a:rPr lang="en-IN" dirty="0" err="1"/>
              <a:t>ul</a:t>
            </a:r>
            <a:r>
              <a:rPr lang="en-IN" dirty="0"/>
              <a:t>');</a:t>
            </a:r>
          </a:p>
          <a:p>
            <a:r>
              <a:rPr lang="en-IN" dirty="0" err="1"/>
              <a:t>const</a:t>
            </a:r>
            <a:r>
              <a:rPr lang="en-IN" dirty="0"/>
              <a:t> li = </a:t>
            </a:r>
            <a:r>
              <a:rPr lang="en-IN" dirty="0" err="1"/>
              <a:t>document.createElement</a:t>
            </a:r>
            <a:r>
              <a:rPr lang="en-IN" dirty="0"/>
              <a:t>('li');</a:t>
            </a:r>
          </a:p>
          <a:p>
            <a:endParaRPr lang="en-IN" dirty="0"/>
          </a:p>
          <a:p>
            <a:r>
              <a:rPr lang="en-IN" dirty="0"/>
              <a:t>// Specialized creation methods (less common)</a:t>
            </a:r>
          </a:p>
          <a:p>
            <a:r>
              <a:rPr lang="en-IN" dirty="0" err="1"/>
              <a:t>const</a:t>
            </a:r>
            <a:r>
              <a:rPr lang="en-IN" dirty="0"/>
              <a:t> </a:t>
            </a:r>
            <a:r>
              <a:rPr lang="en-IN" dirty="0" err="1"/>
              <a:t>textNode</a:t>
            </a:r>
            <a:r>
              <a:rPr lang="en-IN" dirty="0"/>
              <a:t> = </a:t>
            </a:r>
            <a:r>
              <a:rPr lang="en-IN" dirty="0" err="1"/>
              <a:t>document.createTextNode</a:t>
            </a:r>
            <a:r>
              <a:rPr lang="en-IN" dirty="0"/>
              <a:t>('Hello');</a:t>
            </a:r>
          </a:p>
          <a:p>
            <a:r>
              <a:rPr lang="en-IN" dirty="0" err="1"/>
              <a:t>const</a:t>
            </a:r>
            <a:r>
              <a:rPr lang="en-IN" dirty="0"/>
              <a:t> comment = </a:t>
            </a:r>
            <a:r>
              <a:rPr lang="en-IN" dirty="0" err="1"/>
              <a:t>document.createComment</a:t>
            </a:r>
            <a:r>
              <a:rPr lang="en-IN" dirty="0"/>
              <a:t>('This is a comment');</a:t>
            </a:r>
          </a:p>
          <a:p>
            <a:r>
              <a:rPr lang="en-IN" dirty="0" err="1"/>
              <a:t>const</a:t>
            </a:r>
            <a:r>
              <a:rPr lang="en-IN" dirty="0"/>
              <a:t> fragment = </a:t>
            </a:r>
            <a:r>
              <a:rPr lang="en-IN" dirty="0" err="1"/>
              <a:t>document.createDocumentFragment</a:t>
            </a:r>
            <a:r>
              <a:rPr lang="en-IN" dirty="0"/>
              <a:t>(); // Performance booster</a:t>
            </a:r>
          </a:p>
        </p:txBody>
      </p:sp>
    </p:spTree>
    <p:extLst>
      <p:ext uri="{BB962C8B-B14F-4D97-AF65-F5344CB8AC3E}">
        <p14:creationId xmlns:p14="http://schemas.microsoft.com/office/powerpoint/2010/main" val="3655230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09;g27625e78053_0_68"/>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smtClean="0"/>
              <a:t>Configuration  </a:t>
            </a:r>
            <a:endParaRPr lang="en-IN" sz="2400" b="1" dirty="0"/>
          </a:p>
        </p:txBody>
      </p:sp>
      <p:sp>
        <p:nvSpPr>
          <p:cNvPr id="7" name="Rectangle 6"/>
          <p:cNvSpPr/>
          <p:nvPr/>
        </p:nvSpPr>
        <p:spPr>
          <a:xfrm>
            <a:off x="381000" y="874968"/>
            <a:ext cx="4572000" cy="4185761"/>
          </a:xfrm>
          <a:prstGeom prst="rect">
            <a:avLst/>
          </a:prstGeom>
        </p:spPr>
        <p:txBody>
          <a:bodyPr>
            <a:spAutoFit/>
          </a:bodyPr>
          <a:lstStyle/>
          <a:p>
            <a:r>
              <a:rPr lang="en-IN" dirty="0" err="1"/>
              <a:t>const</a:t>
            </a:r>
            <a:r>
              <a:rPr lang="en-IN" dirty="0"/>
              <a:t> card = </a:t>
            </a:r>
            <a:r>
              <a:rPr lang="en-IN" dirty="0" err="1"/>
              <a:t>document.createElement</a:t>
            </a:r>
            <a:r>
              <a:rPr lang="en-IN" dirty="0"/>
              <a:t>('div');</a:t>
            </a:r>
          </a:p>
          <a:p>
            <a:endParaRPr lang="en-IN" dirty="0"/>
          </a:p>
          <a:p>
            <a:r>
              <a:rPr lang="en-IN" dirty="0"/>
              <a:t>// Set ID and classes</a:t>
            </a:r>
          </a:p>
          <a:p>
            <a:r>
              <a:rPr lang="en-IN" dirty="0"/>
              <a:t>card.id = 'product-card';</a:t>
            </a:r>
          </a:p>
          <a:p>
            <a:r>
              <a:rPr lang="en-IN" dirty="0" err="1"/>
              <a:t>card.className</a:t>
            </a:r>
            <a:r>
              <a:rPr lang="en-IN" dirty="0"/>
              <a:t> = 'card product-item featured';</a:t>
            </a:r>
          </a:p>
          <a:p>
            <a:endParaRPr lang="en-IN" dirty="0"/>
          </a:p>
          <a:p>
            <a:r>
              <a:rPr lang="en-IN" dirty="0"/>
              <a:t>// Set attributes</a:t>
            </a:r>
          </a:p>
          <a:p>
            <a:r>
              <a:rPr lang="en-IN" dirty="0" err="1"/>
              <a:t>card.setAttribute</a:t>
            </a:r>
            <a:r>
              <a:rPr lang="en-IN" dirty="0"/>
              <a:t>('data-product-id', '12345');</a:t>
            </a:r>
          </a:p>
          <a:p>
            <a:r>
              <a:rPr lang="en-IN" dirty="0" err="1"/>
              <a:t>card.setAttribute</a:t>
            </a:r>
            <a:r>
              <a:rPr lang="en-IN" dirty="0"/>
              <a:t>('role', 'article');</a:t>
            </a:r>
          </a:p>
          <a:p>
            <a:endParaRPr lang="en-IN" dirty="0"/>
          </a:p>
          <a:p>
            <a:r>
              <a:rPr lang="en-IN" dirty="0"/>
              <a:t>// Set inline styles</a:t>
            </a:r>
          </a:p>
          <a:p>
            <a:r>
              <a:rPr lang="en-IN" dirty="0" err="1"/>
              <a:t>Object.assign</a:t>
            </a:r>
            <a:r>
              <a:rPr lang="en-IN" dirty="0"/>
              <a:t>(</a:t>
            </a:r>
            <a:r>
              <a:rPr lang="en-IN" dirty="0" err="1"/>
              <a:t>card.style</a:t>
            </a:r>
            <a:r>
              <a:rPr lang="en-IN" dirty="0"/>
              <a:t>, {</a:t>
            </a:r>
          </a:p>
          <a:p>
            <a:r>
              <a:rPr lang="en-IN" dirty="0"/>
              <a:t>    padding: '20px',</a:t>
            </a:r>
          </a:p>
          <a:p>
            <a:r>
              <a:rPr lang="en-IN" dirty="0"/>
              <a:t>    margin: '10px',</a:t>
            </a:r>
          </a:p>
          <a:p>
            <a:r>
              <a:rPr lang="en-IN" dirty="0"/>
              <a:t>    border: '1px solid #</a:t>
            </a:r>
            <a:r>
              <a:rPr lang="en-IN" dirty="0" err="1"/>
              <a:t>ddd</a:t>
            </a:r>
            <a:r>
              <a:rPr lang="en-IN" dirty="0"/>
              <a:t>',</a:t>
            </a:r>
          </a:p>
          <a:p>
            <a:r>
              <a:rPr lang="en-IN" dirty="0"/>
              <a:t>    </a:t>
            </a:r>
            <a:r>
              <a:rPr lang="en-IN" dirty="0" err="1"/>
              <a:t>borderRadius</a:t>
            </a:r>
            <a:r>
              <a:rPr lang="en-IN" dirty="0"/>
              <a:t>: '8px',</a:t>
            </a:r>
          </a:p>
          <a:p>
            <a:r>
              <a:rPr lang="en-IN" dirty="0"/>
              <a:t>    </a:t>
            </a:r>
            <a:r>
              <a:rPr lang="en-IN" dirty="0" err="1"/>
              <a:t>boxShadow</a:t>
            </a:r>
            <a:r>
              <a:rPr lang="en-IN" dirty="0"/>
              <a:t>: '0 2px 4px </a:t>
            </a:r>
            <a:r>
              <a:rPr lang="en-IN" dirty="0" err="1"/>
              <a:t>rgba</a:t>
            </a:r>
            <a:r>
              <a:rPr lang="en-IN" dirty="0"/>
              <a:t>(0,0,0,0.1)'</a:t>
            </a:r>
          </a:p>
          <a:p>
            <a:r>
              <a:rPr lang="en-IN" dirty="0"/>
              <a:t>});</a:t>
            </a:r>
          </a:p>
          <a:p>
            <a:endParaRPr lang="en-IN" dirty="0"/>
          </a:p>
        </p:txBody>
      </p:sp>
      <p:sp>
        <p:nvSpPr>
          <p:cNvPr id="8" name="Rectangle 7"/>
          <p:cNvSpPr/>
          <p:nvPr/>
        </p:nvSpPr>
        <p:spPr>
          <a:xfrm>
            <a:off x="4307982" y="1109380"/>
            <a:ext cx="4572000" cy="3323987"/>
          </a:xfrm>
          <a:prstGeom prst="rect">
            <a:avLst/>
          </a:prstGeom>
        </p:spPr>
        <p:txBody>
          <a:bodyPr>
            <a:spAutoFit/>
          </a:bodyPr>
          <a:lstStyle/>
          <a:p>
            <a:r>
              <a:rPr lang="en-IN" dirty="0"/>
              <a:t>// Add content methods</a:t>
            </a:r>
          </a:p>
          <a:p>
            <a:r>
              <a:rPr lang="en-IN" dirty="0" err="1"/>
              <a:t>card.textContent</a:t>
            </a:r>
            <a:r>
              <a:rPr lang="en-IN" dirty="0"/>
              <a:t> = 'Simple text'; // Removes all children first</a:t>
            </a:r>
          </a:p>
          <a:p>
            <a:r>
              <a:rPr lang="en-IN" dirty="0" err="1"/>
              <a:t>card.innerHTML</a:t>
            </a:r>
            <a:r>
              <a:rPr lang="en-IN" dirty="0"/>
              <a:t> = '&lt;span&gt;HTML content&lt;/span&gt;'; // Parses HTML</a:t>
            </a:r>
          </a:p>
          <a:p>
            <a:endParaRPr lang="en-IN" dirty="0"/>
          </a:p>
          <a:p>
            <a:r>
              <a:rPr lang="en-IN" dirty="0"/>
              <a:t>// Better: Build structure properly</a:t>
            </a:r>
          </a:p>
          <a:p>
            <a:r>
              <a:rPr lang="en-IN" dirty="0" err="1"/>
              <a:t>const</a:t>
            </a:r>
            <a:r>
              <a:rPr lang="en-IN" dirty="0"/>
              <a:t> title = </a:t>
            </a:r>
            <a:r>
              <a:rPr lang="en-IN" dirty="0" err="1"/>
              <a:t>document.createElement</a:t>
            </a:r>
            <a:r>
              <a:rPr lang="en-IN" dirty="0"/>
              <a:t>('h3');</a:t>
            </a:r>
          </a:p>
          <a:p>
            <a:r>
              <a:rPr lang="en-IN" dirty="0" err="1"/>
              <a:t>title.textContent</a:t>
            </a:r>
            <a:r>
              <a:rPr lang="en-IN" dirty="0"/>
              <a:t> = 'Product Name';</a:t>
            </a:r>
          </a:p>
          <a:p>
            <a:r>
              <a:rPr lang="en-IN" dirty="0" err="1"/>
              <a:t>card.appendChild</a:t>
            </a:r>
            <a:r>
              <a:rPr lang="en-IN" dirty="0"/>
              <a:t>(title);</a:t>
            </a:r>
          </a:p>
          <a:p>
            <a:endParaRPr lang="en-IN" dirty="0"/>
          </a:p>
          <a:p>
            <a:r>
              <a:rPr lang="en-IN" dirty="0" err="1"/>
              <a:t>const</a:t>
            </a:r>
            <a:r>
              <a:rPr lang="en-IN" dirty="0"/>
              <a:t> price = </a:t>
            </a:r>
            <a:r>
              <a:rPr lang="en-IN" dirty="0" err="1"/>
              <a:t>document.createElement</a:t>
            </a:r>
            <a:r>
              <a:rPr lang="en-IN" dirty="0"/>
              <a:t>('p');</a:t>
            </a:r>
          </a:p>
          <a:p>
            <a:r>
              <a:rPr lang="en-IN" dirty="0" err="1"/>
              <a:t>price.textContent</a:t>
            </a:r>
            <a:r>
              <a:rPr lang="en-IN" dirty="0"/>
              <a:t> = '$19.99';</a:t>
            </a:r>
          </a:p>
          <a:p>
            <a:r>
              <a:rPr lang="en-IN" dirty="0" err="1"/>
              <a:t>price.classList.add</a:t>
            </a:r>
            <a:r>
              <a:rPr lang="en-IN" dirty="0"/>
              <a:t>('price');</a:t>
            </a:r>
          </a:p>
          <a:p>
            <a:r>
              <a:rPr lang="en-IN" dirty="0" err="1"/>
              <a:t>card.appendChild</a:t>
            </a:r>
            <a:r>
              <a:rPr lang="en-IN" dirty="0"/>
              <a:t>(price);</a:t>
            </a:r>
            <a:endParaRPr lang="en-IN" dirty="0"/>
          </a:p>
        </p:txBody>
      </p:sp>
    </p:spTree>
    <p:extLst>
      <p:ext uri="{BB962C8B-B14F-4D97-AF65-F5344CB8AC3E}">
        <p14:creationId xmlns:p14="http://schemas.microsoft.com/office/powerpoint/2010/main" val="3807480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09;g27625e78053_0_68"/>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a:t>Insertion </a:t>
            </a:r>
            <a:r>
              <a:rPr lang="en-IN" sz="2400" b="1" dirty="0" smtClean="0"/>
              <a:t>Methods </a:t>
            </a:r>
            <a:endParaRPr lang="en-IN" sz="2400" b="1" dirty="0"/>
          </a:p>
        </p:txBody>
      </p:sp>
      <p:sp>
        <p:nvSpPr>
          <p:cNvPr id="2" name="Rectangle 1"/>
          <p:cNvSpPr/>
          <p:nvPr/>
        </p:nvSpPr>
        <p:spPr>
          <a:xfrm>
            <a:off x="381000" y="1243331"/>
            <a:ext cx="4422820" cy="3539430"/>
          </a:xfrm>
          <a:prstGeom prst="rect">
            <a:avLst/>
          </a:prstGeom>
        </p:spPr>
        <p:txBody>
          <a:bodyPr wrap="square">
            <a:spAutoFit/>
          </a:bodyPr>
          <a:lstStyle/>
          <a:p>
            <a:r>
              <a:rPr lang="en-IN" dirty="0" err="1"/>
              <a:t>const</a:t>
            </a:r>
            <a:r>
              <a:rPr lang="en-IN" dirty="0"/>
              <a:t> parent = </a:t>
            </a:r>
            <a:r>
              <a:rPr lang="en-IN" dirty="0" err="1"/>
              <a:t>document.getElementById</a:t>
            </a:r>
            <a:r>
              <a:rPr lang="en-IN" dirty="0"/>
              <a:t>('container');</a:t>
            </a:r>
          </a:p>
          <a:p>
            <a:r>
              <a:rPr lang="en-IN" dirty="0" err="1"/>
              <a:t>const</a:t>
            </a:r>
            <a:r>
              <a:rPr lang="en-IN" dirty="0"/>
              <a:t> </a:t>
            </a:r>
            <a:r>
              <a:rPr lang="en-IN" dirty="0" err="1"/>
              <a:t>newElement</a:t>
            </a:r>
            <a:r>
              <a:rPr lang="en-IN" dirty="0"/>
              <a:t> = </a:t>
            </a:r>
            <a:r>
              <a:rPr lang="en-IN" dirty="0" err="1"/>
              <a:t>document.createElement</a:t>
            </a:r>
            <a:r>
              <a:rPr lang="en-IN" dirty="0"/>
              <a:t>('div');</a:t>
            </a:r>
          </a:p>
          <a:p>
            <a:r>
              <a:rPr lang="en-IN" dirty="0" err="1"/>
              <a:t>newElement.textContent</a:t>
            </a:r>
            <a:r>
              <a:rPr lang="en-IN" dirty="0"/>
              <a:t> = 'Hello World';</a:t>
            </a:r>
          </a:p>
          <a:p>
            <a:endParaRPr lang="en-IN" dirty="0"/>
          </a:p>
          <a:p>
            <a:r>
              <a:rPr lang="en-IN" dirty="0"/>
              <a:t>// 1. </a:t>
            </a:r>
            <a:r>
              <a:rPr lang="en-IN" dirty="0" err="1"/>
              <a:t>appendChild</a:t>
            </a:r>
            <a:r>
              <a:rPr lang="en-IN" dirty="0"/>
              <a:t>() - Adds at the end</a:t>
            </a:r>
          </a:p>
          <a:p>
            <a:r>
              <a:rPr lang="en-IN" dirty="0" err="1"/>
              <a:t>parent.appendChild</a:t>
            </a:r>
            <a:r>
              <a:rPr lang="en-IN" dirty="0"/>
              <a:t>(</a:t>
            </a:r>
            <a:r>
              <a:rPr lang="en-IN" dirty="0" err="1"/>
              <a:t>newElement</a:t>
            </a:r>
            <a:r>
              <a:rPr lang="en-IN" dirty="0"/>
              <a:t>);</a:t>
            </a:r>
          </a:p>
          <a:p>
            <a:endParaRPr lang="en-IN" dirty="0"/>
          </a:p>
          <a:p>
            <a:r>
              <a:rPr lang="en-IN" dirty="0"/>
              <a:t>// 2. </a:t>
            </a:r>
            <a:r>
              <a:rPr lang="en-IN" dirty="0" err="1"/>
              <a:t>insertBefore</a:t>
            </a:r>
            <a:r>
              <a:rPr lang="en-IN" dirty="0"/>
              <a:t>() - Adds before reference element</a:t>
            </a:r>
          </a:p>
          <a:p>
            <a:r>
              <a:rPr lang="en-IN" dirty="0" err="1"/>
              <a:t>const</a:t>
            </a:r>
            <a:r>
              <a:rPr lang="en-IN" dirty="0"/>
              <a:t> reference = </a:t>
            </a:r>
            <a:r>
              <a:rPr lang="en-IN" dirty="0" err="1"/>
              <a:t>document.querySelector</a:t>
            </a:r>
            <a:r>
              <a:rPr lang="en-IN" dirty="0"/>
              <a:t>('.reference');</a:t>
            </a:r>
          </a:p>
          <a:p>
            <a:r>
              <a:rPr lang="en-IN" dirty="0" err="1"/>
              <a:t>parent.insertBefore</a:t>
            </a:r>
            <a:r>
              <a:rPr lang="en-IN" dirty="0"/>
              <a:t>(</a:t>
            </a:r>
            <a:r>
              <a:rPr lang="en-IN" dirty="0" err="1"/>
              <a:t>newElement</a:t>
            </a:r>
            <a:r>
              <a:rPr lang="en-IN" dirty="0"/>
              <a:t>, reference);</a:t>
            </a:r>
          </a:p>
          <a:p>
            <a:endParaRPr lang="en-IN" dirty="0"/>
          </a:p>
          <a:p>
            <a:r>
              <a:rPr lang="en-IN" dirty="0"/>
              <a:t>// 3. append() - Modern, can add multiple items (strings or elements)</a:t>
            </a:r>
          </a:p>
          <a:p>
            <a:r>
              <a:rPr lang="en-IN" dirty="0" err="1"/>
              <a:t>parent.append</a:t>
            </a:r>
            <a:r>
              <a:rPr lang="en-IN" dirty="0"/>
              <a:t>(</a:t>
            </a:r>
            <a:r>
              <a:rPr lang="en-IN" dirty="0" err="1"/>
              <a:t>newElement</a:t>
            </a:r>
            <a:r>
              <a:rPr lang="en-IN" dirty="0"/>
              <a:t>, 'Some text', </a:t>
            </a:r>
            <a:r>
              <a:rPr lang="en-IN" dirty="0" err="1"/>
              <a:t>anotherElement</a:t>
            </a:r>
            <a:r>
              <a:rPr lang="en-IN" dirty="0" smtClean="0"/>
              <a:t>);</a:t>
            </a:r>
            <a:endParaRPr lang="en-IN" dirty="0"/>
          </a:p>
        </p:txBody>
      </p:sp>
      <p:sp>
        <p:nvSpPr>
          <p:cNvPr id="3" name="Rectangle 2"/>
          <p:cNvSpPr/>
          <p:nvPr/>
        </p:nvSpPr>
        <p:spPr>
          <a:xfrm>
            <a:off x="4623516" y="1096501"/>
            <a:ext cx="4443212" cy="3323987"/>
          </a:xfrm>
          <a:prstGeom prst="rect">
            <a:avLst/>
          </a:prstGeom>
        </p:spPr>
        <p:txBody>
          <a:bodyPr wrap="square">
            <a:spAutoFit/>
          </a:bodyPr>
          <a:lstStyle/>
          <a:p>
            <a:endParaRPr lang="en-IN" dirty="0"/>
          </a:p>
          <a:p>
            <a:endParaRPr lang="en-IN" dirty="0"/>
          </a:p>
          <a:p>
            <a:r>
              <a:rPr lang="en-IN" dirty="0"/>
              <a:t>// 4. prepend() - Adds at the beginning</a:t>
            </a:r>
          </a:p>
          <a:p>
            <a:r>
              <a:rPr lang="en-IN" dirty="0" err="1"/>
              <a:t>parent.prepend</a:t>
            </a:r>
            <a:r>
              <a:rPr lang="en-IN" dirty="0"/>
              <a:t>(</a:t>
            </a:r>
            <a:r>
              <a:rPr lang="en-IN" dirty="0" err="1"/>
              <a:t>newElement</a:t>
            </a:r>
            <a:r>
              <a:rPr lang="en-IN" dirty="0"/>
              <a:t>);</a:t>
            </a:r>
          </a:p>
          <a:p>
            <a:endParaRPr lang="en-IN" dirty="0"/>
          </a:p>
          <a:p>
            <a:r>
              <a:rPr lang="en-IN" dirty="0"/>
              <a:t>// 5. </a:t>
            </a:r>
            <a:r>
              <a:rPr lang="en-IN" dirty="0" err="1"/>
              <a:t>insertAdjacentElement</a:t>
            </a:r>
            <a:r>
              <a:rPr lang="en-IN" dirty="0"/>
              <a:t>() - Precise positioning</a:t>
            </a:r>
          </a:p>
          <a:p>
            <a:r>
              <a:rPr lang="en-IN" dirty="0"/>
              <a:t>// Positions: '</a:t>
            </a:r>
            <a:r>
              <a:rPr lang="en-IN" dirty="0" err="1"/>
              <a:t>beforebegin</a:t>
            </a:r>
            <a:r>
              <a:rPr lang="en-IN" dirty="0"/>
              <a:t>', '</a:t>
            </a:r>
            <a:r>
              <a:rPr lang="en-IN" dirty="0" err="1"/>
              <a:t>afterbegin</a:t>
            </a:r>
            <a:r>
              <a:rPr lang="en-IN" dirty="0"/>
              <a:t>', '</a:t>
            </a:r>
            <a:r>
              <a:rPr lang="en-IN" dirty="0" err="1"/>
              <a:t>beforeend</a:t>
            </a:r>
            <a:r>
              <a:rPr lang="en-IN" dirty="0"/>
              <a:t>', '</a:t>
            </a:r>
            <a:r>
              <a:rPr lang="en-IN" dirty="0" err="1"/>
              <a:t>afterend</a:t>
            </a:r>
            <a:r>
              <a:rPr lang="en-IN" dirty="0"/>
              <a:t>'</a:t>
            </a:r>
          </a:p>
          <a:p>
            <a:r>
              <a:rPr lang="en-IN" dirty="0" err="1"/>
              <a:t>target.insertAdjacentElement</a:t>
            </a:r>
            <a:r>
              <a:rPr lang="en-IN" dirty="0"/>
              <a:t>('</a:t>
            </a:r>
            <a:r>
              <a:rPr lang="en-IN" dirty="0" err="1"/>
              <a:t>afterend</a:t>
            </a:r>
            <a:r>
              <a:rPr lang="en-IN" dirty="0"/>
              <a:t>', </a:t>
            </a:r>
            <a:r>
              <a:rPr lang="en-IN" dirty="0" err="1"/>
              <a:t>newElement</a:t>
            </a:r>
            <a:r>
              <a:rPr lang="en-IN" dirty="0"/>
              <a:t>);</a:t>
            </a:r>
          </a:p>
          <a:p>
            <a:endParaRPr lang="en-IN" dirty="0"/>
          </a:p>
          <a:p>
            <a:r>
              <a:rPr lang="en-IN" dirty="0"/>
              <a:t>// 6. </a:t>
            </a:r>
            <a:r>
              <a:rPr lang="en-IN" dirty="0" err="1"/>
              <a:t>replaceChild</a:t>
            </a:r>
            <a:r>
              <a:rPr lang="en-IN" dirty="0"/>
              <a:t>() - Replaces existing element</a:t>
            </a:r>
          </a:p>
          <a:p>
            <a:r>
              <a:rPr lang="en-IN" dirty="0" err="1"/>
              <a:t>parent.replaceChild</a:t>
            </a:r>
            <a:r>
              <a:rPr lang="en-IN" dirty="0"/>
              <a:t>(</a:t>
            </a:r>
            <a:r>
              <a:rPr lang="en-IN" dirty="0" err="1"/>
              <a:t>newElement</a:t>
            </a:r>
            <a:r>
              <a:rPr lang="en-IN" dirty="0"/>
              <a:t>, </a:t>
            </a:r>
            <a:r>
              <a:rPr lang="en-IN" dirty="0" err="1"/>
              <a:t>oldElement</a:t>
            </a:r>
            <a:r>
              <a:rPr lang="en-IN" dirty="0"/>
              <a:t>);</a:t>
            </a:r>
          </a:p>
          <a:p>
            <a:endParaRPr lang="en-IN" dirty="0"/>
          </a:p>
          <a:p>
            <a:r>
              <a:rPr lang="en-IN" dirty="0"/>
              <a:t>// 7. </a:t>
            </a:r>
            <a:r>
              <a:rPr lang="en-IN" dirty="0" err="1"/>
              <a:t>replaceWith</a:t>
            </a:r>
            <a:r>
              <a:rPr lang="en-IN" dirty="0"/>
              <a:t>() - Modern replacement</a:t>
            </a:r>
          </a:p>
          <a:p>
            <a:r>
              <a:rPr lang="en-IN" dirty="0" err="1"/>
              <a:t>oldElement.replaceWith</a:t>
            </a:r>
            <a:r>
              <a:rPr lang="en-IN" dirty="0"/>
              <a:t>(</a:t>
            </a:r>
            <a:r>
              <a:rPr lang="en-IN" dirty="0" err="1"/>
              <a:t>newElement</a:t>
            </a:r>
            <a:r>
              <a:rPr lang="en-IN" dirty="0"/>
              <a:t>);</a:t>
            </a:r>
            <a:endParaRPr lang="en-IN" dirty="0"/>
          </a:p>
        </p:txBody>
      </p:sp>
    </p:spTree>
    <p:extLst>
      <p:ext uri="{BB962C8B-B14F-4D97-AF65-F5344CB8AC3E}">
        <p14:creationId xmlns:p14="http://schemas.microsoft.com/office/powerpoint/2010/main" val="3651379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09;g27625e78053_0_68"/>
          <p:cNvSpPr txBox="1"/>
          <p:nvPr/>
        </p:nvSpPr>
        <p:spPr>
          <a:xfrm>
            <a:off x="381000" y="321000"/>
            <a:ext cx="5583000" cy="923299"/>
          </a:xfrm>
          <a:prstGeom prst="rect">
            <a:avLst/>
          </a:prstGeom>
          <a:noFill/>
          <a:ln>
            <a:noFill/>
          </a:ln>
        </p:spPr>
        <p:txBody>
          <a:bodyPr spcFirstLastPara="1" wrap="square" lIns="91425" tIns="91425" rIns="91425" bIns="91425" anchor="t" anchorCtr="0">
            <a:spAutoFit/>
          </a:bodyPr>
          <a:lstStyle/>
          <a:p>
            <a:r>
              <a:rPr lang="en-IN" sz="2400" b="1" dirty="0"/>
              <a:t>Removing Elements</a:t>
            </a:r>
          </a:p>
          <a:p>
            <a:r>
              <a:rPr lang="en-IN" sz="2400" b="1" dirty="0" smtClean="0"/>
              <a:t> </a:t>
            </a:r>
            <a:endParaRPr lang="en-IN" sz="2400" b="1" dirty="0"/>
          </a:p>
        </p:txBody>
      </p:sp>
      <p:sp>
        <p:nvSpPr>
          <p:cNvPr id="4" name="Rectangle 3"/>
          <p:cNvSpPr/>
          <p:nvPr/>
        </p:nvSpPr>
        <p:spPr>
          <a:xfrm>
            <a:off x="380999" y="1043319"/>
            <a:ext cx="8312239" cy="523220"/>
          </a:xfrm>
          <a:prstGeom prst="rect">
            <a:avLst/>
          </a:prstGeom>
        </p:spPr>
        <p:txBody>
          <a:bodyPr wrap="square">
            <a:spAutoFit/>
          </a:bodyPr>
          <a:lstStyle/>
          <a:p>
            <a:r>
              <a:rPr lang="en-US" dirty="0">
                <a:solidFill>
                  <a:srgbClr val="0F1115"/>
                </a:solidFill>
                <a:latin typeface="quote-cjk-patch"/>
              </a:rPr>
              <a:t>There are several ways to remove elements, and it's important to understand the differences, especially regarding memory leaks.</a:t>
            </a:r>
            <a:endParaRPr lang="en-IN" dirty="0"/>
          </a:p>
        </p:txBody>
      </p:sp>
      <p:sp>
        <p:nvSpPr>
          <p:cNvPr id="7" name="Rectangle 6"/>
          <p:cNvSpPr/>
          <p:nvPr/>
        </p:nvSpPr>
        <p:spPr>
          <a:xfrm>
            <a:off x="380999" y="1637373"/>
            <a:ext cx="4075091" cy="1815882"/>
          </a:xfrm>
          <a:prstGeom prst="rect">
            <a:avLst/>
          </a:prstGeom>
        </p:spPr>
        <p:txBody>
          <a:bodyPr wrap="square">
            <a:spAutoFit/>
          </a:bodyPr>
          <a:lstStyle/>
          <a:p>
            <a:r>
              <a:rPr lang="en-IN" dirty="0" smtClean="0"/>
              <a:t>Method 1: remove() - Modern Approach</a:t>
            </a:r>
          </a:p>
          <a:p>
            <a:r>
              <a:rPr lang="en-IN" dirty="0" err="1" smtClean="0"/>
              <a:t>javascript</a:t>
            </a:r>
            <a:endParaRPr lang="en-IN" dirty="0" smtClean="0"/>
          </a:p>
          <a:p>
            <a:r>
              <a:rPr lang="en-IN" dirty="0" smtClean="0"/>
              <a:t>// Direct removal - simplest</a:t>
            </a:r>
          </a:p>
          <a:p>
            <a:r>
              <a:rPr lang="en-IN" dirty="0" err="1" smtClean="0"/>
              <a:t>const</a:t>
            </a:r>
            <a:r>
              <a:rPr lang="en-IN" dirty="0" smtClean="0"/>
              <a:t> element = </a:t>
            </a:r>
            <a:r>
              <a:rPr lang="en-IN" dirty="0" err="1" smtClean="0"/>
              <a:t>document.getElementById</a:t>
            </a:r>
            <a:r>
              <a:rPr lang="en-IN" dirty="0" smtClean="0"/>
              <a:t>('temp');</a:t>
            </a:r>
          </a:p>
          <a:p>
            <a:r>
              <a:rPr lang="en-IN" dirty="0" err="1" smtClean="0"/>
              <a:t>element.remove</a:t>
            </a:r>
            <a:r>
              <a:rPr lang="en-IN" dirty="0" smtClean="0"/>
              <a:t>(); // Element is gone from DOM</a:t>
            </a:r>
          </a:p>
          <a:p>
            <a:r>
              <a:rPr lang="en-IN" dirty="0" smtClean="0"/>
              <a:t>// Note: element still exists in memory if referenced elsewhere</a:t>
            </a:r>
            <a:endParaRPr lang="en-IN" dirty="0"/>
          </a:p>
        </p:txBody>
      </p:sp>
      <p:sp>
        <p:nvSpPr>
          <p:cNvPr id="8" name="Rectangle 7"/>
          <p:cNvSpPr/>
          <p:nvPr/>
        </p:nvSpPr>
        <p:spPr>
          <a:xfrm>
            <a:off x="4642834" y="1566539"/>
            <a:ext cx="4572000" cy="2462213"/>
          </a:xfrm>
          <a:prstGeom prst="rect">
            <a:avLst/>
          </a:prstGeom>
        </p:spPr>
        <p:txBody>
          <a:bodyPr>
            <a:spAutoFit/>
          </a:bodyPr>
          <a:lstStyle/>
          <a:p>
            <a:r>
              <a:rPr lang="en-IN" dirty="0"/>
              <a:t>Method 2: </a:t>
            </a:r>
            <a:r>
              <a:rPr lang="en-IN" dirty="0" err="1"/>
              <a:t>removeChild</a:t>
            </a:r>
            <a:r>
              <a:rPr lang="en-IN" dirty="0"/>
              <a:t>() - Traditional</a:t>
            </a:r>
          </a:p>
          <a:p>
            <a:r>
              <a:rPr lang="en-IN" dirty="0" err="1"/>
              <a:t>javascript</a:t>
            </a:r>
            <a:endParaRPr lang="en-IN" dirty="0"/>
          </a:p>
          <a:p>
            <a:r>
              <a:rPr lang="en-IN" dirty="0" err="1"/>
              <a:t>const</a:t>
            </a:r>
            <a:r>
              <a:rPr lang="en-IN" dirty="0"/>
              <a:t> parent = </a:t>
            </a:r>
            <a:r>
              <a:rPr lang="en-IN" dirty="0" err="1"/>
              <a:t>document.getElementById</a:t>
            </a:r>
            <a:r>
              <a:rPr lang="en-IN" dirty="0"/>
              <a:t>('list');</a:t>
            </a:r>
          </a:p>
          <a:p>
            <a:r>
              <a:rPr lang="en-IN" dirty="0" err="1"/>
              <a:t>const</a:t>
            </a:r>
            <a:r>
              <a:rPr lang="en-IN" dirty="0"/>
              <a:t> child = </a:t>
            </a:r>
            <a:r>
              <a:rPr lang="en-IN" dirty="0" err="1"/>
              <a:t>document.getElementById</a:t>
            </a:r>
            <a:r>
              <a:rPr lang="en-IN" dirty="0"/>
              <a:t>('item-1');</a:t>
            </a:r>
          </a:p>
          <a:p>
            <a:endParaRPr lang="en-IN" dirty="0"/>
          </a:p>
          <a:p>
            <a:r>
              <a:rPr lang="en-IN" dirty="0" err="1"/>
              <a:t>const</a:t>
            </a:r>
            <a:r>
              <a:rPr lang="en-IN" dirty="0"/>
              <a:t> removed = </a:t>
            </a:r>
            <a:r>
              <a:rPr lang="en-IN" dirty="0" err="1"/>
              <a:t>parent.removeChild</a:t>
            </a:r>
            <a:r>
              <a:rPr lang="en-IN" dirty="0"/>
              <a:t>(child);</a:t>
            </a:r>
          </a:p>
          <a:p>
            <a:r>
              <a:rPr lang="en-IN" dirty="0"/>
              <a:t>console.log('Removed:', removed); // Still have reference to removed element</a:t>
            </a:r>
          </a:p>
          <a:p>
            <a:endParaRPr lang="en-IN" dirty="0"/>
          </a:p>
          <a:p>
            <a:r>
              <a:rPr lang="en-IN" dirty="0"/>
              <a:t>// Can reinsert later if needed</a:t>
            </a:r>
          </a:p>
          <a:p>
            <a:r>
              <a:rPr lang="en-IN" dirty="0" err="1"/>
              <a:t>parent.appendChild</a:t>
            </a:r>
            <a:r>
              <a:rPr lang="en-IN" dirty="0"/>
              <a:t>(removed);</a:t>
            </a:r>
            <a:endParaRPr lang="en-IN" dirty="0"/>
          </a:p>
        </p:txBody>
      </p:sp>
    </p:spTree>
    <p:extLst>
      <p:ext uri="{BB962C8B-B14F-4D97-AF65-F5344CB8AC3E}">
        <p14:creationId xmlns:p14="http://schemas.microsoft.com/office/powerpoint/2010/main" val="4269677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09;g27625e78053_0_68"/>
          <p:cNvSpPr txBox="1"/>
          <p:nvPr/>
        </p:nvSpPr>
        <p:spPr>
          <a:xfrm>
            <a:off x="381000" y="321000"/>
            <a:ext cx="5583000" cy="923299"/>
          </a:xfrm>
          <a:prstGeom prst="rect">
            <a:avLst/>
          </a:prstGeom>
          <a:noFill/>
          <a:ln>
            <a:noFill/>
          </a:ln>
        </p:spPr>
        <p:txBody>
          <a:bodyPr spcFirstLastPara="1" wrap="square" lIns="91425" tIns="91425" rIns="91425" bIns="91425" anchor="t" anchorCtr="0">
            <a:spAutoFit/>
          </a:bodyPr>
          <a:lstStyle/>
          <a:p>
            <a:r>
              <a:rPr lang="en-IN" sz="2400" b="1" dirty="0"/>
              <a:t>Removing Elements</a:t>
            </a:r>
          </a:p>
          <a:p>
            <a:r>
              <a:rPr lang="en-IN" sz="2400" b="1" dirty="0" smtClean="0"/>
              <a:t> </a:t>
            </a:r>
            <a:endParaRPr lang="en-IN" sz="2400" b="1" dirty="0"/>
          </a:p>
        </p:txBody>
      </p:sp>
      <p:sp>
        <p:nvSpPr>
          <p:cNvPr id="2" name="Rectangle 1"/>
          <p:cNvSpPr/>
          <p:nvPr/>
        </p:nvSpPr>
        <p:spPr>
          <a:xfrm>
            <a:off x="437882" y="990527"/>
            <a:ext cx="4572000" cy="3754874"/>
          </a:xfrm>
          <a:prstGeom prst="rect">
            <a:avLst/>
          </a:prstGeom>
        </p:spPr>
        <p:txBody>
          <a:bodyPr>
            <a:spAutoFit/>
          </a:bodyPr>
          <a:lstStyle/>
          <a:p>
            <a:endParaRPr lang="en-IN" dirty="0"/>
          </a:p>
          <a:p>
            <a:r>
              <a:rPr lang="en-IN" dirty="0"/>
              <a:t>Method 3: </a:t>
            </a:r>
            <a:r>
              <a:rPr lang="en-IN" dirty="0" err="1"/>
              <a:t>innerHTML</a:t>
            </a:r>
            <a:r>
              <a:rPr lang="en-IN" dirty="0"/>
              <a:t> = '' - Nuclear Option</a:t>
            </a:r>
          </a:p>
          <a:p>
            <a:r>
              <a:rPr lang="en-IN" dirty="0" err="1"/>
              <a:t>javascript</a:t>
            </a:r>
            <a:endParaRPr lang="en-IN" dirty="0"/>
          </a:p>
          <a:p>
            <a:r>
              <a:rPr lang="en-IN" dirty="0"/>
              <a:t>// Removes ALL children</a:t>
            </a:r>
          </a:p>
          <a:p>
            <a:r>
              <a:rPr lang="en-IN" dirty="0" err="1"/>
              <a:t>container.innerHTML</a:t>
            </a:r>
            <a:r>
              <a:rPr lang="en-IN" dirty="0"/>
              <a:t> = ''; // Fast but removes everything</a:t>
            </a:r>
          </a:p>
          <a:p>
            <a:r>
              <a:rPr lang="en-IN" dirty="0"/>
              <a:t>// Warning: Removes event listeners without </a:t>
            </a:r>
            <a:r>
              <a:rPr lang="en-IN" dirty="0" err="1" smtClean="0"/>
              <a:t>cleanup</a:t>
            </a:r>
            <a:endParaRPr lang="en-IN" dirty="0" smtClean="0"/>
          </a:p>
          <a:p>
            <a:endParaRPr lang="en-IN" dirty="0" smtClean="0"/>
          </a:p>
          <a:p>
            <a:r>
              <a:rPr lang="en-IN" dirty="0" smtClean="0"/>
              <a:t>Method </a:t>
            </a:r>
            <a:r>
              <a:rPr lang="en-IN" dirty="0"/>
              <a:t>4: </a:t>
            </a:r>
            <a:r>
              <a:rPr lang="en-IN" dirty="0" err="1"/>
              <a:t>replaceChildren</a:t>
            </a:r>
            <a:r>
              <a:rPr lang="en-IN" dirty="0"/>
              <a:t>() - Modern</a:t>
            </a:r>
          </a:p>
          <a:p>
            <a:r>
              <a:rPr lang="en-IN" dirty="0" err="1"/>
              <a:t>javascript</a:t>
            </a:r>
            <a:endParaRPr lang="en-IN" dirty="0"/>
          </a:p>
          <a:p>
            <a:r>
              <a:rPr lang="en-IN" dirty="0"/>
              <a:t>// Remove all children</a:t>
            </a:r>
          </a:p>
          <a:p>
            <a:r>
              <a:rPr lang="en-IN" dirty="0" err="1"/>
              <a:t>container.replaceChildren</a:t>
            </a:r>
            <a:r>
              <a:rPr lang="en-IN" dirty="0"/>
              <a:t>(); // Clean way to empty </a:t>
            </a:r>
            <a:r>
              <a:rPr lang="en-IN" dirty="0" smtClean="0"/>
              <a:t>element</a:t>
            </a:r>
            <a:endParaRPr lang="en-IN" dirty="0"/>
          </a:p>
          <a:p>
            <a:r>
              <a:rPr lang="en-IN" dirty="0"/>
              <a:t>// Replace with new children</a:t>
            </a:r>
          </a:p>
          <a:p>
            <a:r>
              <a:rPr lang="en-IN" dirty="0" err="1"/>
              <a:t>container.replaceChildren</a:t>
            </a:r>
            <a:r>
              <a:rPr lang="en-IN" dirty="0"/>
              <a:t>(newElement1, newElement2);</a:t>
            </a:r>
          </a:p>
          <a:p>
            <a:r>
              <a:rPr lang="en-IN" dirty="0"/>
              <a:t>		</a:t>
            </a:r>
          </a:p>
        </p:txBody>
      </p:sp>
    </p:spTree>
    <p:extLst>
      <p:ext uri="{BB962C8B-B14F-4D97-AF65-F5344CB8AC3E}">
        <p14:creationId xmlns:p14="http://schemas.microsoft.com/office/powerpoint/2010/main" val="2906512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09;g27625e78053_0_68"/>
          <p:cNvSpPr txBox="1"/>
          <p:nvPr/>
        </p:nvSpPr>
        <p:spPr>
          <a:xfrm>
            <a:off x="381000" y="321000"/>
            <a:ext cx="5583000" cy="923299"/>
          </a:xfrm>
          <a:prstGeom prst="rect">
            <a:avLst/>
          </a:prstGeom>
          <a:noFill/>
          <a:ln>
            <a:noFill/>
          </a:ln>
        </p:spPr>
        <p:txBody>
          <a:bodyPr spcFirstLastPara="1" wrap="square" lIns="91425" tIns="91425" rIns="91425" bIns="91425" anchor="t" anchorCtr="0">
            <a:spAutoFit/>
          </a:bodyPr>
          <a:lstStyle/>
          <a:p>
            <a:r>
              <a:rPr lang="en-IN" sz="2400" b="1" dirty="0"/>
              <a:t>Removing Elements</a:t>
            </a:r>
          </a:p>
          <a:p>
            <a:r>
              <a:rPr lang="en-IN" sz="2400" b="1" dirty="0" smtClean="0"/>
              <a:t> </a:t>
            </a:r>
            <a:endParaRPr lang="en-IN" sz="2400" b="1" dirty="0"/>
          </a:p>
        </p:txBody>
      </p:sp>
      <p:sp>
        <p:nvSpPr>
          <p:cNvPr id="3" name="Rectangle 2"/>
          <p:cNvSpPr/>
          <p:nvPr/>
        </p:nvSpPr>
        <p:spPr>
          <a:xfrm>
            <a:off x="381000" y="985836"/>
            <a:ext cx="5646313" cy="3970318"/>
          </a:xfrm>
          <a:prstGeom prst="rect">
            <a:avLst/>
          </a:prstGeom>
        </p:spPr>
        <p:txBody>
          <a:bodyPr wrap="square">
            <a:spAutoFit/>
          </a:bodyPr>
          <a:lstStyle/>
          <a:p>
            <a:r>
              <a:rPr lang="en-IN" dirty="0"/>
              <a:t>Method 5: remove Child Elements with Loop</a:t>
            </a:r>
          </a:p>
          <a:p>
            <a:r>
              <a:rPr lang="en-IN" dirty="0" err="1"/>
              <a:t>javascript</a:t>
            </a:r>
            <a:endParaRPr lang="en-IN" dirty="0"/>
          </a:p>
          <a:p>
            <a:r>
              <a:rPr lang="en-IN" dirty="0"/>
              <a:t>// Safe removal with </a:t>
            </a:r>
            <a:r>
              <a:rPr lang="en-IN" dirty="0" err="1"/>
              <a:t>cleanup</a:t>
            </a:r>
            <a:endParaRPr lang="en-IN" dirty="0"/>
          </a:p>
          <a:p>
            <a:r>
              <a:rPr lang="en-IN" dirty="0"/>
              <a:t>while (</a:t>
            </a:r>
            <a:r>
              <a:rPr lang="en-IN" dirty="0" err="1"/>
              <a:t>container.firstChild</a:t>
            </a:r>
            <a:r>
              <a:rPr lang="en-IN" dirty="0"/>
              <a:t>) {</a:t>
            </a:r>
          </a:p>
          <a:p>
            <a:r>
              <a:rPr lang="en-IN" dirty="0"/>
              <a:t>    </a:t>
            </a:r>
            <a:r>
              <a:rPr lang="en-IN" dirty="0" err="1"/>
              <a:t>const</a:t>
            </a:r>
            <a:r>
              <a:rPr lang="en-IN" dirty="0"/>
              <a:t> child = </a:t>
            </a:r>
            <a:r>
              <a:rPr lang="en-IN" dirty="0" err="1"/>
              <a:t>container.firstChild</a:t>
            </a:r>
            <a:r>
              <a:rPr lang="en-IN" dirty="0"/>
              <a:t>;</a:t>
            </a:r>
          </a:p>
          <a:p>
            <a:r>
              <a:rPr lang="en-IN" dirty="0"/>
              <a:t>    </a:t>
            </a:r>
          </a:p>
          <a:p>
            <a:r>
              <a:rPr lang="en-IN" dirty="0"/>
              <a:t>    // Clean up event listeners if any</a:t>
            </a:r>
          </a:p>
          <a:p>
            <a:r>
              <a:rPr lang="en-IN" dirty="0"/>
              <a:t>    if (</a:t>
            </a:r>
            <a:r>
              <a:rPr lang="en-IN" dirty="0" err="1"/>
              <a:t>child.cleanup</a:t>
            </a:r>
            <a:r>
              <a:rPr lang="en-IN" dirty="0"/>
              <a:t>) {</a:t>
            </a:r>
          </a:p>
          <a:p>
            <a:r>
              <a:rPr lang="en-IN" dirty="0"/>
              <a:t>        </a:t>
            </a:r>
            <a:r>
              <a:rPr lang="en-IN" dirty="0" err="1"/>
              <a:t>child.cleanup</a:t>
            </a:r>
            <a:r>
              <a:rPr lang="en-IN" dirty="0"/>
              <a:t>(); // Custom </a:t>
            </a:r>
            <a:r>
              <a:rPr lang="en-IN" dirty="0" err="1"/>
              <a:t>cleanup</a:t>
            </a:r>
            <a:r>
              <a:rPr lang="en-IN" dirty="0"/>
              <a:t> method</a:t>
            </a:r>
          </a:p>
          <a:p>
            <a:r>
              <a:rPr lang="en-IN" dirty="0"/>
              <a:t>    }</a:t>
            </a:r>
          </a:p>
          <a:p>
            <a:r>
              <a:rPr lang="en-IN" dirty="0"/>
              <a:t>    </a:t>
            </a:r>
          </a:p>
          <a:p>
            <a:r>
              <a:rPr lang="en-IN" dirty="0"/>
              <a:t>    // Remove all event listeners (if you stored them)</a:t>
            </a:r>
          </a:p>
          <a:p>
            <a:r>
              <a:rPr lang="en-IN" dirty="0"/>
              <a:t>    child.</a:t>
            </a:r>
            <a:r>
              <a:rPr lang="en-IN" dirty="0" err="1"/>
              <a:t>eventListeners</a:t>
            </a:r>
            <a:r>
              <a:rPr lang="en-IN" dirty="0"/>
              <a:t>?.</a:t>
            </a:r>
            <a:r>
              <a:rPr lang="en-IN" dirty="0" err="1"/>
              <a:t>forEach</a:t>
            </a:r>
            <a:r>
              <a:rPr lang="en-IN" dirty="0"/>
              <a:t>(([event, handler]) =&gt; {</a:t>
            </a:r>
          </a:p>
          <a:p>
            <a:r>
              <a:rPr lang="en-IN" dirty="0"/>
              <a:t>        </a:t>
            </a:r>
            <a:r>
              <a:rPr lang="en-IN" dirty="0" err="1"/>
              <a:t>child.removeEventListener</a:t>
            </a:r>
            <a:r>
              <a:rPr lang="en-IN" dirty="0"/>
              <a:t>(event, handler);</a:t>
            </a:r>
          </a:p>
          <a:p>
            <a:r>
              <a:rPr lang="en-IN" dirty="0"/>
              <a:t>    });</a:t>
            </a:r>
          </a:p>
          <a:p>
            <a:r>
              <a:rPr lang="en-IN" dirty="0"/>
              <a:t>    </a:t>
            </a:r>
          </a:p>
          <a:p>
            <a:r>
              <a:rPr lang="en-IN" dirty="0"/>
              <a:t>    </a:t>
            </a:r>
            <a:r>
              <a:rPr lang="en-IN" dirty="0" err="1"/>
              <a:t>container.removeChild</a:t>
            </a:r>
            <a:r>
              <a:rPr lang="en-IN" dirty="0"/>
              <a:t>(child);</a:t>
            </a:r>
          </a:p>
          <a:p>
            <a:r>
              <a:rPr lang="en-IN" dirty="0"/>
              <a:t>}</a:t>
            </a:r>
          </a:p>
        </p:txBody>
      </p:sp>
    </p:spTree>
    <p:extLst>
      <p:ext uri="{BB962C8B-B14F-4D97-AF65-F5344CB8AC3E}">
        <p14:creationId xmlns:p14="http://schemas.microsoft.com/office/powerpoint/2010/main" val="4230361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g27625e78053_0_64"/>
          <p:cNvSpPr txBox="1"/>
          <p:nvPr/>
        </p:nvSpPr>
        <p:spPr>
          <a:xfrm>
            <a:off x="702325" y="1771000"/>
            <a:ext cx="6725400" cy="663600"/>
          </a:xfrm>
          <a:prstGeom prst="rect">
            <a:avLst/>
          </a:prstGeom>
          <a:solidFill>
            <a:srgbClr val="A64D79"/>
          </a:soli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00000"/>
              </a:buClr>
              <a:buSzPts val="4000"/>
              <a:buFont typeface="Arial"/>
              <a:buNone/>
            </a:pPr>
            <a:r>
              <a:rPr lang="en" sz="4000" b="0" i="0" u="none" strike="noStrike" cap="none" dirty="0">
                <a:solidFill>
                  <a:schemeClr val="lt1"/>
                </a:solidFill>
                <a:latin typeface="Proxima Nova"/>
                <a:ea typeface="Proxima Nova"/>
                <a:cs typeface="Proxima Nova"/>
                <a:sym typeface="Proxima Nova"/>
              </a:rPr>
              <a:t>Javascript - Events</a:t>
            </a:r>
            <a:endParaRPr sz="4000" b="0" i="0" u="none" strike="noStrike" cap="none" dirty="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5063130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g27625e78053_0_68"/>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285750" lvl="0" indent="-285750" algn="l" rtl="0">
              <a:lnSpc>
                <a:spcPct val="115000"/>
              </a:lnSpc>
              <a:spcBef>
                <a:spcPts val="0"/>
              </a:spcBef>
              <a:spcAft>
                <a:spcPts val="0"/>
              </a:spcAft>
              <a:buClr>
                <a:schemeClr val="dk1"/>
              </a:buClr>
              <a:buSzPts val="11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The change in the state of an object is known as an Event. </a:t>
            </a:r>
            <a:endParaRPr lang="en-US" sz="1600">
              <a:solidFill>
                <a:schemeClr val="dk1"/>
              </a:solidFill>
              <a:highlight>
                <a:srgbClr val="FFFFFF"/>
              </a:highlight>
              <a:latin typeface="Proxima Nova Semibold"/>
              <a:ea typeface="Proxima Nova Semibold"/>
              <a:cs typeface="Proxima Nova Semibold"/>
            </a:endParaRPr>
          </a:p>
          <a:p>
            <a:pPr marL="285750" lvl="0" indent="-285750" algn="l" rtl="0">
              <a:lnSpc>
                <a:spcPct val="115000"/>
              </a:lnSpc>
              <a:spcBef>
                <a:spcPts val="0"/>
              </a:spcBef>
              <a:spcAft>
                <a:spcPts val="0"/>
              </a:spcAft>
              <a:buClr>
                <a:schemeClr val="dk1"/>
              </a:buClr>
              <a:buSzPts val="1100"/>
              <a:buFont typeface="Arial"/>
              <a:buChar char="•"/>
            </a:pPr>
            <a:endParaRPr sz="1600">
              <a:solidFill>
                <a:schemeClr val="dk1"/>
              </a:solidFill>
              <a:highlight>
                <a:srgbClr val="FFFFFF"/>
              </a:highlight>
              <a:latin typeface="Proxima Nova Semibold"/>
              <a:ea typeface="Proxima Nova Semibold"/>
              <a:cs typeface="Proxima Nova Semibold"/>
            </a:endParaRPr>
          </a:p>
          <a:p>
            <a:pPr marL="285750" lvl="0" indent="-285750" algn="l" rtl="0">
              <a:lnSpc>
                <a:spcPct val="115000"/>
              </a:lnSpc>
              <a:spcBef>
                <a:spcPts val="0"/>
              </a:spcBef>
              <a:spcAft>
                <a:spcPts val="0"/>
              </a:spcAft>
              <a:buClr>
                <a:schemeClr val="dk1"/>
              </a:buClr>
              <a:buSzPts val="11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In html, there are various events which represents that some activity is performed by the user or by the browser.</a:t>
            </a:r>
            <a:endParaRPr sz="1600">
              <a:solidFill>
                <a:schemeClr val="dk1"/>
              </a:solidFill>
              <a:highlight>
                <a:srgbClr val="FFFFFF"/>
              </a:highlight>
              <a:latin typeface="Proxima Nova Semibold"/>
              <a:ea typeface="Proxima Nova Semibold"/>
              <a:cs typeface="Proxima Nova Semibold"/>
            </a:endParaRPr>
          </a:p>
          <a:p>
            <a:pPr marL="285750" lvl="0" indent="-285750" algn="l" rtl="0">
              <a:lnSpc>
                <a:spcPct val="115000"/>
              </a:lnSpc>
              <a:spcBef>
                <a:spcPts val="0"/>
              </a:spcBef>
              <a:spcAft>
                <a:spcPts val="0"/>
              </a:spcAft>
              <a:buClr>
                <a:schemeClr val="dk1"/>
              </a:buClr>
              <a:buSzPts val="1100"/>
              <a:buFont typeface="Arial"/>
              <a:buChar char="•"/>
            </a:pPr>
            <a:endParaRPr sz="1600">
              <a:solidFill>
                <a:schemeClr val="dk1"/>
              </a:solidFill>
              <a:highlight>
                <a:srgbClr val="FFFFFF"/>
              </a:highlight>
              <a:latin typeface="Proxima Nova Semibold"/>
              <a:ea typeface="Proxima Nova Semibold"/>
              <a:cs typeface="Proxima Nova Semibold"/>
            </a:endParaRPr>
          </a:p>
          <a:p>
            <a:pPr marL="285750" lvl="0" indent="-285750" algn="l" rtl="0">
              <a:lnSpc>
                <a:spcPct val="115000"/>
              </a:lnSpc>
              <a:spcBef>
                <a:spcPts val="0"/>
              </a:spcBef>
              <a:spcAft>
                <a:spcPts val="0"/>
              </a:spcAft>
              <a:buClr>
                <a:schemeClr val="dk1"/>
              </a:buClr>
              <a:buSzPts val="11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 When </a:t>
            </a:r>
            <a:r>
              <a:rPr lang="en" sz="1600">
                <a:solidFill>
                  <a:schemeClr val="dk1"/>
                </a:solidFill>
                <a:highlight>
                  <a:srgbClr val="FFFFFF"/>
                </a:highlight>
                <a:uFill>
                  <a:noFill/>
                </a:uFill>
                <a:latin typeface="Proxima Nova Semibold"/>
                <a:ea typeface="Proxima Nova Semibold"/>
                <a:cs typeface="Proxima Nova Semibold"/>
                <a:sym typeface="Proxima Nova Semibold"/>
                <a:hlinkClick r:id="rId3">
                  <a:extLst>
                    <a:ext uri="{A12FA001-AC4F-418D-AE19-62706E023703}">
                      <ahyp:hlinkClr xmlns="" xmlns:ahyp="http://schemas.microsoft.com/office/drawing/2018/hyperlinkcolor" val="tx"/>
                    </a:ext>
                  </a:extLst>
                </a:hlinkClick>
              </a:rPr>
              <a:t>javascript</a:t>
            </a:r>
            <a:r>
              <a:rPr lang="en" sz="1600">
                <a:solidFill>
                  <a:schemeClr val="dk1"/>
                </a:solidFill>
                <a:highlight>
                  <a:srgbClr val="FFFFFF"/>
                </a:highlight>
                <a:latin typeface="Proxima Nova Semibold"/>
                <a:ea typeface="Proxima Nova Semibold"/>
                <a:cs typeface="Proxima Nova Semibold"/>
                <a:sym typeface="Proxima Nova Semibold"/>
              </a:rPr>
              <a:t> code is included in </a:t>
            </a:r>
            <a:r>
              <a:rPr lang="en" sz="1600">
                <a:solidFill>
                  <a:schemeClr val="dk1"/>
                </a:solidFill>
                <a:highlight>
                  <a:srgbClr val="FFFFFF"/>
                </a:highlight>
                <a:uFill>
                  <a:noFill/>
                </a:uFill>
                <a:latin typeface="Proxima Nova Semibold"/>
                <a:ea typeface="Proxima Nova Semibold"/>
                <a:cs typeface="Proxima Nova Semibold"/>
                <a:sym typeface="Proxima Nova Semibold"/>
                <a:hlinkClick r:id="rId4">
                  <a:extLst>
                    <a:ext uri="{A12FA001-AC4F-418D-AE19-62706E023703}">
                      <ahyp:hlinkClr xmlns="" xmlns:ahyp="http://schemas.microsoft.com/office/drawing/2018/hyperlinkcolor" val="tx"/>
                    </a:ext>
                  </a:extLst>
                </a:hlinkClick>
              </a:rPr>
              <a:t>HTML</a:t>
            </a:r>
            <a:r>
              <a:rPr lang="en" sz="1600">
                <a:solidFill>
                  <a:schemeClr val="dk1"/>
                </a:solidFill>
                <a:highlight>
                  <a:srgbClr val="FFFFFF"/>
                </a:highlight>
                <a:latin typeface="Proxima Nova Semibold"/>
                <a:ea typeface="Proxima Nova Semibold"/>
                <a:cs typeface="Proxima Nova Semibold"/>
                <a:sym typeface="Proxima Nova Semibold"/>
              </a:rPr>
              <a:t>, </a:t>
            </a:r>
            <a:r>
              <a:rPr lang="en" sz="1600" err="1">
                <a:solidFill>
                  <a:schemeClr val="dk1"/>
                </a:solidFill>
                <a:highlight>
                  <a:srgbClr val="FFFFFF"/>
                </a:highlight>
                <a:latin typeface="Proxima Nova Semibold"/>
                <a:ea typeface="Proxima Nova Semibold"/>
                <a:cs typeface="Proxima Nova Semibold"/>
                <a:sym typeface="Proxima Nova Semibold"/>
              </a:rPr>
              <a:t>js</a:t>
            </a:r>
            <a:r>
              <a:rPr lang="en" sz="1600">
                <a:solidFill>
                  <a:schemeClr val="dk1"/>
                </a:solidFill>
                <a:highlight>
                  <a:srgbClr val="FFFFFF"/>
                </a:highlight>
                <a:latin typeface="Proxima Nova Semibold"/>
                <a:ea typeface="Proxima Nova Semibold"/>
                <a:cs typeface="Proxima Nova Semibold"/>
                <a:sym typeface="Proxima Nova Semibold"/>
              </a:rPr>
              <a:t> react over these events and allow the execution. </a:t>
            </a:r>
            <a:endParaRPr sz="1600">
              <a:solidFill>
                <a:schemeClr val="dk1"/>
              </a:solidFill>
              <a:highlight>
                <a:srgbClr val="FFFFFF"/>
              </a:highlight>
              <a:latin typeface="Proxima Nova Semibold"/>
              <a:ea typeface="Proxima Nova Semibold"/>
              <a:cs typeface="Proxima Nova Semibold"/>
            </a:endParaRPr>
          </a:p>
          <a:p>
            <a:pPr marL="285750" lvl="0" indent="-285750" algn="l" rtl="0">
              <a:lnSpc>
                <a:spcPct val="115000"/>
              </a:lnSpc>
              <a:spcBef>
                <a:spcPts val="0"/>
              </a:spcBef>
              <a:spcAft>
                <a:spcPts val="0"/>
              </a:spcAft>
              <a:buClr>
                <a:schemeClr val="dk1"/>
              </a:buClr>
              <a:buSzPts val="1100"/>
              <a:buFont typeface="Arial"/>
              <a:buChar char="•"/>
            </a:pPr>
            <a:endParaRPr sz="1600">
              <a:solidFill>
                <a:schemeClr val="dk1"/>
              </a:solidFill>
              <a:highlight>
                <a:srgbClr val="FFFFFF"/>
              </a:highlight>
              <a:latin typeface="Proxima Nova Semibold"/>
              <a:ea typeface="Proxima Nova Semibold"/>
              <a:cs typeface="Proxima Nova Semibold"/>
            </a:endParaRPr>
          </a:p>
          <a:p>
            <a:pPr marL="285750" lvl="0" indent="-285750" algn="l" rtl="0">
              <a:lnSpc>
                <a:spcPct val="115000"/>
              </a:lnSpc>
              <a:spcBef>
                <a:spcPts val="0"/>
              </a:spcBef>
              <a:spcAft>
                <a:spcPts val="0"/>
              </a:spcAft>
              <a:buClr>
                <a:schemeClr val="dk1"/>
              </a:buClr>
              <a:buSzPts val="11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This process of reacting over the events is called Event Handling. Thus, </a:t>
            </a:r>
            <a:r>
              <a:rPr lang="en" sz="1600" err="1">
                <a:solidFill>
                  <a:schemeClr val="dk1"/>
                </a:solidFill>
                <a:highlight>
                  <a:srgbClr val="FFFFFF"/>
                </a:highlight>
                <a:latin typeface="Proxima Nova Semibold"/>
                <a:ea typeface="Proxima Nova Semibold"/>
                <a:cs typeface="Proxima Nova Semibold"/>
                <a:sym typeface="Proxima Nova Semibold"/>
              </a:rPr>
              <a:t>js</a:t>
            </a:r>
            <a:r>
              <a:rPr lang="en" sz="1600">
                <a:solidFill>
                  <a:schemeClr val="dk1"/>
                </a:solidFill>
                <a:highlight>
                  <a:srgbClr val="FFFFFF"/>
                </a:highlight>
                <a:latin typeface="Proxima Nova Semibold"/>
                <a:ea typeface="Proxima Nova Semibold"/>
                <a:cs typeface="Proxima Nova Semibold"/>
                <a:sym typeface="Proxima Nova Semibold"/>
              </a:rPr>
              <a:t> handles the HTML events via Event Handlers.  </a:t>
            </a:r>
            <a:endParaRPr sz="1600">
              <a:solidFill>
                <a:schemeClr val="dk1"/>
              </a:solidFill>
              <a:highlight>
                <a:srgbClr val="FFFFFF"/>
              </a:highlight>
              <a:latin typeface="Proxima Nova Semibold"/>
              <a:ea typeface="Proxima Nova Semibold"/>
              <a:cs typeface="Proxima Nova Semibold"/>
            </a:endParaRPr>
          </a:p>
        </p:txBody>
      </p:sp>
      <p:sp>
        <p:nvSpPr>
          <p:cNvPr id="409" name="Google Shape;409;g27625e78053_0_68"/>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Events</a:t>
            </a:r>
            <a:endParaRPr sz="2400" b="1" i="0" u="none" strike="noStrike" cap="none">
              <a:solidFill>
                <a:srgbClr val="323F4F"/>
              </a:solidFill>
              <a:latin typeface="Proxima Nova"/>
              <a:ea typeface="Proxima Nova"/>
              <a:cs typeface="Proxima Nova"/>
              <a:sym typeface="Proxima Nova"/>
            </a:endParaRPr>
          </a:p>
        </p:txBody>
      </p:sp>
    </p:spTree>
    <p:extLst>
      <p:ext uri="{BB962C8B-B14F-4D97-AF65-F5344CB8AC3E}">
        <p14:creationId xmlns:p14="http://schemas.microsoft.com/office/powerpoint/2010/main" val="5537063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g27625e78053_0_75"/>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0" lvl="0" indent="457200" algn="l" rtl="0">
              <a:lnSpc>
                <a:spcPct val="115000"/>
              </a:lnSpc>
              <a:spcBef>
                <a:spcPts val="0"/>
              </a:spcBef>
              <a:spcAft>
                <a:spcPts val="0"/>
              </a:spcAft>
              <a:buClr>
                <a:schemeClr val="dk1"/>
              </a:buClr>
              <a:buSzPts val="1100"/>
              <a:buFont typeface="Arial"/>
              <a:buNone/>
            </a:pPr>
            <a:r>
              <a:rPr lang="en" sz="1600">
                <a:solidFill>
                  <a:schemeClr val="dk1"/>
                </a:solidFill>
                <a:highlight>
                  <a:srgbClr val="FFFFFF"/>
                </a:highlight>
                <a:latin typeface="Proxima Nova Semibold"/>
                <a:ea typeface="Proxima Nova Semibold"/>
                <a:cs typeface="Proxima Nova Semibold"/>
                <a:sym typeface="Proxima Nova Semibold"/>
              </a:rPr>
              <a:t> </a:t>
            </a:r>
            <a:endParaRPr sz="1600">
              <a:solidFill>
                <a:schemeClr val="dk1"/>
              </a:solidFill>
              <a:highlight>
                <a:srgbClr val="FFFFFF"/>
              </a:highlight>
              <a:latin typeface="Proxima Nova Semibold"/>
              <a:ea typeface="Proxima Nova Semibold"/>
              <a:cs typeface="Proxima Nova Semibold"/>
              <a:sym typeface="Proxima Nova Semibold"/>
            </a:endParaRPr>
          </a:p>
        </p:txBody>
      </p:sp>
      <p:sp>
        <p:nvSpPr>
          <p:cNvPr id="415" name="Google Shape;415;g27625e78053_0_75"/>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Mouse Events</a:t>
            </a:r>
            <a:endParaRPr sz="2400" b="1" i="0" u="none" strike="noStrike" cap="none">
              <a:solidFill>
                <a:srgbClr val="323F4F"/>
              </a:solidFill>
              <a:latin typeface="Proxima Nova"/>
              <a:ea typeface="Proxima Nova"/>
              <a:cs typeface="Proxima Nova"/>
              <a:sym typeface="Proxima Nova"/>
            </a:endParaRPr>
          </a:p>
        </p:txBody>
      </p:sp>
      <p:graphicFrame>
        <p:nvGraphicFramePr>
          <p:cNvPr id="3" name="Table 2">
            <a:extLst>
              <a:ext uri="{FF2B5EF4-FFF2-40B4-BE49-F238E27FC236}">
                <a16:creationId xmlns="" xmlns:a16="http://schemas.microsoft.com/office/drawing/2014/main" id="{48DDA73F-2397-2BDE-2841-0CBFAF3764CD}"/>
              </a:ext>
            </a:extLst>
          </p:cNvPr>
          <p:cNvGraphicFramePr>
            <a:graphicFrameLocks noGrp="1"/>
          </p:cNvGraphicFramePr>
          <p:nvPr>
            <p:extLst/>
          </p:nvPr>
        </p:nvGraphicFramePr>
        <p:xfrm>
          <a:off x="310243" y="1540601"/>
          <a:ext cx="8279294" cy="2421255"/>
        </p:xfrm>
        <a:graphic>
          <a:graphicData uri="http://schemas.openxmlformats.org/drawingml/2006/table">
            <a:tbl>
              <a:tblPr bandRow="1">
                <a:tableStyleId>{51958573-18DD-4F4F-87A5-23D0A4D2D5AC}</a:tableStyleId>
              </a:tblPr>
              <a:tblGrid>
                <a:gridCol w="1261298">
                  <a:extLst>
                    <a:ext uri="{9D8B030D-6E8A-4147-A177-3AD203B41FA5}">
                      <a16:colId xmlns="" xmlns:a16="http://schemas.microsoft.com/office/drawing/2014/main" val="1390689628"/>
                    </a:ext>
                  </a:extLst>
                </a:gridCol>
                <a:gridCol w="3237649">
                  <a:extLst>
                    <a:ext uri="{9D8B030D-6E8A-4147-A177-3AD203B41FA5}">
                      <a16:colId xmlns="" xmlns:a16="http://schemas.microsoft.com/office/drawing/2014/main" val="981843355"/>
                    </a:ext>
                  </a:extLst>
                </a:gridCol>
                <a:gridCol w="3780347">
                  <a:extLst>
                    <a:ext uri="{9D8B030D-6E8A-4147-A177-3AD203B41FA5}">
                      <a16:colId xmlns="" xmlns:a16="http://schemas.microsoft.com/office/drawing/2014/main" val="3983797282"/>
                    </a:ext>
                  </a:extLst>
                </a:gridCol>
              </a:tblGrid>
              <a:tr h="0">
                <a:tc>
                  <a:txBody>
                    <a:bodyPr/>
                    <a:lstStyle/>
                    <a:p>
                      <a:pPr algn="l" fontAlgn="t"/>
                      <a:r>
                        <a:rPr lang="en-GB" b="1" dirty="0">
                          <a:effectLst/>
                        </a:rPr>
                        <a:t>Event</a:t>
                      </a:r>
                      <a:endParaRPr lang="en-GB" b="0" dirty="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dirty="0">
                          <a:effectLst/>
                        </a:rPr>
                        <a:t>Description</a:t>
                      </a:r>
                      <a:endParaRPr lang="en-GB" b="0" dirty="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Example Usage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 xmlns:a16="http://schemas.microsoft.com/office/drawing/2014/main" val="734699574"/>
                  </a:ext>
                </a:extLst>
              </a:tr>
              <a:tr h="0">
                <a:tc>
                  <a:txBody>
                    <a:bodyPr/>
                    <a:lstStyle/>
                    <a:p>
                      <a:pPr fontAlgn="t"/>
                      <a:r>
                        <a:rPr lang="en-GB" dirty="0">
                          <a:effectLst/>
                        </a:rPr>
                        <a:t>click</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Fires when an element is clicked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err="1">
                          <a:effectLst/>
                        </a:rPr>
                        <a:t>element.addEventListener</a:t>
                      </a:r>
                      <a:r>
                        <a:rPr lang="en-GB">
                          <a:effectLst/>
                        </a:rPr>
                        <a:t>("click", </a:t>
                      </a:r>
                      <a:r>
                        <a:rPr lang="en-GB" err="1">
                          <a:effectLst/>
                        </a:rPr>
                        <a:t>fn</a:t>
                      </a:r>
                      <a:r>
                        <a:rPr lang="en-GB">
                          <a:effectLst/>
                        </a:rPr>
                        <a: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3466040755"/>
                  </a:ext>
                </a:extLst>
              </a:tr>
              <a:tr h="0">
                <a:tc>
                  <a:txBody>
                    <a:bodyPr/>
                    <a:lstStyle/>
                    <a:p>
                      <a:pPr fontAlgn="t"/>
                      <a:r>
                        <a:rPr lang="en-GB" dirty="0" err="1">
                          <a:effectLst/>
                        </a:rPr>
                        <a:t>dblclick</a:t>
                      </a:r>
                      <a:endParaRPr lang="en-GB" dirty="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dirty="0">
                          <a:effectLst/>
                        </a:rPr>
                        <a:t>Fires when an element is double-clicked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err="1">
                          <a:effectLst/>
                        </a:rPr>
                        <a:t>element.addEventListener</a:t>
                      </a:r>
                      <a:r>
                        <a:rPr lang="en-GB">
                          <a:effectLst/>
                        </a:rPr>
                        <a:t>("</a:t>
                      </a:r>
                      <a:r>
                        <a:rPr lang="en-GB" err="1">
                          <a:effectLst/>
                        </a:rPr>
                        <a:t>dblclick</a:t>
                      </a:r>
                      <a:r>
                        <a:rPr lang="en-GB">
                          <a:effectLst/>
                        </a:rPr>
                        <a:t>", </a:t>
                      </a:r>
                      <a:r>
                        <a:rPr lang="en-GB" err="1">
                          <a:effectLst/>
                        </a:rPr>
                        <a:t>fn</a:t>
                      </a:r>
                      <a:r>
                        <a:rPr lang="en-GB">
                          <a:effectLst/>
                        </a:rPr>
                        <a: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659668393"/>
                  </a:ext>
                </a:extLst>
              </a:tr>
              <a:tr h="0">
                <a:tc>
                  <a:txBody>
                    <a:bodyPr/>
                    <a:lstStyle/>
                    <a:p>
                      <a:pPr fontAlgn="t"/>
                      <a:r>
                        <a:rPr lang="en-GB" dirty="0" err="1">
                          <a:effectLst/>
                        </a:rPr>
                        <a:t>mouseover</a:t>
                      </a:r>
                      <a:endParaRPr lang="en-GB" dirty="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Fires when the mouse enters an element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dirty="0" err="1">
                          <a:effectLst/>
                        </a:rPr>
                        <a:t>element.addEventListener</a:t>
                      </a:r>
                      <a:r>
                        <a:rPr lang="en-GB" dirty="0">
                          <a:effectLst/>
                        </a:rPr>
                        <a:t>("</a:t>
                      </a:r>
                      <a:r>
                        <a:rPr lang="en-GB" dirty="0" err="1">
                          <a:effectLst/>
                        </a:rPr>
                        <a:t>mouseover</a:t>
                      </a:r>
                      <a:r>
                        <a:rPr lang="en-GB" dirty="0">
                          <a:effectLst/>
                        </a:rPr>
                        <a:t>", </a:t>
                      </a:r>
                      <a:r>
                        <a:rPr lang="en-GB" dirty="0" err="1">
                          <a:effectLst/>
                        </a:rPr>
                        <a:t>fn</a:t>
                      </a:r>
                      <a:r>
                        <a:rPr lang="en-GB" dirty="0">
                          <a:effectLst/>
                        </a:rPr>
                        <a: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149646226"/>
                  </a:ext>
                </a:extLst>
              </a:tr>
              <a:tr h="0">
                <a:tc>
                  <a:txBody>
                    <a:bodyPr/>
                    <a:lstStyle/>
                    <a:p>
                      <a:pPr fontAlgn="t"/>
                      <a:r>
                        <a:rPr lang="en-GB" dirty="0" err="1">
                          <a:effectLst/>
                        </a:rPr>
                        <a:t>mouseout</a:t>
                      </a:r>
                      <a:endParaRPr lang="en-GB" dirty="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dirty="0">
                          <a:effectLst/>
                        </a:rPr>
                        <a:t>Fires when the mouse leaves an element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lvl="0">
                        <a:buNone/>
                      </a:pPr>
                      <a:r>
                        <a:rPr lang="en-GB" dirty="0" err="1">
                          <a:effectLst/>
                        </a:rPr>
                        <a:t>element.addEventListener</a:t>
                      </a:r>
                      <a:r>
                        <a:rPr lang="en-GB" dirty="0">
                          <a:effectLst/>
                        </a:rPr>
                        <a:t>("</a:t>
                      </a:r>
                      <a:r>
                        <a:rPr lang="en-GB" dirty="0" err="1">
                          <a:effectLst/>
                        </a:rPr>
                        <a:t>mouseout</a:t>
                      </a:r>
                      <a:r>
                        <a:rPr lang="en-GB" dirty="0">
                          <a:effectLst/>
                        </a:rPr>
                        <a:t>", </a:t>
                      </a:r>
                      <a:r>
                        <a:rPr lang="en-GB" dirty="0" err="1">
                          <a:effectLst/>
                        </a:rPr>
                        <a:t>fn</a:t>
                      </a:r>
                      <a:r>
                        <a:rPr lang="en-GB" dirty="0">
                          <a:effectLst/>
                        </a:rPr>
                        <a:t>)</a:t>
                      </a:r>
                      <a:endParaRPr lang="en-US" dirty="0"/>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274533553"/>
                  </a:ext>
                </a:extLst>
              </a:tr>
            </a:tbl>
          </a:graphicData>
        </a:graphic>
      </p:graphicFrame>
    </p:spTree>
    <p:extLst>
      <p:ext uri="{BB962C8B-B14F-4D97-AF65-F5344CB8AC3E}">
        <p14:creationId xmlns:p14="http://schemas.microsoft.com/office/powerpoint/2010/main" val="33165671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3">
          <a:extLst>
            <a:ext uri="{FF2B5EF4-FFF2-40B4-BE49-F238E27FC236}">
              <a16:creationId xmlns="" xmlns:a16="http://schemas.microsoft.com/office/drawing/2014/main" id="{2D415D45-F08F-8B95-028B-282E61B5390A}"/>
            </a:ext>
          </a:extLst>
        </p:cNvPr>
        <p:cNvGrpSpPr/>
        <p:nvPr/>
      </p:nvGrpSpPr>
      <p:grpSpPr>
        <a:xfrm>
          <a:off x="0" y="0"/>
          <a:ext cx="0" cy="0"/>
          <a:chOff x="0" y="0"/>
          <a:chExt cx="0" cy="0"/>
        </a:xfrm>
      </p:grpSpPr>
      <p:sp>
        <p:nvSpPr>
          <p:cNvPr id="414" name="Google Shape;414;g27625e78053_0_75">
            <a:extLst>
              <a:ext uri="{FF2B5EF4-FFF2-40B4-BE49-F238E27FC236}">
                <a16:creationId xmlns="" xmlns:a16="http://schemas.microsoft.com/office/drawing/2014/main" id="{7A874F5B-F916-F5BF-1DEF-37BE17663D63}"/>
              </a:ext>
            </a:extLst>
          </p:cNvPr>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0" lvl="0" indent="457200" algn="l" rtl="0">
              <a:lnSpc>
                <a:spcPct val="115000"/>
              </a:lnSpc>
              <a:spcBef>
                <a:spcPts val="0"/>
              </a:spcBef>
              <a:spcAft>
                <a:spcPts val="0"/>
              </a:spcAft>
              <a:buClr>
                <a:schemeClr val="dk1"/>
              </a:buClr>
              <a:buSzPts val="1100"/>
              <a:buFont typeface="Arial"/>
              <a:buNone/>
            </a:pPr>
            <a:r>
              <a:rPr lang="en" sz="1600">
                <a:solidFill>
                  <a:schemeClr val="dk1"/>
                </a:solidFill>
                <a:highlight>
                  <a:srgbClr val="FFFFFF"/>
                </a:highlight>
                <a:latin typeface="Proxima Nova Semibold"/>
                <a:ea typeface="Proxima Nova Semibold"/>
                <a:cs typeface="Proxima Nova Semibold"/>
                <a:sym typeface="Proxima Nova Semibold"/>
              </a:rPr>
              <a:t> </a:t>
            </a:r>
            <a:endParaRPr sz="1600">
              <a:solidFill>
                <a:schemeClr val="dk1"/>
              </a:solidFill>
              <a:highlight>
                <a:srgbClr val="FFFFFF"/>
              </a:highlight>
              <a:latin typeface="Proxima Nova Semibold"/>
              <a:ea typeface="Proxima Nova Semibold"/>
              <a:cs typeface="Proxima Nova Semibold"/>
              <a:sym typeface="Proxima Nova Semibold"/>
            </a:endParaRPr>
          </a:p>
        </p:txBody>
      </p:sp>
      <p:sp>
        <p:nvSpPr>
          <p:cNvPr id="415" name="Google Shape;415;g27625e78053_0_75">
            <a:extLst>
              <a:ext uri="{FF2B5EF4-FFF2-40B4-BE49-F238E27FC236}">
                <a16:creationId xmlns="" xmlns:a16="http://schemas.microsoft.com/office/drawing/2014/main" id="{9448DC13-28D4-6ACA-ADD9-38F2262B0551}"/>
              </a:ext>
            </a:extLst>
          </p:cNvPr>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Mouse Events</a:t>
            </a:r>
            <a:endParaRPr sz="2400" b="1" i="0" u="none" strike="noStrike" cap="none">
              <a:solidFill>
                <a:srgbClr val="323F4F"/>
              </a:solidFill>
              <a:latin typeface="Proxima Nova"/>
              <a:ea typeface="Proxima Nova"/>
              <a:cs typeface="Proxima Nova"/>
              <a:sym typeface="Proxima Nova"/>
            </a:endParaRPr>
          </a:p>
        </p:txBody>
      </p:sp>
      <p:graphicFrame>
        <p:nvGraphicFramePr>
          <p:cNvPr id="5" name="Table 4">
            <a:extLst>
              <a:ext uri="{FF2B5EF4-FFF2-40B4-BE49-F238E27FC236}">
                <a16:creationId xmlns="" xmlns:a16="http://schemas.microsoft.com/office/drawing/2014/main" id="{27D2225F-E9CE-5476-986C-FCCCE1DACF96}"/>
              </a:ext>
            </a:extLst>
          </p:cNvPr>
          <p:cNvGraphicFramePr>
            <a:graphicFrameLocks noGrp="1"/>
          </p:cNvGraphicFramePr>
          <p:nvPr>
            <p:extLst/>
          </p:nvPr>
        </p:nvGraphicFramePr>
        <p:xfrm>
          <a:off x="457199" y="1534885"/>
          <a:ext cx="8271668" cy="2832914"/>
        </p:xfrm>
        <a:graphic>
          <a:graphicData uri="http://schemas.openxmlformats.org/drawingml/2006/table">
            <a:tbl>
              <a:tblPr bandRow="1">
                <a:tableStyleId>{51958573-18DD-4F4F-87A5-23D0A4D2D5AC}</a:tableStyleId>
              </a:tblPr>
              <a:tblGrid>
                <a:gridCol w="1336298">
                  <a:extLst>
                    <a:ext uri="{9D8B030D-6E8A-4147-A177-3AD203B41FA5}">
                      <a16:colId xmlns="" xmlns:a16="http://schemas.microsoft.com/office/drawing/2014/main" val="1224746876"/>
                    </a:ext>
                  </a:extLst>
                </a:gridCol>
                <a:gridCol w="3101877">
                  <a:extLst>
                    <a:ext uri="{9D8B030D-6E8A-4147-A177-3AD203B41FA5}">
                      <a16:colId xmlns="" xmlns:a16="http://schemas.microsoft.com/office/drawing/2014/main" val="259085804"/>
                    </a:ext>
                  </a:extLst>
                </a:gridCol>
                <a:gridCol w="3833493">
                  <a:extLst>
                    <a:ext uri="{9D8B030D-6E8A-4147-A177-3AD203B41FA5}">
                      <a16:colId xmlns="" xmlns:a16="http://schemas.microsoft.com/office/drawing/2014/main" val="874018258"/>
                    </a:ext>
                  </a:extLst>
                </a:gridCol>
              </a:tblGrid>
              <a:tr h="574043">
                <a:tc>
                  <a:txBody>
                    <a:bodyPr/>
                    <a:lstStyle/>
                    <a:p>
                      <a:pPr rtl="0" fontAlgn="base">
                        <a:lnSpc>
                          <a:spcPts val="2100"/>
                        </a:lnSpc>
                        <a:buNone/>
                      </a:pPr>
                      <a:r>
                        <a:rPr lang="en-GB" sz="1400" dirty="0" err="1">
                          <a:effectLst/>
                          <a:latin typeface="Arial" panose="020B0604020202020204" pitchFamily="34" charset="0"/>
                        </a:rPr>
                        <a:t>mousemove</a:t>
                      </a:r>
                      <a:endParaRPr lang="en-GB" dirty="0">
                        <a:effectLst/>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a:effectLst/>
                          <a:latin typeface="Arial" panose="020B0604020202020204" pitchFamily="34" charset="0"/>
                        </a:rPr>
                        <a:t>Fires when the mouse moves over an element</a:t>
                      </a:r>
                      <a:endParaRPr lang="en-GB">
                        <a:effectLst/>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a:effectLst/>
                          <a:latin typeface="Arial" panose="020B0604020202020204" pitchFamily="34" charset="0"/>
                        </a:rPr>
                        <a:t>element.addEventListener("mousemove", fn)</a:t>
                      </a:r>
                      <a:endParaRPr lang="en-GB">
                        <a:effectLst/>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3169968429"/>
                  </a:ext>
                </a:extLst>
              </a:tr>
              <a:tr h="574043">
                <a:tc>
                  <a:txBody>
                    <a:bodyPr/>
                    <a:lstStyle/>
                    <a:p>
                      <a:pPr rtl="0" fontAlgn="base">
                        <a:lnSpc>
                          <a:spcPts val="2100"/>
                        </a:lnSpc>
                        <a:buNone/>
                      </a:pPr>
                      <a:r>
                        <a:rPr lang="en-GB" sz="1400">
                          <a:effectLst/>
                          <a:latin typeface="Arial" panose="020B0604020202020204" pitchFamily="34" charset="0"/>
                        </a:rPr>
                        <a:t>mousedown</a:t>
                      </a:r>
                      <a:endParaRPr lang="en-GB">
                        <a:effectLst/>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a:effectLst/>
                          <a:latin typeface="Arial" panose="020B0604020202020204" pitchFamily="34" charset="0"/>
                        </a:rPr>
                        <a:t>Fires when a mouse button is pressed down</a:t>
                      </a:r>
                      <a:endParaRPr lang="en-GB">
                        <a:effectLst/>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a:effectLst/>
                          <a:latin typeface="Arial" panose="020B0604020202020204" pitchFamily="34" charset="0"/>
                        </a:rPr>
                        <a:t>element.addEventListener("mousedown", fn)</a:t>
                      </a:r>
                      <a:endParaRPr lang="en-GB">
                        <a:effectLst/>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666147421"/>
                  </a:ext>
                </a:extLst>
              </a:tr>
              <a:tr h="574043">
                <a:tc>
                  <a:txBody>
                    <a:bodyPr/>
                    <a:lstStyle/>
                    <a:p>
                      <a:pPr rtl="0" fontAlgn="base">
                        <a:lnSpc>
                          <a:spcPts val="2100"/>
                        </a:lnSpc>
                        <a:buNone/>
                      </a:pPr>
                      <a:r>
                        <a:rPr lang="en-GB" sz="1400" dirty="0" err="1">
                          <a:effectLst/>
                          <a:latin typeface="Arial" panose="020B0604020202020204" pitchFamily="34" charset="0"/>
                        </a:rPr>
                        <a:t>mouseup</a:t>
                      </a:r>
                      <a:endParaRPr lang="en-GB" dirty="0">
                        <a:effectLst/>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a:effectLst/>
                          <a:latin typeface="Arial" panose="020B0604020202020204" pitchFamily="34" charset="0"/>
                        </a:rPr>
                        <a:t>Fires when a mouse button is released</a:t>
                      </a:r>
                      <a:endParaRPr lang="en-GB">
                        <a:effectLst/>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a:effectLst/>
                          <a:latin typeface="Arial" panose="020B0604020202020204" pitchFamily="34" charset="0"/>
                        </a:rPr>
                        <a:t>element.addEventListener("mouseup", fn)</a:t>
                      </a:r>
                      <a:endParaRPr lang="en-GB">
                        <a:effectLst/>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3263413264"/>
                  </a:ext>
                </a:extLst>
              </a:tr>
              <a:tr h="558737">
                <a:tc>
                  <a:txBody>
                    <a:bodyPr/>
                    <a:lstStyle/>
                    <a:p>
                      <a:pPr rtl="0" fontAlgn="base">
                        <a:lnSpc>
                          <a:spcPts val="2100"/>
                        </a:lnSpc>
                        <a:buNone/>
                      </a:pPr>
                      <a:r>
                        <a:rPr lang="en-GB" sz="1400" dirty="0" err="1">
                          <a:effectLst/>
                          <a:latin typeface="Arial" panose="020B0604020202020204" pitchFamily="34" charset="0"/>
                        </a:rPr>
                        <a:t>contextmenu</a:t>
                      </a:r>
                      <a:endParaRPr lang="en-GB" dirty="0">
                        <a:effectLst/>
                      </a:endParaRPr>
                    </a:p>
                  </a:txBody>
                  <a:tcPr marL="142237" marR="94821" marT="94821" marB="71114">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a:effectLst/>
                          <a:latin typeface="Arial" panose="020B0604020202020204" pitchFamily="34" charset="0"/>
                        </a:rPr>
                        <a:t>Fires when the right mouse button is clicked</a:t>
                      </a:r>
                      <a:endParaRPr lang="en-GB">
                        <a:effectLst/>
                      </a:endParaRPr>
                    </a:p>
                  </a:txBody>
                  <a:tcPr marL="142237" marR="94821" marT="94821" marB="71114">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dirty="0" err="1">
                          <a:effectLst/>
                          <a:latin typeface="Arial" panose="020B0604020202020204" pitchFamily="34" charset="0"/>
                        </a:rPr>
                        <a:t>element.addEventListener</a:t>
                      </a:r>
                      <a:r>
                        <a:rPr lang="en-GB" sz="1400" dirty="0">
                          <a:effectLst/>
                          <a:latin typeface="Arial" panose="020B0604020202020204" pitchFamily="34" charset="0"/>
                        </a:rPr>
                        <a:t>("</a:t>
                      </a:r>
                      <a:r>
                        <a:rPr lang="en-GB" sz="1400" dirty="0" err="1">
                          <a:effectLst/>
                          <a:latin typeface="Arial" panose="020B0604020202020204" pitchFamily="34" charset="0"/>
                        </a:rPr>
                        <a:t>contextmenu</a:t>
                      </a:r>
                      <a:r>
                        <a:rPr lang="en-GB" sz="1400" dirty="0">
                          <a:effectLst/>
                          <a:latin typeface="Arial" panose="020B0604020202020204" pitchFamily="34" charset="0"/>
                        </a:rPr>
                        <a:t>", </a:t>
                      </a:r>
                      <a:r>
                        <a:rPr lang="en-GB" sz="1400" dirty="0" err="1">
                          <a:effectLst/>
                          <a:latin typeface="Arial" panose="020B0604020202020204" pitchFamily="34" charset="0"/>
                        </a:rPr>
                        <a:t>fn</a:t>
                      </a:r>
                      <a:r>
                        <a:rPr lang="en-GB" sz="1400" dirty="0">
                          <a:effectLst/>
                          <a:latin typeface="Arial" panose="020B0604020202020204" pitchFamily="34" charset="0"/>
                        </a:rPr>
                        <a:t>)</a:t>
                      </a:r>
                      <a:endParaRPr lang="en-GB" dirty="0">
                        <a:effectLst/>
                      </a:endParaRPr>
                    </a:p>
                  </a:txBody>
                  <a:tcPr marL="142237" marR="94821" marT="94821" marB="71114">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449287878"/>
                  </a:ext>
                </a:extLst>
              </a:tr>
            </a:tbl>
          </a:graphicData>
        </a:graphic>
      </p:graphicFrame>
    </p:spTree>
    <p:extLst>
      <p:ext uri="{BB962C8B-B14F-4D97-AF65-F5344CB8AC3E}">
        <p14:creationId xmlns:p14="http://schemas.microsoft.com/office/powerpoint/2010/main" val="344774714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g27625e78053_0_81"/>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0" lvl="0" indent="457200" algn="l" rtl="0">
              <a:lnSpc>
                <a:spcPct val="115000"/>
              </a:lnSpc>
              <a:spcBef>
                <a:spcPts val="0"/>
              </a:spcBef>
              <a:spcAft>
                <a:spcPts val="0"/>
              </a:spcAft>
              <a:buClr>
                <a:schemeClr val="dk1"/>
              </a:buClr>
              <a:buSzPts val="1100"/>
              <a:buFont typeface="Arial"/>
              <a:buNone/>
            </a:pPr>
            <a:r>
              <a:rPr lang="en" sz="1600">
                <a:solidFill>
                  <a:schemeClr val="dk1"/>
                </a:solidFill>
                <a:highlight>
                  <a:srgbClr val="FFFFFF"/>
                </a:highlight>
                <a:latin typeface="Proxima Nova Semibold"/>
                <a:ea typeface="Proxima Nova Semibold"/>
                <a:cs typeface="Proxima Nova Semibold"/>
                <a:sym typeface="Proxima Nova Semibold"/>
              </a:rPr>
              <a:t> </a:t>
            </a:r>
            <a:endParaRPr sz="1600">
              <a:solidFill>
                <a:schemeClr val="dk1"/>
              </a:solidFill>
              <a:highlight>
                <a:srgbClr val="FFFFFF"/>
              </a:highlight>
              <a:latin typeface="Proxima Nova Semibold"/>
              <a:ea typeface="Proxima Nova Semibold"/>
              <a:cs typeface="Proxima Nova Semibold"/>
              <a:sym typeface="Proxima Nova Semibold"/>
            </a:endParaRPr>
          </a:p>
        </p:txBody>
      </p:sp>
      <p:sp>
        <p:nvSpPr>
          <p:cNvPr id="422" name="Google Shape;422;g27625e78053_0_81"/>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Keyboard Events</a:t>
            </a:r>
            <a:endParaRPr sz="2400" b="1" i="0" u="none" strike="noStrike" cap="none">
              <a:solidFill>
                <a:srgbClr val="323F4F"/>
              </a:solidFill>
              <a:latin typeface="Proxima Nova"/>
              <a:ea typeface="Proxima Nova"/>
              <a:cs typeface="Proxima Nova"/>
              <a:sym typeface="Proxima Nova"/>
            </a:endParaRPr>
          </a:p>
        </p:txBody>
      </p:sp>
      <p:graphicFrame>
        <p:nvGraphicFramePr>
          <p:cNvPr id="3" name="Table 2">
            <a:extLst>
              <a:ext uri="{FF2B5EF4-FFF2-40B4-BE49-F238E27FC236}">
                <a16:creationId xmlns="" xmlns:a16="http://schemas.microsoft.com/office/drawing/2014/main" id="{2FD996BC-D839-A332-0039-8D6AA3C43C9F}"/>
              </a:ext>
            </a:extLst>
          </p:cNvPr>
          <p:cNvGraphicFramePr>
            <a:graphicFrameLocks noGrp="1"/>
          </p:cNvGraphicFramePr>
          <p:nvPr>
            <p:extLst/>
          </p:nvPr>
        </p:nvGraphicFramePr>
        <p:xfrm>
          <a:off x="457200" y="1641973"/>
          <a:ext cx="8103307" cy="1628775"/>
        </p:xfrm>
        <a:graphic>
          <a:graphicData uri="http://schemas.openxmlformats.org/drawingml/2006/table">
            <a:tbl>
              <a:tblPr bandRow="1">
                <a:tableStyleId>{51958573-18DD-4F4F-87A5-23D0A4D2D5AC}</a:tableStyleId>
              </a:tblPr>
              <a:tblGrid>
                <a:gridCol w="1248054">
                  <a:extLst>
                    <a:ext uri="{9D8B030D-6E8A-4147-A177-3AD203B41FA5}">
                      <a16:colId xmlns="" xmlns:a16="http://schemas.microsoft.com/office/drawing/2014/main" val="3153493758"/>
                    </a:ext>
                  </a:extLst>
                </a:gridCol>
                <a:gridCol w="3165452">
                  <a:extLst>
                    <a:ext uri="{9D8B030D-6E8A-4147-A177-3AD203B41FA5}">
                      <a16:colId xmlns="" xmlns:a16="http://schemas.microsoft.com/office/drawing/2014/main" val="2519641892"/>
                    </a:ext>
                  </a:extLst>
                </a:gridCol>
                <a:gridCol w="3689801">
                  <a:extLst>
                    <a:ext uri="{9D8B030D-6E8A-4147-A177-3AD203B41FA5}">
                      <a16:colId xmlns="" xmlns:a16="http://schemas.microsoft.com/office/drawing/2014/main" val="2609512016"/>
                    </a:ext>
                  </a:extLst>
                </a:gridCol>
              </a:tblGrid>
              <a:tr h="0">
                <a:tc>
                  <a:txBody>
                    <a:bodyPr/>
                    <a:lstStyle/>
                    <a:p>
                      <a:pPr algn="l" fontAlgn="t"/>
                      <a:r>
                        <a:rPr lang="en-GB" b="1" dirty="0">
                          <a:effectLst/>
                        </a:rPr>
                        <a:t>Event</a:t>
                      </a:r>
                      <a:endParaRPr lang="en-GB" b="0" dirty="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Description</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Example Usage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 xmlns:a16="http://schemas.microsoft.com/office/drawing/2014/main" val="1658785356"/>
                  </a:ext>
                </a:extLst>
              </a:tr>
              <a:tr h="0">
                <a:tc>
                  <a:txBody>
                    <a:bodyPr/>
                    <a:lstStyle/>
                    <a:p>
                      <a:pPr fontAlgn="t"/>
                      <a:r>
                        <a:rPr lang="en-GB" dirty="0" err="1">
                          <a:effectLst/>
                        </a:rPr>
                        <a:t>keydown</a:t>
                      </a:r>
                      <a:endParaRPr lang="en-GB" dirty="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Fires when a key is </a:t>
                      </a:r>
                      <a:r>
                        <a:rPr lang="en-GB" b="1">
                          <a:effectLst/>
                        </a:rPr>
                        <a:t>pressed down</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element.addEventListener("keydown", fn)</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441830268"/>
                  </a:ext>
                </a:extLst>
              </a:tr>
              <a:tr h="0">
                <a:tc>
                  <a:txBody>
                    <a:bodyPr/>
                    <a:lstStyle/>
                    <a:p>
                      <a:pPr fontAlgn="t"/>
                      <a:r>
                        <a:rPr lang="en-GB" dirty="0" err="1">
                          <a:effectLst/>
                        </a:rPr>
                        <a:t>keypress</a:t>
                      </a:r>
                      <a:endParaRPr lang="en-GB" dirty="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Fires when a key is </a:t>
                      </a:r>
                      <a:r>
                        <a:rPr lang="en-GB" b="1">
                          <a:effectLst/>
                        </a:rPr>
                        <a:t>pressed and held</a:t>
                      </a:r>
                      <a:r>
                        <a:rPr lang="en-GB">
                          <a:effectLst/>
                        </a:rPr>
                        <a:t> </a:t>
                      </a:r>
                      <a:r>
                        <a:rPr lang="en-GB" i="1">
                          <a:effectLst/>
                        </a:rPr>
                        <a:t>(deprecated)</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element.addEventListener("keypress", fn)</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928725232"/>
                  </a:ext>
                </a:extLst>
              </a:tr>
              <a:tr h="0">
                <a:tc>
                  <a:txBody>
                    <a:bodyPr/>
                    <a:lstStyle/>
                    <a:p>
                      <a:pPr fontAlgn="t"/>
                      <a:r>
                        <a:rPr lang="en-GB" dirty="0" err="1">
                          <a:effectLst/>
                        </a:rPr>
                        <a:t>keyup</a:t>
                      </a:r>
                      <a:endParaRPr lang="en-GB" dirty="0">
                        <a:effectLst/>
                      </a:endParaRP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Fires when a key is </a:t>
                      </a:r>
                      <a:r>
                        <a:rPr lang="en-GB" b="1">
                          <a:effectLst/>
                        </a:rPr>
                        <a:t>released</a:t>
                      </a:r>
                      <a:endParaRPr lang="en-GB">
                        <a:effectLst/>
                      </a:endParaRP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dirty="0" err="1">
                          <a:effectLst/>
                        </a:rPr>
                        <a:t>element.addEventListener</a:t>
                      </a:r>
                      <a:r>
                        <a:rPr lang="en-GB" dirty="0">
                          <a:effectLst/>
                        </a:rPr>
                        <a:t>("</a:t>
                      </a:r>
                      <a:r>
                        <a:rPr lang="en-GB" dirty="0" err="1">
                          <a:effectLst/>
                        </a:rPr>
                        <a:t>keyup</a:t>
                      </a:r>
                      <a:r>
                        <a:rPr lang="en-GB" dirty="0">
                          <a:effectLst/>
                        </a:rPr>
                        <a:t>", </a:t>
                      </a:r>
                      <a:r>
                        <a:rPr lang="en-GB" dirty="0" err="1">
                          <a:effectLst/>
                        </a:rPr>
                        <a:t>fn</a:t>
                      </a:r>
                      <a:r>
                        <a:rPr lang="en-GB" dirty="0">
                          <a:effectLst/>
                        </a:rPr>
                        <a:t>)</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596686024"/>
                  </a:ext>
                </a:extLst>
              </a:tr>
            </a:tbl>
          </a:graphicData>
        </a:graphic>
      </p:graphicFrame>
    </p:spTree>
    <p:extLst>
      <p:ext uri="{BB962C8B-B14F-4D97-AF65-F5344CB8AC3E}">
        <p14:creationId xmlns:p14="http://schemas.microsoft.com/office/powerpoint/2010/main" val="78825886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g27625e78053_0_88"/>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0" lvl="0" indent="457200" algn="l" rtl="0">
              <a:lnSpc>
                <a:spcPct val="115000"/>
              </a:lnSpc>
              <a:spcBef>
                <a:spcPts val="0"/>
              </a:spcBef>
              <a:spcAft>
                <a:spcPts val="0"/>
              </a:spcAft>
              <a:buClr>
                <a:schemeClr val="dk1"/>
              </a:buClr>
              <a:buSzPts val="1100"/>
              <a:buFont typeface="Arial"/>
              <a:buNone/>
            </a:pPr>
            <a:r>
              <a:rPr lang="en" sz="1600">
                <a:solidFill>
                  <a:schemeClr val="dk1"/>
                </a:solidFill>
                <a:highlight>
                  <a:srgbClr val="FFFFFF"/>
                </a:highlight>
                <a:latin typeface="Proxima Nova Semibold"/>
                <a:ea typeface="Proxima Nova Semibold"/>
                <a:cs typeface="Proxima Nova Semibold"/>
                <a:sym typeface="Proxima Nova Semibold"/>
              </a:rPr>
              <a:t> </a:t>
            </a:r>
            <a:endParaRPr sz="1600">
              <a:solidFill>
                <a:schemeClr val="dk1"/>
              </a:solidFill>
              <a:highlight>
                <a:srgbClr val="FFFFFF"/>
              </a:highlight>
              <a:latin typeface="Proxima Nova Semibold"/>
              <a:ea typeface="Proxima Nova Semibold"/>
              <a:cs typeface="Proxima Nova Semibold"/>
              <a:sym typeface="Proxima Nova Semibold"/>
            </a:endParaRPr>
          </a:p>
        </p:txBody>
      </p:sp>
      <p:sp>
        <p:nvSpPr>
          <p:cNvPr id="429" name="Google Shape;429;g27625e78053_0_88"/>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Form Events</a:t>
            </a:r>
            <a:endParaRPr sz="2400" b="1" i="0" u="none" strike="noStrike" cap="none">
              <a:solidFill>
                <a:srgbClr val="323F4F"/>
              </a:solidFill>
              <a:latin typeface="Proxima Nova"/>
              <a:ea typeface="Proxima Nova"/>
              <a:cs typeface="Proxima Nova"/>
              <a:sym typeface="Proxima Nova"/>
            </a:endParaRPr>
          </a:p>
        </p:txBody>
      </p:sp>
      <p:graphicFrame>
        <p:nvGraphicFramePr>
          <p:cNvPr id="3" name="Table 2">
            <a:extLst>
              <a:ext uri="{FF2B5EF4-FFF2-40B4-BE49-F238E27FC236}">
                <a16:creationId xmlns="" xmlns:a16="http://schemas.microsoft.com/office/drawing/2014/main" id="{3D7E240D-973B-36F4-24A3-4C3CE01BADF7}"/>
              </a:ext>
            </a:extLst>
          </p:cNvPr>
          <p:cNvGraphicFramePr>
            <a:graphicFrameLocks noGrp="1"/>
          </p:cNvGraphicFramePr>
          <p:nvPr>
            <p:extLst/>
          </p:nvPr>
        </p:nvGraphicFramePr>
        <p:xfrm>
          <a:off x="457200" y="1222466"/>
          <a:ext cx="8371133" cy="2697480"/>
        </p:xfrm>
        <a:graphic>
          <a:graphicData uri="http://schemas.openxmlformats.org/drawingml/2006/table">
            <a:tbl>
              <a:tblPr bandRow="1">
                <a:tableStyleId>{51958573-18DD-4F4F-87A5-23D0A4D2D5AC}</a:tableStyleId>
              </a:tblPr>
              <a:tblGrid>
                <a:gridCol w="1156169">
                  <a:extLst>
                    <a:ext uri="{9D8B030D-6E8A-4147-A177-3AD203B41FA5}">
                      <a16:colId xmlns="" xmlns:a16="http://schemas.microsoft.com/office/drawing/2014/main" val="3475109685"/>
                    </a:ext>
                  </a:extLst>
                </a:gridCol>
                <a:gridCol w="3944991">
                  <a:extLst>
                    <a:ext uri="{9D8B030D-6E8A-4147-A177-3AD203B41FA5}">
                      <a16:colId xmlns="" xmlns:a16="http://schemas.microsoft.com/office/drawing/2014/main" val="2955274223"/>
                    </a:ext>
                  </a:extLst>
                </a:gridCol>
                <a:gridCol w="3269973">
                  <a:extLst>
                    <a:ext uri="{9D8B030D-6E8A-4147-A177-3AD203B41FA5}">
                      <a16:colId xmlns="" xmlns:a16="http://schemas.microsoft.com/office/drawing/2014/main" val="3772523893"/>
                    </a:ext>
                  </a:extLst>
                </a:gridCol>
              </a:tblGrid>
              <a:tr h="0">
                <a:tc>
                  <a:txBody>
                    <a:bodyPr/>
                    <a:lstStyle/>
                    <a:p>
                      <a:pPr algn="l" fontAlgn="t"/>
                      <a:r>
                        <a:rPr lang="en-GB" b="1">
                          <a:effectLst/>
                        </a:rPr>
                        <a:t>Event</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Description</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Example Usage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 xmlns:a16="http://schemas.microsoft.com/office/drawing/2014/main" val="1266584224"/>
                  </a:ext>
                </a:extLst>
              </a:tr>
              <a:tr h="0">
                <a:tc>
                  <a:txBody>
                    <a:bodyPr/>
                    <a:lstStyle/>
                    <a:p>
                      <a:pPr fontAlgn="t"/>
                      <a:r>
                        <a:rPr lang="en-GB">
                          <a:effectLst/>
                        </a:rPr>
                        <a:t>submit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Fires when a form is submitted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form.addEventListener("submit", fn)</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3866152500"/>
                  </a:ext>
                </a:extLst>
              </a:tr>
              <a:tr h="0">
                <a:tc>
                  <a:txBody>
                    <a:bodyPr/>
                    <a:lstStyle/>
                    <a:p>
                      <a:pPr fontAlgn="t"/>
                      <a:r>
                        <a:rPr lang="en-GB">
                          <a:effectLst/>
                        </a:rPr>
                        <a:t>reset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Fires when a form is reset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form.addEventListener("reset", fn)</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679653620"/>
                  </a:ext>
                </a:extLst>
              </a:tr>
              <a:tr h="0">
                <a:tc>
                  <a:txBody>
                    <a:bodyPr/>
                    <a:lstStyle/>
                    <a:p>
                      <a:pPr fontAlgn="t"/>
                      <a:r>
                        <a:rPr lang="en-GB">
                          <a:effectLst/>
                        </a:rPr>
                        <a:t>change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Fires when the value of an input changes (after blur)</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input.addEventListener("change", fn)</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4049858663"/>
                  </a:ext>
                </a:extLst>
              </a:tr>
              <a:tr h="0">
                <a:tc>
                  <a:txBody>
                    <a:bodyPr/>
                    <a:lstStyle/>
                    <a:p>
                      <a:pPr fontAlgn="t"/>
                      <a:r>
                        <a:rPr lang="en-GB">
                          <a:effectLst/>
                        </a:rPr>
                        <a:t>input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Fires when the value of an input changes (live)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input.addEventListener("input", fn)</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943441707"/>
                  </a:ext>
                </a:extLst>
              </a:tr>
              <a:tr h="0">
                <a:tc>
                  <a:txBody>
                    <a:bodyPr/>
                    <a:lstStyle/>
                    <a:p>
                      <a:pPr fontAlgn="t"/>
                      <a:r>
                        <a:rPr lang="en-GB">
                          <a:effectLst/>
                        </a:rPr>
                        <a:t>focus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Fires when an input gains focus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input.addEventListener("focus", fn)</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839250200"/>
                  </a:ext>
                </a:extLst>
              </a:tr>
              <a:tr h="0">
                <a:tc>
                  <a:txBody>
                    <a:bodyPr/>
                    <a:lstStyle/>
                    <a:p>
                      <a:pPr fontAlgn="t"/>
                      <a:r>
                        <a:rPr lang="en-GB">
                          <a:effectLst/>
                        </a:rPr>
                        <a:t>blur</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Fires when an input loses focus</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input.addEventListener("blur", fn)</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700107134"/>
                  </a:ext>
                </a:extLst>
              </a:tr>
            </a:tbl>
          </a:graphicData>
        </a:graphic>
      </p:graphicFrame>
    </p:spTree>
    <p:extLst>
      <p:ext uri="{BB962C8B-B14F-4D97-AF65-F5344CB8AC3E}">
        <p14:creationId xmlns:p14="http://schemas.microsoft.com/office/powerpoint/2010/main" val="30544186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g27625e78053_0_95"/>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0" lvl="0" indent="457200" algn="l" rtl="0">
              <a:lnSpc>
                <a:spcPct val="115000"/>
              </a:lnSpc>
              <a:spcBef>
                <a:spcPts val="0"/>
              </a:spcBef>
              <a:spcAft>
                <a:spcPts val="0"/>
              </a:spcAft>
              <a:buClr>
                <a:schemeClr val="dk1"/>
              </a:buClr>
              <a:buSzPts val="1100"/>
              <a:buFont typeface="Arial"/>
              <a:buNone/>
            </a:pPr>
            <a:r>
              <a:rPr lang="en" sz="1600">
                <a:solidFill>
                  <a:schemeClr val="dk1"/>
                </a:solidFill>
                <a:highlight>
                  <a:srgbClr val="FFFFFF"/>
                </a:highlight>
                <a:latin typeface="Proxima Nova Semibold"/>
                <a:ea typeface="Proxima Nova Semibold"/>
                <a:cs typeface="Proxima Nova Semibold"/>
                <a:sym typeface="Proxima Nova Semibold"/>
              </a:rPr>
              <a:t> </a:t>
            </a:r>
            <a:endParaRPr sz="1600">
              <a:solidFill>
                <a:schemeClr val="dk1"/>
              </a:solidFill>
              <a:highlight>
                <a:srgbClr val="FFFFFF"/>
              </a:highlight>
              <a:latin typeface="Proxima Nova Semibold"/>
              <a:ea typeface="Proxima Nova Semibold"/>
              <a:cs typeface="Proxima Nova Semibold"/>
              <a:sym typeface="Proxima Nova Semibold"/>
            </a:endParaRPr>
          </a:p>
        </p:txBody>
      </p:sp>
      <p:sp>
        <p:nvSpPr>
          <p:cNvPr id="436" name="Google Shape;436;g27625e78053_0_95"/>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Window Events</a:t>
            </a:r>
            <a:endParaRPr sz="2400" b="1" i="0" u="none" strike="noStrike" cap="none">
              <a:solidFill>
                <a:srgbClr val="323F4F"/>
              </a:solidFill>
              <a:latin typeface="Proxima Nova"/>
              <a:ea typeface="Proxima Nova"/>
              <a:cs typeface="Proxima Nova"/>
              <a:sym typeface="Proxima Nova"/>
            </a:endParaRPr>
          </a:p>
        </p:txBody>
      </p:sp>
      <p:graphicFrame>
        <p:nvGraphicFramePr>
          <p:cNvPr id="3" name="Table 2">
            <a:extLst>
              <a:ext uri="{FF2B5EF4-FFF2-40B4-BE49-F238E27FC236}">
                <a16:creationId xmlns="" xmlns:a16="http://schemas.microsoft.com/office/drawing/2014/main" id="{42349725-964E-D6B5-15A6-1192BC6B5A6F}"/>
              </a:ext>
            </a:extLst>
          </p:cNvPr>
          <p:cNvGraphicFramePr>
            <a:graphicFrameLocks noGrp="1"/>
          </p:cNvGraphicFramePr>
          <p:nvPr>
            <p:extLst/>
          </p:nvPr>
        </p:nvGraphicFramePr>
        <p:xfrm>
          <a:off x="381971" y="1216479"/>
          <a:ext cx="8371131" cy="2634615"/>
        </p:xfrm>
        <a:graphic>
          <a:graphicData uri="http://schemas.openxmlformats.org/drawingml/2006/table">
            <a:tbl>
              <a:tblPr bandRow="1">
                <a:tableStyleId>{51958573-18DD-4F4F-87A5-23D0A4D2D5AC}</a:tableStyleId>
              </a:tblPr>
              <a:tblGrid>
                <a:gridCol w="1898196">
                  <a:extLst>
                    <a:ext uri="{9D8B030D-6E8A-4147-A177-3AD203B41FA5}">
                      <a16:colId xmlns="" xmlns:a16="http://schemas.microsoft.com/office/drawing/2014/main" val="2518410677"/>
                    </a:ext>
                  </a:extLst>
                </a:gridCol>
                <a:gridCol w="3214687">
                  <a:extLst>
                    <a:ext uri="{9D8B030D-6E8A-4147-A177-3AD203B41FA5}">
                      <a16:colId xmlns="" xmlns:a16="http://schemas.microsoft.com/office/drawing/2014/main" val="53222451"/>
                    </a:ext>
                  </a:extLst>
                </a:gridCol>
                <a:gridCol w="3258248">
                  <a:extLst>
                    <a:ext uri="{9D8B030D-6E8A-4147-A177-3AD203B41FA5}">
                      <a16:colId xmlns="" xmlns:a16="http://schemas.microsoft.com/office/drawing/2014/main" val="2830183884"/>
                    </a:ext>
                  </a:extLst>
                </a:gridCol>
              </a:tblGrid>
              <a:tr h="0">
                <a:tc>
                  <a:txBody>
                    <a:bodyPr/>
                    <a:lstStyle/>
                    <a:p>
                      <a:pPr algn="l" fontAlgn="t"/>
                      <a:r>
                        <a:rPr lang="en-GB" b="1">
                          <a:effectLst/>
                        </a:rPr>
                        <a:t>Event</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Description</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Example Usage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 xmlns:a16="http://schemas.microsoft.com/office/drawing/2014/main" val="3020664305"/>
                  </a:ext>
                </a:extLst>
              </a:tr>
              <a:tr h="0">
                <a:tc>
                  <a:txBody>
                    <a:bodyPr/>
                    <a:lstStyle/>
                    <a:p>
                      <a:pPr algn="l" fontAlgn="t"/>
                      <a:r>
                        <a:rPr lang="en-GB">
                          <a:effectLst/>
                        </a:rPr>
                        <a:t>load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r>
                        <a:rPr lang="en-GB">
                          <a:effectLst/>
                        </a:rPr>
                        <a:t>Fires when the entire page (including images, scripts, etc.) has fully loaded.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r>
                        <a:rPr lang="en-GB" err="1">
                          <a:effectLst/>
                        </a:rPr>
                        <a:t>window.addEventListener</a:t>
                      </a:r>
                      <a:r>
                        <a:rPr lang="en-GB">
                          <a:effectLst/>
                        </a:rPr>
                        <a:t>("load", </a:t>
                      </a:r>
                      <a:r>
                        <a:rPr lang="en-GB" err="1">
                          <a:effectLst/>
                        </a:rPr>
                        <a:t>fn</a:t>
                      </a:r>
                      <a:r>
                        <a:rPr lang="en-GB">
                          <a:effectLst/>
                        </a:rPr>
                        <a: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078067551"/>
                  </a:ext>
                </a:extLst>
              </a:tr>
              <a:tr h="0">
                <a:tc>
                  <a:txBody>
                    <a:bodyPr/>
                    <a:lstStyle/>
                    <a:p>
                      <a:pPr algn="l" fontAlgn="t"/>
                      <a:r>
                        <a:rPr lang="en-GB" err="1">
                          <a:effectLst/>
                        </a:rPr>
                        <a:t>DOMContentLoaded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r>
                        <a:rPr lang="en-GB">
                          <a:effectLst/>
                        </a:rPr>
                        <a:t>Fires when the initial HTML document is completely loaded and parsed.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r>
                        <a:rPr lang="en-GB" err="1">
                          <a:effectLst/>
                        </a:rPr>
                        <a:t>document.addEventListener</a:t>
                      </a:r>
                      <a:r>
                        <a:rPr lang="en-GB">
                          <a:effectLst/>
                        </a:rPr>
                        <a:t>("</a:t>
                      </a:r>
                      <a:r>
                        <a:rPr lang="en-GB" err="1">
                          <a:effectLst/>
                        </a:rPr>
                        <a:t>DOMContentLoaded</a:t>
                      </a:r>
                      <a:r>
                        <a:rPr lang="en-GB">
                          <a:effectLst/>
                        </a:rPr>
                        <a:t>", </a:t>
                      </a:r>
                      <a:r>
                        <a:rPr lang="en-GB" err="1">
                          <a:effectLst/>
                        </a:rPr>
                        <a:t>fn</a:t>
                      </a:r>
                      <a:r>
                        <a:rPr lang="en-GB">
                          <a:effectLst/>
                        </a:rPr>
                        <a: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262632072"/>
                  </a:ext>
                </a:extLst>
              </a:tr>
              <a:tr h="0">
                <a:tc>
                  <a:txBody>
                    <a:bodyPr/>
                    <a:lstStyle/>
                    <a:p>
                      <a:pPr algn="l" fontAlgn="t"/>
                      <a:r>
                        <a:rPr lang="en-GB">
                          <a:effectLst/>
                        </a:rPr>
                        <a:t>resize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r>
                        <a:rPr lang="en-GB">
                          <a:effectLst/>
                        </a:rPr>
                        <a:t>Fires when the browser window is resized.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r>
                        <a:rPr lang="en-GB" err="1">
                          <a:effectLst/>
                        </a:rPr>
                        <a:t>window.addEventListener</a:t>
                      </a:r>
                      <a:r>
                        <a:rPr lang="en-GB">
                          <a:effectLst/>
                        </a:rPr>
                        <a:t>("resize", </a:t>
                      </a:r>
                      <a:r>
                        <a:rPr lang="en-GB" err="1">
                          <a:effectLst/>
                        </a:rPr>
                        <a:t>fn</a:t>
                      </a:r>
                      <a:r>
                        <a:rPr lang="en-GB">
                          <a:effectLst/>
                        </a:rPr>
                        <a: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154236301"/>
                  </a:ext>
                </a:extLst>
              </a:tr>
              <a:tr h="0">
                <a:tc>
                  <a:txBody>
                    <a:bodyPr/>
                    <a:lstStyle/>
                    <a:p>
                      <a:pPr algn="l" fontAlgn="t"/>
                      <a:r>
                        <a:rPr lang="en-GB">
                          <a:effectLst/>
                        </a:rPr>
                        <a:t>scroll</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r>
                        <a:rPr lang="en-GB">
                          <a:effectLst/>
                        </a:rPr>
                        <a:t>Fires when the document view is scrolled.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r>
                        <a:rPr lang="en-GB" err="1">
                          <a:effectLst/>
                        </a:rPr>
                        <a:t>window.addEventListener</a:t>
                      </a:r>
                      <a:r>
                        <a:rPr lang="en-GB">
                          <a:effectLst/>
                        </a:rPr>
                        <a:t>("scroll", </a:t>
                      </a:r>
                      <a:r>
                        <a:rPr lang="en-GB" err="1">
                          <a:effectLst/>
                        </a:rPr>
                        <a:t>fn</a:t>
                      </a:r>
                      <a:r>
                        <a:rPr lang="en-GB">
                          <a:effectLst/>
                        </a:rPr>
                        <a: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08174807"/>
                  </a:ext>
                </a:extLst>
              </a:tr>
            </a:tbl>
          </a:graphicData>
        </a:graphic>
      </p:graphicFrame>
    </p:spTree>
    <p:extLst>
      <p:ext uri="{BB962C8B-B14F-4D97-AF65-F5344CB8AC3E}">
        <p14:creationId xmlns:p14="http://schemas.microsoft.com/office/powerpoint/2010/main" val="223538591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 xmlns:a16="http://schemas.microsoft.com/office/drawing/2014/main" id="{A9C1BFBA-22DB-FA05-C79C-98C16497752A}"/>
            </a:ext>
          </a:extLst>
        </p:cNvPr>
        <p:cNvGrpSpPr/>
        <p:nvPr/>
      </p:nvGrpSpPr>
      <p:grpSpPr>
        <a:xfrm>
          <a:off x="0" y="0"/>
          <a:ext cx="0" cy="0"/>
          <a:chOff x="0" y="0"/>
          <a:chExt cx="0" cy="0"/>
        </a:xfrm>
      </p:grpSpPr>
      <p:sp>
        <p:nvSpPr>
          <p:cNvPr id="435" name="Google Shape;435;g27625e78053_0_95">
            <a:extLst>
              <a:ext uri="{FF2B5EF4-FFF2-40B4-BE49-F238E27FC236}">
                <a16:creationId xmlns="" xmlns:a16="http://schemas.microsoft.com/office/drawing/2014/main" id="{CD076122-FEAC-E35B-7C50-165B9B19476D}"/>
              </a:ext>
            </a:extLst>
          </p:cNvPr>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0" lvl="0" indent="457200" algn="l" rtl="0">
              <a:lnSpc>
                <a:spcPct val="115000"/>
              </a:lnSpc>
              <a:spcBef>
                <a:spcPts val="0"/>
              </a:spcBef>
              <a:spcAft>
                <a:spcPts val="0"/>
              </a:spcAft>
              <a:buClr>
                <a:schemeClr val="dk1"/>
              </a:buClr>
              <a:buSzPts val="1100"/>
              <a:buFont typeface="Arial"/>
              <a:buNone/>
            </a:pPr>
            <a:r>
              <a:rPr lang="en" sz="1600">
                <a:solidFill>
                  <a:schemeClr val="dk1"/>
                </a:solidFill>
                <a:highlight>
                  <a:srgbClr val="FFFFFF"/>
                </a:highlight>
                <a:latin typeface="Proxima Nova Semibold"/>
                <a:ea typeface="Proxima Nova Semibold"/>
                <a:cs typeface="Proxima Nova Semibold"/>
                <a:sym typeface="Proxima Nova Semibold"/>
              </a:rPr>
              <a:t> </a:t>
            </a:r>
            <a:endParaRPr sz="1600">
              <a:solidFill>
                <a:schemeClr val="dk1"/>
              </a:solidFill>
              <a:highlight>
                <a:srgbClr val="FFFFFF"/>
              </a:highlight>
              <a:latin typeface="Proxima Nova Semibold"/>
              <a:ea typeface="Proxima Nova Semibold"/>
              <a:cs typeface="Proxima Nova Semibold"/>
              <a:sym typeface="Proxima Nova Semibold"/>
            </a:endParaRPr>
          </a:p>
        </p:txBody>
      </p:sp>
      <p:sp>
        <p:nvSpPr>
          <p:cNvPr id="436" name="Google Shape;436;g27625e78053_0_95">
            <a:extLst>
              <a:ext uri="{FF2B5EF4-FFF2-40B4-BE49-F238E27FC236}">
                <a16:creationId xmlns="" xmlns:a16="http://schemas.microsoft.com/office/drawing/2014/main" id="{5960F187-7305-527E-A914-AAF136E01831}"/>
              </a:ext>
            </a:extLst>
          </p:cNvPr>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Window Events</a:t>
            </a:r>
            <a:endParaRPr sz="2400" b="1" i="0" u="none" strike="noStrike" cap="none">
              <a:solidFill>
                <a:srgbClr val="323F4F"/>
              </a:solidFill>
              <a:latin typeface="Proxima Nova"/>
              <a:ea typeface="Proxima Nova"/>
              <a:cs typeface="Proxima Nova"/>
              <a:sym typeface="Proxima Nova"/>
            </a:endParaRPr>
          </a:p>
        </p:txBody>
      </p:sp>
      <p:graphicFrame>
        <p:nvGraphicFramePr>
          <p:cNvPr id="5" name="Table 4">
            <a:extLst>
              <a:ext uri="{FF2B5EF4-FFF2-40B4-BE49-F238E27FC236}">
                <a16:creationId xmlns="" xmlns:a16="http://schemas.microsoft.com/office/drawing/2014/main" id="{A9E4A6BD-4188-2981-A87B-5BD4F3D07621}"/>
              </a:ext>
            </a:extLst>
          </p:cNvPr>
          <p:cNvGraphicFramePr>
            <a:graphicFrameLocks noGrp="1"/>
          </p:cNvGraphicFramePr>
          <p:nvPr>
            <p:extLst/>
          </p:nvPr>
        </p:nvGraphicFramePr>
        <p:xfrm>
          <a:off x="457200" y="1028545"/>
          <a:ext cx="8256332" cy="3217420"/>
        </p:xfrm>
        <a:graphic>
          <a:graphicData uri="http://schemas.openxmlformats.org/drawingml/2006/table">
            <a:tbl>
              <a:tblPr bandRow="1">
                <a:tableStyleId>{51958573-18DD-4F4F-87A5-23D0A4D2D5AC}</a:tableStyleId>
              </a:tblPr>
              <a:tblGrid>
                <a:gridCol w="1345164">
                  <a:extLst>
                    <a:ext uri="{9D8B030D-6E8A-4147-A177-3AD203B41FA5}">
                      <a16:colId xmlns="" xmlns:a16="http://schemas.microsoft.com/office/drawing/2014/main" val="3373761200"/>
                    </a:ext>
                  </a:extLst>
                </a:gridCol>
                <a:gridCol w="3252957">
                  <a:extLst>
                    <a:ext uri="{9D8B030D-6E8A-4147-A177-3AD203B41FA5}">
                      <a16:colId xmlns="" xmlns:a16="http://schemas.microsoft.com/office/drawing/2014/main" val="2668262815"/>
                    </a:ext>
                  </a:extLst>
                </a:gridCol>
                <a:gridCol w="3658211">
                  <a:extLst>
                    <a:ext uri="{9D8B030D-6E8A-4147-A177-3AD203B41FA5}">
                      <a16:colId xmlns="" xmlns:a16="http://schemas.microsoft.com/office/drawing/2014/main" val="2067404542"/>
                    </a:ext>
                  </a:extLst>
                </a:gridCol>
              </a:tblGrid>
              <a:tr h="788356">
                <a:tc>
                  <a:txBody>
                    <a:bodyPr/>
                    <a:lstStyle/>
                    <a:p>
                      <a:pPr rtl="0" fontAlgn="base">
                        <a:lnSpc>
                          <a:spcPts val="2100"/>
                        </a:lnSpc>
                        <a:buNone/>
                      </a:pPr>
                      <a:r>
                        <a:rPr lang="en-GB" sz="1400" err="1">
                          <a:effectLst/>
                          <a:latin typeface="Arial"/>
                        </a:rPr>
                        <a:t>beforeunload</a:t>
                      </a:r>
                      <a:endParaRPr lang="en-GB" err="1">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a:effectLst/>
                          <a:latin typeface="Arial" panose="020B0604020202020204" pitchFamily="34" charset="0"/>
                        </a:rPr>
                        <a:t>Fires before the window is about to be unloaded. Used to prompt the user.</a:t>
                      </a:r>
                      <a:endParaRPr lang="en-GB">
                        <a:effectLst/>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err="1">
                          <a:effectLst/>
                          <a:latin typeface="Arial"/>
                        </a:rPr>
                        <a:t>window.addEventListener</a:t>
                      </a:r>
                      <a:r>
                        <a:rPr lang="en-GB" sz="1400">
                          <a:effectLst/>
                          <a:latin typeface="Arial"/>
                        </a:rPr>
                        <a:t>("</a:t>
                      </a:r>
                      <a:r>
                        <a:rPr lang="en-GB" sz="1400" err="1">
                          <a:effectLst/>
                          <a:latin typeface="Arial"/>
                        </a:rPr>
                        <a:t>beforeunload</a:t>
                      </a:r>
                      <a:r>
                        <a:rPr lang="en-GB" sz="1400">
                          <a:effectLst/>
                          <a:latin typeface="Arial"/>
                        </a:rPr>
                        <a:t>", </a:t>
                      </a:r>
                      <a:r>
                        <a:rPr lang="en-GB" sz="1400" err="1">
                          <a:effectLst/>
                          <a:latin typeface="Arial"/>
                        </a:rPr>
                        <a:t>fn</a:t>
                      </a:r>
                      <a:r>
                        <a:rPr lang="en-GB" sz="1400">
                          <a:effectLst/>
                          <a:latin typeface="Arial"/>
                        </a:rPr>
                        <a:t>)</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849464434"/>
                  </a:ext>
                </a:extLst>
              </a:tr>
              <a:tr h="574043">
                <a:tc>
                  <a:txBody>
                    <a:bodyPr/>
                    <a:lstStyle/>
                    <a:p>
                      <a:pPr rtl="0" fontAlgn="base">
                        <a:lnSpc>
                          <a:spcPts val="2100"/>
                        </a:lnSpc>
                        <a:buNone/>
                      </a:pPr>
                      <a:r>
                        <a:rPr lang="en-GB" sz="1400">
                          <a:effectLst/>
                          <a:latin typeface="Arial"/>
                        </a:rPr>
                        <a:t>unload</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a:effectLst/>
                          <a:latin typeface="Arial"/>
                        </a:rPr>
                        <a:t>Fires when the document or a resource is being unloaded.</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err="1">
                          <a:effectLst/>
                          <a:latin typeface="Arial"/>
                        </a:rPr>
                        <a:t>window.addEventListener</a:t>
                      </a:r>
                      <a:r>
                        <a:rPr lang="en-GB" sz="1400">
                          <a:effectLst/>
                          <a:latin typeface="Arial"/>
                        </a:rPr>
                        <a:t>("unload", </a:t>
                      </a:r>
                      <a:r>
                        <a:rPr lang="en-GB" sz="1400" err="1">
                          <a:effectLst/>
                          <a:latin typeface="Arial"/>
                        </a:rPr>
                        <a:t>fn</a:t>
                      </a:r>
                      <a:r>
                        <a:rPr lang="en-GB" sz="1400">
                          <a:effectLst/>
                          <a:latin typeface="Arial"/>
                        </a:rPr>
                        <a:t>)</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539816992"/>
                  </a:ext>
                </a:extLst>
              </a:tr>
              <a:tr h="574043">
                <a:tc>
                  <a:txBody>
                    <a:bodyPr/>
                    <a:lstStyle/>
                    <a:p>
                      <a:pPr rtl="0" fontAlgn="base">
                        <a:lnSpc>
                          <a:spcPts val="2100"/>
                        </a:lnSpc>
                        <a:buNone/>
                      </a:pPr>
                      <a:r>
                        <a:rPr lang="en-GB" sz="1400">
                          <a:effectLst/>
                          <a:latin typeface="Arial"/>
                        </a:rPr>
                        <a:t>focus</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a:effectLst/>
                          <a:latin typeface="Arial"/>
                        </a:rPr>
                        <a:t>Fires when the window gains focus.</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err="1">
                          <a:effectLst/>
                          <a:latin typeface="Arial"/>
                        </a:rPr>
                        <a:t>window.addEventListener</a:t>
                      </a:r>
                      <a:r>
                        <a:rPr lang="en-GB" sz="1400">
                          <a:effectLst/>
                          <a:latin typeface="Arial"/>
                        </a:rPr>
                        <a:t>("focus", </a:t>
                      </a:r>
                      <a:r>
                        <a:rPr lang="en-GB" sz="1400" err="1">
                          <a:effectLst/>
                          <a:latin typeface="Arial"/>
                        </a:rPr>
                        <a:t>fn</a:t>
                      </a:r>
                      <a:r>
                        <a:rPr lang="en-GB" sz="1400">
                          <a:effectLst/>
                          <a:latin typeface="Arial"/>
                        </a:rPr>
                        <a:t>)</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328096120"/>
                  </a:ext>
                </a:extLst>
              </a:tr>
              <a:tr h="359731">
                <a:tc>
                  <a:txBody>
                    <a:bodyPr/>
                    <a:lstStyle/>
                    <a:p>
                      <a:pPr rtl="0" fontAlgn="base">
                        <a:lnSpc>
                          <a:spcPts val="2100"/>
                        </a:lnSpc>
                        <a:buNone/>
                      </a:pPr>
                      <a:r>
                        <a:rPr lang="en-GB" sz="1400">
                          <a:effectLst/>
                          <a:latin typeface="Arial"/>
                        </a:rPr>
                        <a:t>blur</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a:effectLst/>
                          <a:latin typeface="Arial"/>
                        </a:rPr>
                        <a:t>Fires when the window loses focus.</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err="1">
                          <a:effectLst/>
                          <a:latin typeface="Arial"/>
                        </a:rPr>
                        <a:t>window.addEventListener</a:t>
                      </a:r>
                      <a:r>
                        <a:rPr lang="en-GB" sz="1400">
                          <a:effectLst/>
                          <a:latin typeface="Arial"/>
                        </a:rPr>
                        <a:t>("blur", </a:t>
                      </a:r>
                      <a:r>
                        <a:rPr lang="en-GB" sz="1400" err="1">
                          <a:effectLst/>
                          <a:latin typeface="Arial"/>
                        </a:rPr>
                        <a:t>fn</a:t>
                      </a:r>
                      <a:r>
                        <a:rPr lang="en-GB" sz="1400">
                          <a:effectLst/>
                          <a:latin typeface="Arial"/>
                        </a:rPr>
                        <a:t>)</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211288406"/>
                  </a:ext>
                </a:extLst>
              </a:tr>
              <a:tr h="558737">
                <a:tc>
                  <a:txBody>
                    <a:bodyPr/>
                    <a:lstStyle/>
                    <a:p>
                      <a:pPr rtl="0" fontAlgn="base">
                        <a:lnSpc>
                          <a:spcPts val="2100"/>
                        </a:lnSpc>
                        <a:buNone/>
                      </a:pPr>
                      <a:r>
                        <a:rPr lang="en-GB" sz="1400">
                          <a:effectLst/>
                          <a:latin typeface="Arial"/>
                        </a:rPr>
                        <a:t>error</a:t>
                      </a:r>
                      <a:endParaRPr lang="en-GB">
                        <a:effectLst/>
                        <a:latin typeface="Arial"/>
                      </a:endParaRPr>
                    </a:p>
                  </a:txBody>
                  <a:tcPr marL="142237" marR="94821" marT="94821" marB="71114">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a:effectLst/>
                          <a:latin typeface="Arial" panose="020B0604020202020204" pitchFamily="34" charset="0"/>
                        </a:rPr>
                        <a:t>Fires when a JavaScript error occurs or a resource fails to load.</a:t>
                      </a:r>
                      <a:endParaRPr lang="en-GB">
                        <a:effectLst/>
                      </a:endParaRPr>
                    </a:p>
                  </a:txBody>
                  <a:tcPr marL="142237" marR="94821" marT="94821" marB="71114">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err="1">
                          <a:effectLst/>
                          <a:latin typeface="Arial"/>
                        </a:rPr>
                        <a:t>window.addEventListener</a:t>
                      </a:r>
                      <a:r>
                        <a:rPr lang="en-GB" sz="1400">
                          <a:effectLst/>
                          <a:latin typeface="Arial"/>
                        </a:rPr>
                        <a:t>("error", </a:t>
                      </a:r>
                      <a:r>
                        <a:rPr lang="en-GB" sz="1400" err="1">
                          <a:effectLst/>
                          <a:latin typeface="Arial"/>
                        </a:rPr>
                        <a:t>fn</a:t>
                      </a:r>
                      <a:r>
                        <a:rPr lang="en-GB" sz="1400">
                          <a:effectLst/>
                          <a:latin typeface="Arial"/>
                        </a:rPr>
                        <a:t>)</a:t>
                      </a:r>
                      <a:endParaRPr lang="en-GB">
                        <a:effectLst/>
                        <a:latin typeface="Arial"/>
                      </a:endParaRPr>
                    </a:p>
                  </a:txBody>
                  <a:tcPr marL="142237" marR="94821" marT="94821" marB="71114">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972068313"/>
                  </a:ext>
                </a:extLst>
              </a:tr>
            </a:tbl>
          </a:graphicData>
        </a:graphic>
      </p:graphicFrame>
    </p:spTree>
    <p:extLst>
      <p:ext uri="{BB962C8B-B14F-4D97-AF65-F5344CB8AC3E}">
        <p14:creationId xmlns:p14="http://schemas.microsoft.com/office/powerpoint/2010/main" val="178404066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 xmlns:a16="http://schemas.microsoft.com/office/drawing/2014/main" id="{A9C1BFBA-22DB-FA05-C79C-98C16497752A}"/>
            </a:ext>
          </a:extLst>
        </p:cNvPr>
        <p:cNvGrpSpPr/>
        <p:nvPr/>
      </p:nvGrpSpPr>
      <p:grpSpPr>
        <a:xfrm>
          <a:off x="0" y="0"/>
          <a:ext cx="0" cy="0"/>
          <a:chOff x="0" y="0"/>
          <a:chExt cx="0" cy="0"/>
        </a:xfrm>
      </p:grpSpPr>
      <p:sp>
        <p:nvSpPr>
          <p:cNvPr id="435" name="Google Shape;435;g27625e78053_0_95">
            <a:extLst>
              <a:ext uri="{FF2B5EF4-FFF2-40B4-BE49-F238E27FC236}">
                <a16:creationId xmlns="" xmlns:a16="http://schemas.microsoft.com/office/drawing/2014/main" id="{CD076122-FEAC-E35B-7C50-165B9B19476D}"/>
              </a:ext>
            </a:extLst>
          </p:cNvPr>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0" lvl="0" indent="457200" algn="l" rtl="0">
              <a:lnSpc>
                <a:spcPct val="115000"/>
              </a:lnSpc>
              <a:spcBef>
                <a:spcPts val="0"/>
              </a:spcBef>
              <a:spcAft>
                <a:spcPts val="0"/>
              </a:spcAft>
              <a:buClr>
                <a:schemeClr val="dk1"/>
              </a:buClr>
              <a:buSzPts val="1100"/>
              <a:buFont typeface="Arial"/>
              <a:buNone/>
            </a:pPr>
            <a:r>
              <a:rPr lang="en" sz="1600">
                <a:solidFill>
                  <a:schemeClr val="dk1"/>
                </a:solidFill>
                <a:highlight>
                  <a:srgbClr val="FFFFFF"/>
                </a:highlight>
                <a:latin typeface="Proxima Nova Semibold"/>
                <a:ea typeface="Proxima Nova Semibold"/>
                <a:cs typeface="Proxima Nova Semibold"/>
                <a:sym typeface="Proxima Nova Semibold"/>
              </a:rPr>
              <a:t> </a:t>
            </a:r>
            <a:endParaRPr sz="1600">
              <a:solidFill>
                <a:schemeClr val="dk1"/>
              </a:solidFill>
              <a:highlight>
                <a:srgbClr val="FFFFFF"/>
              </a:highlight>
              <a:latin typeface="Proxima Nova Semibold"/>
              <a:ea typeface="Proxima Nova Semibold"/>
              <a:cs typeface="Proxima Nova Semibold"/>
              <a:sym typeface="Proxima Nova Semibold"/>
            </a:endParaRPr>
          </a:p>
        </p:txBody>
      </p:sp>
      <p:sp>
        <p:nvSpPr>
          <p:cNvPr id="436" name="Google Shape;436;g27625e78053_0_95">
            <a:extLst>
              <a:ext uri="{FF2B5EF4-FFF2-40B4-BE49-F238E27FC236}">
                <a16:creationId xmlns="" xmlns:a16="http://schemas.microsoft.com/office/drawing/2014/main" id="{5960F187-7305-527E-A914-AAF136E01831}"/>
              </a:ext>
            </a:extLst>
          </p:cNvPr>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a:t>Event Bubbling &amp; Capturing</a:t>
            </a:r>
          </a:p>
        </p:txBody>
      </p:sp>
      <p:sp>
        <p:nvSpPr>
          <p:cNvPr id="2" name="Rectangle 1"/>
          <p:cNvSpPr/>
          <p:nvPr/>
        </p:nvSpPr>
        <p:spPr>
          <a:xfrm>
            <a:off x="380999" y="1115903"/>
            <a:ext cx="8222087" cy="738664"/>
          </a:xfrm>
          <a:prstGeom prst="rect">
            <a:avLst/>
          </a:prstGeom>
        </p:spPr>
        <p:txBody>
          <a:bodyPr wrap="square">
            <a:spAutoFit/>
          </a:bodyPr>
          <a:lstStyle/>
          <a:p>
            <a:r>
              <a:rPr lang="en-US" b="1" dirty="0">
                <a:solidFill>
                  <a:srgbClr val="0F1115"/>
                </a:solidFill>
                <a:latin typeface="quote-cjk-patch"/>
              </a:rPr>
              <a:t>What is Bubbling?</a:t>
            </a:r>
            <a:r>
              <a:rPr lang="en-US" dirty="0"/>
              <a:t/>
            </a:r>
            <a:br>
              <a:rPr lang="en-US" dirty="0"/>
            </a:br>
            <a:r>
              <a:rPr lang="en-US" dirty="0">
                <a:solidFill>
                  <a:srgbClr val="0F1115"/>
                </a:solidFill>
                <a:latin typeface="quote-cjk-patch"/>
              </a:rPr>
              <a:t>"When an event occurs on an element, it first runs the handlers on it, then on its parent, then all the way up to the document and window."</a:t>
            </a:r>
            <a:endParaRPr lang="en-IN" dirty="0"/>
          </a:p>
        </p:txBody>
      </p:sp>
      <p:sp>
        <p:nvSpPr>
          <p:cNvPr id="3" name="Rectangle 2"/>
          <p:cNvSpPr/>
          <p:nvPr/>
        </p:nvSpPr>
        <p:spPr>
          <a:xfrm>
            <a:off x="579550" y="2095502"/>
            <a:ext cx="6606862" cy="2246769"/>
          </a:xfrm>
          <a:prstGeom prst="rect">
            <a:avLst/>
          </a:prstGeom>
        </p:spPr>
        <p:txBody>
          <a:bodyPr wrap="square">
            <a:spAutoFit/>
          </a:bodyPr>
          <a:lstStyle/>
          <a:p>
            <a:r>
              <a:rPr lang="en-IN" dirty="0"/>
              <a:t>&lt;div id="grandparent" style="padding: 20px; background: red;"&gt;</a:t>
            </a:r>
          </a:p>
          <a:p>
            <a:r>
              <a:rPr lang="en-IN" dirty="0"/>
              <a:t>    GRANDPARENT</a:t>
            </a:r>
          </a:p>
          <a:p>
            <a:r>
              <a:rPr lang="en-IN" dirty="0"/>
              <a:t>    &lt;div id="parent" style="padding: 20px; background: blue;"&gt;</a:t>
            </a:r>
          </a:p>
          <a:p>
            <a:r>
              <a:rPr lang="en-IN" dirty="0"/>
              <a:t>        PARENT</a:t>
            </a:r>
          </a:p>
          <a:p>
            <a:r>
              <a:rPr lang="en-IN" dirty="0"/>
              <a:t>        &lt;div id="child" style="padding: 20px; background: green;"&gt;</a:t>
            </a:r>
          </a:p>
          <a:p>
            <a:r>
              <a:rPr lang="en-IN" dirty="0"/>
              <a:t>            CHILD (click me)</a:t>
            </a:r>
          </a:p>
          <a:p>
            <a:r>
              <a:rPr lang="en-IN" dirty="0"/>
              <a:t>        &lt;/div&gt;</a:t>
            </a:r>
          </a:p>
          <a:p>
            <a:r>
              <a:rPr lang="en-IN" dirty="0"/>
              <a:t>    &lt;/div&gt;</a:t>
            </a:r>
          </a:p>
          <a:p>
            <a:r>
              <a:rPr lang="en-IN" dirty="0"/>
              <a:t>&lt;/div&gt;</a:t>
            </a:r>
          </a:p>
          <a:p>
            <a:endParaRPr lang="en-IN" dirty="0"/>
          </a:p>
        </p:txBody>
      </p:sp>
    </p:spTree>
    <p:extLst>
      <p:ext uri="{BB962C8B-B14F-4D97-AF65-F5344CB8AC3E}">
        <p14:creationId xmlns:p14="http://schemas.microsoft.com/office/powerpoint/2010/main" val="18520561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 xmlns:a16="http://schemas.microsoft.com/office/drawing/2014/main" id="{A9C1BFBA-22DB-FA05-C79C-98C16497752A}"/>
            </a:ext>
          </a:extLst>
        </p:cNvPr>
        <p:cNvGrpSpPr/>
        <p:nvPr/>
      </p:nvGrpSpPr>
      <p:grpSpPr>
        <a:xfrm>
          <a:off x="0" y="0"/>
          <a:ext cx="0" cy="0"/>
          <a:chOff x="0" y="0"/>
          <a:chExt cx="0" cy="0"/>
        </a:xfrm>
      </p:grpSpPr>
      <p:sp>
        <p:nvSpPr>
          <p:cNvPr id="435" name="Google Shape;435;g27625e78053_0_95">
            <a:extLst>
              <a:ext uri="{FF2B5EF4-FFF2-40B4-BE49-F238E27FC236}">
                <a16:creationId xmlns="" xmlns:a16="http://schemas.microsoft.com/office/drawing/2014/main" id="{CD076122-FEAC-E35B-7C50-165B9B19476D}"/>
              </a:ext>
            </a:extLst>
          </p:cNvPr>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0" lvl="0" indent="457200" algn="l" rtl="0">
              <a:lnSpc>
                <a:spcPct val="115000"/>
              </a:lnSpc>
              <a:spcBef>
                <a:spcPts val="0"/>
              </a:spcBef>
              <a:spcAft>
                <a:spcPts val="0"/>
              </a:spcAft>
              <a:buClr>
                <a:schemeClr val="dk1"/>
              </a:buClr>
              <a:buSzPts val="1100"/>
              <a:buFont typeface="Arial"/>
              <a:buNone/>
            </a:pPr>
            <a:r>
              <a:rPr lang="en" sz="1600">
                <a:solidFill>
                  <a:schemeClr val="dk1"/>
                </a:solidFill>
                <a:highlight>
                  <a:srgbClr val="FFFFFF"/>
                </a:highlight>
                <a:latin typeface="Proxima Nova Semibold"/>
                <a:ea typeface="Proxima Nova Semibold"/>
                <a:cs typeface="Proxima Nova Semibold"/>
                <a:sym typeface="Proxima Nova Semibold"/>
              </a:rPr>
              <a:t> </a:t>
            </a:r>
            <a:endParaRPr sz="1600">
              <a:solidFill>
                <a:schemeClr val="dk1"/>
              </a:solidFill>
              <a:highlight>
                <a:srgbClr val="FFFFFF"/>
              </a:highlight>
              <a:latin typeface="Proxima Nova Semibold"/>
              <a:ea typeface="Proxima Nova Semibold"/>
              <a:cs typeface="Proxima Nova Semibold"/>
              <a:sym typeface="Proxima Nova Semibold"/>
            </a:endParaRPr>
          </a:p>
        </p:txBody>
      </p:sp>
      <p:sp>
        <p:nvSpPr>
          <p:cNvPr id="436" name="Google Shape;436;g27625e78053_0_95">
            <a:extLst>
              <a:ext uri="{FF2B5EF4-FFF2-40B4-BE49-F238E27FC236}">
                <a16:creationId xmlns="" xmlns:a16="http://schemas.microsoft.com/office/drawing/2014/main" id="{5960F187-7305-527E-A914-AAF136E01831}"/>
              </a:ext>
            </a:extLst>
          </p:cNvPr>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a:t>Event Bubbling &amp; Capturing</a:t>
            </a:r>
          </a:p>
        </p:txBody>
      </p:sp>
      <p:sp>
        <p:nvSpPr>
          <p:cNvPr id="4" name="Rectangle 3"/>
          <p:cNvSpPr/>
          <p:nvPr/>
        </p:nvSpPr>
        <p:spPr>
          <a:xfrm>
            <a:off x="521593" y="1028700"/>
            <a:ext cx="7186413" cy="3970318"/>
          </a:xfrm>
          <a:prstGeom prst="rect">
            <a:avLst/>
          </a:prstGeom>
        </p:spPr>
        <p:txBody>
          <a:bodyPr wrap="square">
            <a:spAutoFit/>
          </a:bodyPr>
          <a:lstStyle/>
          <a:p>
            <a:r>
              <a:rPr lang="en-IN" dirty="0"/>
              <a:t>&lt;script&gt;</a:t>
            </a:r>
          </a:p>
          <a:p>
            <a:r>
              <a:rPr lang="en-IN" dirty="0" err="1"/>
              <a:t>document.getElementById</a:t>
            </a:r>
            <a:r>
              <a:rPr lang="en-IN" dirty="0"/>
              <a:t>('grandparent').</a:t>
            </a:r>
            <a:r>
              <a:rPr lang="en-IN" dirty="0" err="1"/>
              <a:t>addEventListener</a:t>
            </a:r>
            <a:r>
              <a:rPr lang="en-IN" dirty="0"/>
              <a:t>('click', () =&gt; {</a:t>
            </a:r>
          </a:p>
          <a:p>
            <a:r>
              <a:rPr lang="en-IN" dirty="0"/>
              <a:t>    console.log('Grandparent clicked (bubbling)');</a:t>
            </a:r>
          </a:p>
          <a:p>
            <a:r>
              <a:rPr lang="en-IN" dirty="0"/>
              <a:t>});</a:t>
            </a:r>
          </a:p>
          <a:p>
            <a:endParaRPr lang="en-IN" dirty="0"/>
          </a:p>
          <a:p>
            <a:r>
              <a:rPr lang="en-IN" dirty="0" err="1"/>
              <a:t>document.getElementById</a:t>
            </a:r>
            <a:r>
              <a:rPr lang="en-IN" dirty="0"/>
              <a:t>('parent').</a:t>
            </a:r>
            <a:r>
              <a:rPr lang="en-IN" dirty="0" err="1"/>
              <a:t>addEventListener</a:t>
            </a:r>
            <a:r>
              <a:rPr lang="en-IN" dirty="0"/>
              <a:t>('click', () =&gt; {</a:t>
            </a:r>
          </a:p>
          <a:p>
            <a:r>
              <a:rPr lang="en-IN" dirty="0"/>
              <a:t>    console.log('Parent clicked (bubbling)');</a:t>
            </a:r>
          </a:p>
          <a:p>
            <a:r>
              <a:rPr lang="en-IN" dirty="0"/>
              <a:t>});</a:t>
            </a:r>
          </a:p>
          <a:p>
            <a:endParaRPr lang="en-IN" dirty="0"/>
          </a:p>
          <a:p>
            <a:r>
              <a:rPr lang="en-IN" dirty="0" err="1"/>
              <a:t>document.getElementById</a:t>
            </a:r>
            <a:r>
              <a:rPr lang="en-IN" dirty="0"/>
              <a:t>('child').</a:t>
            </a:r>
            <a:r>
              <a:rPr lang="en-IN" dirty="0" err="1"/>
              <a:t>addEventListener</a:t>
            </a:r>
            <a:r>
              <a:rPr lang="en-IN" dirty="0"/>
              <a:t>('click', () =&gt; {</a:t>
            </a:r>
          </a:p>
          <a:p>
            <a:r>
              <a:rPr lang="en-IN" dirty="0"/>
              <a:t>    console.log('Child clicked (bubbling)');</a:t>
            </a:r>
          </a:p>
          <a:p>
            <a:r>
              <a:rPr lang="en-IN" dirty="0"/>
              <a:t>});</a:t>
            </a:r>
          </a:p>
          <a:p>
            <a:endParaRPr lang="en-IN" dirty="0"/>
          </a:p>
          <a:p>
            <a:r>
              <a:rPr lang="en-IN" dirty="0"/>
              <a:t>// Click on child - OUTPUT (in order):</a:t>
            </a:r>
          </a:p>
          <a:p>
            <a:r>
              <a:rPr lang="en-IN" dirty="0"/>
              <a:t>// "Child clicked (bubbling)"</a:t>
            </a:r>
          </a:p>
          <a:p>
            <a:r>
              <a:rPr lang="en-IN" dirty="0"/>
              <a:t>// "Parent clicked (bubbling)"  </a:t>
            </a:r>
          </a:p>
          <a:p>
            <a:r>
              <a:rPr lang="en-IN" dirty="0"/>
              <a:t>// "Grandparent clicked (bubbling)"</a:t>
            </a:r>
          </a:p>
          <a:p>
            <a:r>
              <a:rPr lang="en-IN" dirty="0"/>
              <a:t>&lt;/script&gt;</a:t>
            </a:r>
            <a:endParaRPr lang="en-IN" dirty="0"/>
          </a:p>
        </p:txBody>
      </p:sp>
    </p:spTree>
    <p:extLst>
      <p:ext uri="{BB962C8B-B14F-4D97-AF65-F5344CB8AC3E}">
        <p14:creationId xmlns:p14="http://schemas.microsoft.com/office/powerpoint/2010/main" val="264486037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 xmlns:a16="http://schemas.microsoft.com/office/drawing/2014/main" id="{A9C1BFBA-22DB-FA05-C79C-98C16497752A}"/>
            </a:ext>
          </a:extLst>
        </p:cNvPr>
        <p:cNvGrpSpPr/>
        <p:nvPr/>
      </p:nvGrpSpPr>
      <p:grpSpPr>
        <a:xfrm>
          <a:off x="0" y="0"/>
          <a:ext cx="0" cy="0"/>
          <a:chOff x="0" y="0"/>
          <a:chExt cx="0" cy="0"/>
        </a:xfrm>
      </p:grpSpPr>
      <p:sp>
        <p:nvSpPr>
          <p:cNvPr id="436" name="Google Shape;436;g27625e78053_0_95">
            <a:extLst>
              <a:ext uri="{FF2B5EF4-FFF2-40B4-BE49-F238E27FC236}">
                <a16:creationId xmlns="" xmlns:a16="http://schemas.microsoft.com/office/drawing/2014/main" id="{5960F187-7305-527E-A914-AAF136E01831}"/>
              </a:ext>
            </a:extLst>
          </p:cNvPr>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a:t>Event Bubbling &amp; Capturing</a:t>
            </a:r>
          </a:p>
        </p:txBody>
      </p:sp>
      <p:sp>
        <p:nvSpPr>
          <p:cNvPr id="2" name="Rectangle 1"/>
          <p:cNvSpPr/>
          <p:nvPr/>
        </p:nvSpPr>
        <p:spPr>
          <a:xfrm>
            <a:off x="380999" y="1115903"/>
            <a:ext cx="8222087" cy="738664"/>
          </a:xfrm>
          <a:prstGeom prst="rect">
            <a:avLst/>
          </a:prstGeom>
        </p:spPr>
        <p:txBody>
          <a:bodyPr wrap="square">
            <a:spAutoFit/>
          </a:bodyPr>
          <a:lstStyle/>
          <a:p>
            <a:r>
              <a:rPr lang="en-US" b="1" dirty="0"/>
              <a:t>What is Capturing?</a:t>
            </a:r>
            <a:r>
              <a:rPr lang="en-US" dirty="0"/>
              <a:t/>
            </a:r>
            <a:br>
              <a:rPr lang="en-US" dirty="0"/>
            </a:br>
            <a:r>
              <a:rPr lang="en-US" dirty="0"/>
              <a:t>"Also called 'trickling', this is the opposite direction. Event starts from the top (window) and goes down to the target element."</a:t>
            </a:r>
            <a:endParaRPr lang="en-IN" dirty="0"/>
          </a:p>
        </p:txBody>
      </p:sp>
      <p:sp>
        <p:nvSpPr>
          <p:cNvPr id="5" name="Rectangle 4"/>
          <p:cNvSpPr/>
          <p:nvPr/>
        </p:nvSpPr>
        <p:spPr>
          <a:xfrm>
            <a:off x="714777" y="1794263"/>
            <a:ext cx="6027313" cy="2893100"/>
          </a:xfrm>
          <a:prstGeom prst="rect">
            <a:avLst/>
          </a:prstGeom>
        </p:spPr>
        <p:txBody>
          <a:bodyPr wrap="square">
            <a:spAutoFit/>
          </a:bodyPr>
          <a:lstStyle/>
          <a:p>
            <a:r>
              <a:rPr lang="en-IN" dirty="0"/>
              <a:t>// Add true or { capture: true } for capturing phase</a:t>
            </a:r>
          </a:p>
          <a:p>
            <a:r>
              <a:rPr lang="en-IN" dirty="0" err="1"/>
              <a:t>document.getElementById</a:t>
            </a:r>
            <a:r>
              <a:rPr lang="en-IN" dirty="0"/>
              <a:t>('grandparent').</a:t>
            </a:r>
            <a:r>
              <a:rPr lang="en-IN" dirty="0" err="1"/>
              <a:t>addEventListener</a:t>
            </a:r>
            <a:r>
              <a:rPr lang="en-IN" dirty="0"/>
              <a:t>('click', () =&gt; {</a:t>
            </a:r>
          </a:p>
          <a:p>
            <a:r>
              <a:rPr lang="en-IN" dirty="0"/>
              <a:t>    console.log('Grandparent clicked (capturing)');</a:t>
            </a:r>
          </a:p>
          <a:p>
            <a:r>
              <a:rPr lang="en-IN" dirty="0"/>
              <a:t>}, true);</a:t>
            </a:r>
          </a:p>
          <a:p>
            <a:endParaRPr lang="en-IN" dirty="0"/>
          </a:p>
          <a:p>
            <a:r>
              <a:rPr lang="en-IN" dirty="0" err="1"/>
              <a:t>document.getElementById</a:t>
            </a:r>
            <a:r>
              <a:rPr lang="en-IN" dirty="0"/>
              <a:t>('parent').</a:t>
            </a:r>
            <a:r>
              <a:rPr lang="en-IN" dirty="0" err="1"/>
              <a:t>addEventListener</a:t>
            </a:r>
            <a:r>
              <a:rPr lang="en-IN" dirty="0"/>
              <a:t>('click', () =&gt; {</a:t>
            </a:r>
          </a:p>
          <a:p>
            <a:r>
              <a:rPr lang="en-IN" dirty="0"/>
              <a:t>    console.log('Parent clicked (capturing)');</a:t>
            </a:r>
          </a:p>
          <a:p>
            <a:r>
              <a:rPr lang="en-IN" dirty="0"/>
              <a:t>}, true);</a:t>
            </a:r>
          </a:p>
          <a:p>
            <a:endParaRPr lang="en-IN" dirty="0"/>
          </a:p>
          <a:p>
            <a:r>
              <a:rPr lang="en-IN" dirty="0" err="1"/>
              <a:t>document.getElementById</a:t>
            </a:r>
            <a:r>
              <a:rPr lang="en-IN" dirty="0"/>
              <a:t>('child').</a:t>
            </a:r>
            <a:r>
              <a:rPr lang="en-IN" dirty="0" err="1"/>
              <a:t>addEventListener</a:t>
            </a:r>
            <a:r>
              <a:rPr lang="en-IN" dirty="0"/>
              <a:t>('click', () =&gt; {</a:t>
            </a:r>
          </a:p>
          <a:p>
            <a:r>
              <a:rPr lang="en-IN" dirty="0"/>
              <a:t>    console.log('Child clicked (capturing)');</a:t>
            </a:r>
          </a:p>
          <a:p>
            <a:r>
              <a:rPr lang="en-IN" dirty="0"/>
              <a:t>}, true</a:t>
            </a:r>
            <a:r>
              <a:rPr lang="en-IN" dirty="0" smtClean="0"/>
              <a:t>);</a:t>
            </a:r>
          </a:p>
          <a:p>
            <a:endParaRPr lang="en-IN" dirty="0"/>
          </a:p>
        </p:txBody>
      </p:sp>
      <p:sp>
        <p:nvSpPr>
          <p:cNvPr id="6" name="Rectangle 5"/>
          <p:cNvSpPr/>
          <p:nvPr/>
        </p:nvSpPr>
        <p:spPr>
          <a:xfrm>
            <a:off x="5575478" y="4044096"/>
            <a:ext cx="3129567" cy="954107"/>
          </a:xfrm>
          <a:prstGeom prst="rect">
            <a:avLst/>
          </a:prstGeom>
        </p:spPr>
        <p:txBody>
          <a:bodyPr wrap="square">
            <a:spAutoFit/>
          </a:bodyPr>
          <a:lstStyle/>
          <a:p>
            <a:r>
              <a:rPr lang="en-IN" dirty="0"/>
              <a:t>// Click on child - OUTPUT: </a:t>
            </a:r>
            <a:endParaRPr lang="en-IN" dirty="0" smtClean="0"/>
          </a:p>
          <a:p>
            <a:r>
              <a:rPr lang="en-IN" dirty="0" smtClean="0"/>
              <a:t>// </a:t>
            </a:r>
            <a:r>
              <a:rPr lang="en-IN" dirty="0"/>
              <a:t>"Grandparent clicked (capturing)“ </a:t>
            </a:r>
            <a:endParaRPr lang="en-IN" dirty="0" smtClean="0"/>
          </a:p>
          <a:p>
            <a:r>
              <a:rPr lang="en-IN" dirty="0" smtClean="0"/>
              <a:t>// </a:t>
            </a:r>
            <a:r>
              <a:rPr lang="en-IN" dirty="0"/>
              <a:t>"Parent clicked (capturing)“ </a:t>
            </a:r>
            <a:endParaRPr lang="en-IN" dirty="0" smtClean="0"/>
          </a:p>
          <a:p>
            <a:r>
              <a:rPr lang="en-IN" dirty="0" smtClean="0"/>
              <a:t>// </a:t>
            </a:r>
            <a:r>
              <a:rPr lang="en-IN" dirty="0"/>
              <a:t>"Child clicked (capturing)"</a:t>
            </a:r>
            <a:endParaRPr lang="en-IN" dirty="0"/>
          </a:p>
        </p:txBody>
      </p:sp>
    </p:spTree>
    <p:extLst>
      <p:ext uri="{BB962C8B-B14F-4D97-AF65-F5344CB8AC3E}">
        <p14:creationId xmlns:p14="http://schemas.microsoft.com/office/powerpoint/2010/main" val="303649509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g27625e78053_0_64"/>
          <p:cNvSpPr txBox="1"/>
          <p:nvPr/>
        </p:nvSpPr>
        <p:spPr>
          <a:xfrm>
            <a:off x="571010" y="1503040"/>
            <a:ext cx="6988030" cy="1199520"/>
          </a:xfrm>
          <a:prstGeom prst="rect">
            <a:avLst/>
          </a:prstGeom>
          <a:solidFill>
            <a:srgbClr val="A64D79"/>
          </a:solidFill>
          <a:ln>
            <a:noFill/>
          </a:ln>
        </p:spPr>
        <p:txBody>
          <a:bodyPr spcFirstLastPara="1" wrap="square" lIns="91425" tIns="45700" rIns="91425" bIns="45700" anchor="t" anchorCtr="0">
            <a:noAutofit/>
          </a:bodyPr>
          <a:lstStyle/>
          <a:p>
            <a:pPr algn="ctr">
              <a:lnSpc>
                <a:spcPct val="90000"/>
              </a:lnSpc>
              <a:buSzPts val="4000"/>
            </a:pPr>
            <a:r>
              <a:rPr lang="en" sz="4000" b="0" i="0" u="none" strike="noStrike" cap="none" dirty="0">
                <a:solidFill>
                  <a:schemeClr val="lt1"/>
                </a:solidFill>
                <a:latin typeface="Proxima Nova"/>
                <a:ea typeface="Proxima Nova"/>
                <a:cs typeface="Proxima Nova"/>
                <a:sym typeface="Proxima Nova"/>
              </a:rPr>
              <a:t>Javascript - </a:t>
            </a:r>
            <a:r>
              <a:rPr lang="en-IN" sz="4000" dirty="0">
                <a:solidFill>
                  <a:schemeClr val="lt1"/>
                </a:solidFill>
                <a:latin typeface="Proxima Nova"/>
                <a:ea typeface="Proxima Nova"/>
                <a:cs typeface="Proxima Nova"/>
                <a:sym typeface="Proxima Nova"/>
              </a:rPr>
              <a:t>Debugging Techniques</a:t>
            </a:r>
          </a:p>
          <a:p>
            <a:pPr marL="0" marR="0" lvl="0" indent="0" algn="ctr" rtl="0">
              <a:lnSpc>
                <a:spcPct val="90000"/>
              </a:lnSpc>
              <a:spcBef>
                <a:spcPts val="0"/>
              </a:spcBef>
              <a:spcAft>
                <a:spcPts val="0"/>
              </a:spcAft>
              <a:buClr>
                <a:srgbClr val="000000"/>
              </a:buClr>
              <a:buSzPts val="4000"/>
              <a:buFont typeface="Arial"/>
              <a:buNone/>
            </a:pPr>
            <a:endParaRPr sz="4000" b="0" i="0" u="none" strike="noStrike" cap="none" dirty="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83627845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3" name="Google Shape;283;g23d6530f4b9_0_82"/>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a:t>Basic Console Logging</a:t>
            </a:r>
          </a:p>
        </p:txBody>
      </p:sp>
      <p:sp>
        <p:nvSpPr>
          <p:cNvPr id="3" name="Rectangle 2"/>
          <p:cNvSpPr/>
          <p:nvPr/>
        </p:nvSpPr>
        <p:spPr>
          <a:xfrm>
            <a:off x="381000" y="1117095"/>
            <a:ext cx="3813865" cy="307777"/>
          </a:xfrm>
          <a:prstGeom prst="rect">
            <a:avLst/>
          </a:prstGeom>
        </p:spPr>
        <p:txBody>
          <a:bodyPr wrap="none">
            <a:spAutoFit/>
          </a:bodyPr>
          <a:lstStyle/>
          <a:p>
            <a:r>
              <a:rPr lang="en-US" dirty="0">
                <a:solidFill>
                  <a:srgbClr val="0F1115"/>
                </a:solidFill>
                <a:latin typeface="quote-cjk-patch"/>
              </a:rPr>
              <a:t>The console is your best friend for debugging.</a:t>
            </a:r>
            <a:endParaRPr lang="en-IN" dirty="0"/>
          </a:p>
        </p:txBody>
      </p:sp>
      <p:sp>
        <p:nvSpPr>
          <p:cNvPr id="5" name="Rectangle 4"/>
          <p:cNvSpPr/>
          <p:nvPr/>
        </p:nvSpPr>
        <p:spPr>
          <a:xfrm>
            <a:off x="433373" y="1666999"/>
            <a:ext cx="5613257" cy="2893100"/>
          </a:xfrm>
          <a:prstGeom prst="rect">
            <a:avLst/>
          </a:prstGeom>
        </p:spPr>
        <p:txBody>
          <a:bodyPr wrap="square">
            <a:spAutoFit/>
          </a:bodyPr>
          <a:lstStyle/>
          <a:p>
            <a:r>
              <a:rPr lang="en-IN" dirty="0"/>
              <a:t>// 1. Basic logging with styling</a:t>
            </a:r>
          </a:p>
          <a:p>
            <a:r>
              <a:rPr lang="en-IN" dirty="0"/>
              <a:t>console.log('Basic message');</a:t>
            </a:r>
          </a:p>
          <a:p>
            <a:r>
              <a:rPr lang="en-IN" dirty="0"/>
              <a:t>console.log('Multiple', 'arguments', 'work');</a:t>
            </a:r>
          </a:p>
          <a:p>
            <a:r>
              <a:rPr lang="en-IN" dirty="0"/>
              <a:t>console.log('Object:', { name: 'John', age: 30 });</a:t>
            </a:r>
          </a:p>
          <a:p>
            <a:endParaRPr lang="en-IN" dirty="0"/>
          </a:p>
          <a:p>
            <a:r>
              <a:rPr lang="en-IN" dirty="0"/>
              <a:t>// 2. Styled console output</a:t>
            </a:r>
          </a:p>
          <a:p>
            <a:r>
              <a:rPr lang="en-IN" dirty="0"/>
              <a:t>console.log('%</a:t>
            </a:r>
            <a:r>
              <a:rPr lang="en-IN" dirty="0" err="1"/>
              <a:t>cStyled</a:t>
            </a:r>
            <a:r>
              <a:rPr lang="en-IN" dirty="0"/>
              <a:t> message', '</a:t>
            </a:r>
            <a:r>
              <a:rPr lang="en-IN" dirty="0" err="1"/>
              <a:t>color</a:t>
            </a:r>
            <a:r>
              <a:rPr lang="en-IN" dirty="0"/>
              <a:t>: blue; font-size: 20px; font-weight: bold');</a:t>
            </a:r>
          </a:p>
          <a:p>
            <a:r>
              <a:rPr lang="en-IN" dirty="0"/>
              <a:t>console.log('%</a:t>
            </a:r>
            <a:r>
              <a:rPr lang="en-IN" dirty="0" err="1"/>
              <a:t>c%s</a:t>
            </a:r>
            <a:r>
              <a:rPr lang="en-IN" dirty="0"/>
              <a:t>', '</a:t>
            </a:r>
            <a:r>
              <a:rPr lang="en-IN" dirty="0" err="1"/>
              <a:t>color</a:t>
            </a:r>
            <a:r>
              <a:rPr lang="en-IN" dirty="0"/>
              <a:t>: red;', 'Red text with placeholder');</a:t>
            </a:r>
          </a:p>
          <a:p>
            <a:endParaRPr lang="en-IN" dirty="0"/>
          </a:p>
          <a:p>
            <a:r>
              <a:rPr lang="en-IN" dirty="0"/>
              <a:t>// 3. Warning and Error levels</a:t>
            </a:r>
          </a:p>
          <a:p>
            <a:r>
              <a:rPr lang="en-IN" dirty="0" err="1"/>
              <a:t>console.warn</a:t>
            </a:r>
            <a:r>
              <a:rPr lang="en-IN" dirty="0"/>
              <a:t>('This is a warning - not critical but attention needed');</a:t>
            </a:r>
          </a:p>
          <a:p>
            <a:r>
              <a:rPr lang="en-IN" dirty="0" err="1"/>
              <a:t>console.error</a:t>
            </a:r>
            <a:r>
              <a:rPr lang="en-IN" dirty="0"/>
              <a:t>('This is an error - something failed</a:t>
            </a:r>
            <a:r>
              <a:rPr lang="en-IN" dirty="0" smtClean="0"/>
              <a:t>');</a:t>
            </a:r>
          </a:p>
        </p:txBody>
      </p:sp>
    </p:spTree>
    <p:extLst>
      <p:ext uri="{BB962C8B-B14F-4D97-AF65-F5344CB8AC3E}">
        <p14:creationId xmlns:p14="http://schemas.microsoft.com/office/powerpoint/2010/main" val="28565420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3" name="Google Shape;283;g23d6530f4b9_0_82"/>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a:t>Basic Console Logging</a:t>
            </a:r>
          </a:p>
        </p:txBody>
      </p:sp>
      <p:sp>
        <p:nvSpPr>
          <p:cNvPr id="3" name="Rectangle 2"/>
          <p:cNvSpPr/>
          <p:nvPr/>
        </p:nvSpPr>
        <p:spPr>
          <a:xfrm>
            <a:off x="381000" y="1117095"/>
            <a:ext cx="3813865" cy="307777"/>
          </a:xfrm>
          <a:prstGeom prst="rect">
            <a:avLst/>
          </a:prstGeom>
        </p:spPr>
        <p:txBody>
          <a:bodyPr wrap="none">
            <a:spAutoFit/>
          </a:bodyPr>
          <a:lstStyle/>
          <a:p>
            <a:r>
              <a:rPr lang="en-US" dirty="0">
                <a:solidFill>
                  <a:srgbClr val="0F1115"/>
                </a:solidFill>
                <a:latin typeface="quote-cjk-patch"/>
              </a:rPr>
              <a:t>The console is your best friend for debugging.</a:t>
            </a:r>
            <a:endParaRPr lang="en-IN" dirty="0"/>
          </a:p>
        </p:txBody>
      </p:sp>
      <p:sp>
        <p:nvSpPr>
          <p:cNvPr id="6" name="Rectangle 5"/>
          <p:cNvSpPr/>
          <p:nvPr/>
        </p:nvSpPr>
        <p:spPr>
          <a:xfrm>
            <a:off x="381000" y="1348972"/>
            <a:ext cx="5679583" cy="3108543"/>
          </a:xfrm>
          <a:prstGeom prst="rect">
            <a:avLst/>
          </a:prstGeom>
        </p:spPr>
        <p:txBody>
          <a:bodyPr wrap="square">
            <a:spAutoFit/>
          </a:bodyPr>
          <a:lstStyle/>
          <a:p>
            <a:endParaRPr lang="en-IN" dirty="0"/>
          </a:p>
          <a:p>
            <a:r>
              <a:rPr lang="en-IN" dirty="0"/>
              <a:t>// 4. Info level</a:t>
            </a:r>
          </a:p>
          <a:p>
            <a:r>
              <a:rPr lang="en-IN" dirty="0"/>
              <a:t>console.info('Informational message about app state');</a:t>
            </a:r>
          </a:p>
          <a:p>
            <a:endParaRPr lang="en-IN" dirty="0"/>
          </a:p>
          <a:p>
            <a:r>
              <a:rPr lang="en-IN" dirty="0"/>
              <a:t>// 5. Debug level (may be hidden in some browsers)</a:t>
            </a:r>
          </a:p>
          <a:p>
            <a:r>
              <a:rPr lang="en-IN" dirty="0" err="1"/>
              <a:t>console.debug</a:t>
            </a:r>
            <a:r>
              <a:rPr lang="en-IN" dirty="0"/>
              <a:t>('Debug details for developers');</a:t>
            </a:r>
          </a:p>
          <a:p>
            <a:endParaRPr lang="en-IN" dirty="0"/>
          </a:p>
          <a:p>
            <a:r>
              <a:rPr lang="en-IN" dirty="0"/>
              <a:t>// 6. Table display for structured data</a:t>
            </a:r>
          </a:p>
          <a:p>
            <a:r>
              <a:rPr lang="en-IN" dirty="0" err="1"/>
              <a:t>const</a:t>
            </a:r>
            <a:r>
              <a:rPr lang="en-IN" dirty="0"/>
              <a:t> users = [</a:t>
            </a:r>
          </a:p>
          <a:p>
            <a:r>
              <a:rPr lang="en-IN" dirty="0"/>
              <a:t>    { id: 1, name: 'Alice', role: 'admin', active: true },</a:t>
            </a:r>
          </a:p>
          <a:p>
            <a:r>
              <a:rPr lang="en-IN" dirty="0"/>
              <a:t>    { id: 2, name: 'Bob', role: 'user', active: false },</a:t>
            </a:r>
          </a:p>
          <a:p>
            <a:r>
              <a:rPr lang="en-IN" dirty="0"/>
              <a:t>    { id: 3, name: 'Charlie', role: 'user', active: true }</a:t>
            </a:r>
          </a:p>
          <a:p>
            <a:r>
              <a:rPr lang="en-IN" dirty="0"/>
              <a:t>];</a:t>
            </a:r>
          </a:p>
          <a:p>
            <a:r>
              <a:rPr lang="en-IN" dirty="0" err="1"/>
              <a:t>console.table</a:t>
            </a:r>
            <a:r>
              <a:rPr lang="en-IN" dirty="0"/>
              <a:t>(users</a:t>
            </a:r>
            <a:r>
              <a:rPr lang="en-IN" dirty="0" smtClean="0"/>
              <a:t>);</a:t>
            </a:r>
            <a:endParaRPr lang="en-IN" dirty="0"/>
          </a:p>
        </p:txBody>
      </p:sp>
    </p:spTree>
    <p:extLst>
      <p:ext uri="{BB962C8B-B14F-4D97-AF65-F5344CB8AC3E}">
        <p14:creationId xmlns:p14="http://schemas.microsoft.com/office/powerpoint/2010/main" val="11302654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3" name="Google Shape;283;g23d6530f4b9_0_82"/>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a:t>Basic Console Logging</a:t>
            </a:r>
          </a:p>
        </p:txBody>
      </p:sp>
      <p:sp>
        <p:nvSpPr>
          <p:cNvPr id="3" name="Rectangle 2"/>
          <p:cNvSpPr/>
          <p:nvPr/>
        </p:nvSpPr>
        <p:spPr>
          <a:xfrm>
            <a:off x="381000" y="1117095"/>
            <a:ext cx="3813865" cy="307777"/>
          </a:xfrm>
          <a:prstGeom prst="rect">
            <a:avLst/>
          </a:prstGeom>
        </p:spPr>
        <p:txBody>
          <a:bodyPr wrap="none">
            <a:spAutoFit/>
          </a:bodyPr>
          <a:lstStyle/>
          <a:p>
            <a:r>
              <a:rPr lang="en-US" dirty="0">
                <a:solidFill>
                  <a:srgbClr val="0F1115"/>
                </a:solidFill>
                <a:latin typeface="quote-cjk-patch"/>
              </a:rPr>
              <a:t>The console is your best friend for debugging.</a:t>
            </a:r>
            <a:endParaRPr lang="en-IN" dirty="0"/>
          </a:p>
        </p:txBody>
      </p:sp>
      <p:sp>
        <p:nvSpPr>
          <p:cNvPr id="6" name="Rectangle 5"/>
          <p:cNvSpPr/>
          <p:nvPr/>
        </p:nvSpPr>
        <p:spPr>
          <a:xfrm>
            <a:off x="434235" y="1598740"/>
            <a:ext cx="4572000" cy="2893100"/>
          </a:xfrm>
          <a:prstGeom prst="rect">
            <a:avLst/>
          </a:prstGeom>
        </p:spPr>
        <p:txBody>
          <a:bodyPr>
            <a:spAutoFit/>
          </a:bodyPr>
          <a:lstStyle/>
          <a:p>
            <a:r>
              <a:rPr lang="en-IN" dirty="0" smtClean="0"/>
              <a:t>// </a:t>
            </a:r>
            <a:r>
              <a:rPr lang="en-IN" dirty="0"/>
              <a:t>7. Group related logs</a:t>
            </a:r>
          </a:p>
          <a:p>
            <a:r>
              <a:rPr lang="en-IN" dirty="0" err="1"/>
              <a:t>console.group</a:t>
            </a:r>
            <a:r>
              <a:rPr lang="en-IN" dirty="0"/>
              <a:t>('User Authentication');</a:t>
            </a:r>
          </a:p>
          <a:p>
            <a:r>
              <a:rPr lang="en-IN" dirty="0"/>
              <a:t>console.log('Attempting login...');</a:t>
            </a:r>
          </a:p>
          <a:p>
            <a:r>
              <a:rPr lang="en-IN" dirty="0"/>
              <a:t>console.log('Validating credentials...');</a:t>
            </a:r>
          </a:p>
          <a:p>
            <a:r>
              <a:rPr lang="en-IN" dirty="0"/>
              <a:t>console.log('Login successful');</a:t>
            </a:r>
          </a:p>
          <a:p>
            <a:r>
              <a:rPr lang="en-IN" dirty="0" err="1"/>
              <a:t>console.groupEnd</a:t>
            </a:r>
            <a:r>
              <a:rPr lang="en-IN" dirty="0"/>
              <a:t>();</a:t>
            </a:r>
          </a:p>
          <a:p>
            <a:endParaRPr lang="en-IN" dirty="0"/>
          </a:p>
          <a:p>
            <a:r>
              <a:rPr lang="en-IN" dirty="0"/>
              <a:t>// 8. Collapsed group (expands on click)</a:t>
            </a:r>
          </a:p>
          <a:p>
            <a:r>
              <a:rPr lang="en-IN" dirty="0" err="1"/>
              <a:t>console.groupCollapsed</a:t>
            </a:r>
            <a:r>
              <a:rPr lang="en-IN" dirty="0"/>
              <a:t>('API Calls');</a:t>
            </a:r>
          </a:p>
          <a:p>
            <a:r>
              <a:rPr lang="en-IN" dirty="0"/>
              <a:t>console.log('GET /</a:t>
            </a:r>
            <a:r>
              <a:rPr lang="en-IN" dirty="0" err="1"/>
              <a:t>api</a:t>
            </a:r>
            <a:r>
              <a:rPr lang="en-IN" dirty="0"/>
              <a:t>/users - 200 OK');</a:t>
            </a:r>
          </a:p>
          <a:p>
            <a:r>
              <a:rPr lang="en-IN" dirty="0"/>
              <a:t>console.log('POST /</a:t>
            </a:r>
            <a:r>
              <a:rPr lang="en-IN" dirty="0" err="1"/>
              <a:t>api</a:t>
            </a:r>
            <a:r>
              <a:rPr lang="en-IN" dirty="0"/>
              <a:t>/login - 201 Created');</a:t>
            </a:r>
          </a:p>
          <a:p>
            <a:r>
              <a:rPr lang="en-IN" dirty="0" err="1"/>
              <a:t>console.groupEnd</a:t>
            </a:r>
            <a:r>
              <a:rPr lang="en-IN" dirty="0"/>
              <a:t>();</a:t>
            </a:r>
          </a:p>
          <a:p>
            <a:endParaRPr lang="en-IN" dirty="0"/>
          </a:p>
        </p:txBody>
      </p:sp>
    </p:spTree>
    <p:extLst>
      <p:ext uri="{BB962C8B-B14F-4D97-AF65-F5344CB8AC3E}">
        <p14:creationId xmlns:p14="http://schemas.microsoft.com/office/powerpoint/2010/main" val="16731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3" name="Google Shape;283;g23d6530f4b9_0_82"/>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a:t>Basic Console Logging</a:t>
            </a:r>
          </a:p>
        </p:txBody>
      </p:sp>
      <p:sp>
        <p:nvSpPr>
          <p:cNvPr id="3" name="Rectangle 2"/>
          <p:cNvSpPr/>
          <p:nvPr/>
        </p:nvSpPr>
        <p:spPr>
          <a:xfrm>
            <a:off x="381000" y="1117095"/>
            <a:ext cx="3813865" cy="307777"/>
          </a:xfrm>
          <a:prstGeom prst="rect">
            <a:avLst/>
          </a:prstGeom>
        </p:spPr>
        <p:txBody>
          <a:bodyPr wrap="none">
            <a:spAutoFit/>
          </a:bodyPr>
          <a:lstStyle/>
          <a:p>
            <a:r>
              <a:rPr lang="en-US" dirty="0">
                <a:solidFill>
                  <a:srgbClr val="0F1115"/>
                </a:solidFill>
                <a:latin typeface="quote-cjk-patch"/>
              </a:rPr>
              <a:t>The console is your best friend for debugging.</a:t>
            </a:r>
            <a:endParaRPr lang="en-IN" dirty="0"/>
          </a:p>
        </p:txBody>
      </p:sp>
      <p:sp>
        <p:nvSpPr>
          <p:cNvPr id="6" name="Rectangle 5"/>
          <p:cNvSpPr/>
          <p:nvPr/>
        </p:nvSpPr>
        <p:spPr>
          <a:xfrm>
            <a:off x="624623" y="1424872"/>
            <a:ext cx="5782615" cy="3754874"/>
          </a:xfrm>
          <a:prstGeom prst="rect">
            <a:avLst/>
          </a:prstGeom>
        </p:spPr>
        <p:txBody>
          <a:bodyPr wrap="square">
            <a:spAutoFit/>
          </a:bodyPr>
          <a:lstStyle/>
          <a:p>
            <a:r>
              <a:rPr lang="en-IN" dirty="0" smtClean="0"/>
              <a:t>// </a:t>
            </a:r>
            <a:r>
              <a:rPr lang="en-IN" dirty="0"/>
              <a:t>9. Count how many times something happens</a:t>
            </a:r>
          </a:p>
          <a:p>
            <a:r>
              <a:rPr lang="en-IN" dirty="0"/>
              <a:t>function </a:t>
            </a:r>
            <a:r>
              <a:rPr lang="en-IN" dirty="0" err="1"/>
              <a:t>processItem</a:t>
            </a:r>
            <a:r>
              <a:rPr lang="en-IN" dirty="0"/>
              <a:t>() {</a:t>
            </a:r>
          </a:p>
          <a:p>
            <a:r>
              <a:rPr lang="en-IN" dirty="0"/>
              <a:t>    </a:t>
            </a:r>
            <a:r>
              <a:rPr lang="en-IN" dirty="0" err="1"/>
              <a:t>console.count</a:t>
            </a:r>
            <a:r>
              <a:rPr lang="en-IN" dirty="0"/>
              <a:t>('Processing items');</a:t>
            </a:r>
          </a:p>
          <a:p>
            <a:r>
              <a:rPr lang="en-IN" dirty="0"/>
              <a:t>    // ... logic</a:t>
            </a:r>
          </a:p>
          <a:p>
            <a:r>
              <a:rPr lang="en-IN" dirty="0"/>
              <a:t>}</a:t>
            </a:r>
          </a:p>
          <a:p>
            <a:r>
              <a:rPr lang="en-IN" dirty="0" err="1"/>
              <a:t>processItem</a:t>
            </a:r>
            <a:r>
              <a:rPr lang="en-IN" dirty="0"/>
              <a:t>(); // Processing items: 1</a:t>
            </a:r>
          </a:p>
          <a:p>
            <a:r>
              <a:rPr lang="en-IN" dirty="0" err="1"/>
              <a:t>processItem</a:t>
            </a:r>
            <a:r>
              <a:rPr lang="en-IN" dirty="0"/>
              <a:t>(); // Processing items: 2</a:t>
            </a:r>
          </a:p>
          <a:p>
            <a:endParaRPr lang="en-IN" dirty="0"/>
          </a:p>
          <a:p>
            <a:r>
              <a:rPr lang="en-IN" dirty="0"/>
              <a:t>// 10. Count with custom label</a:t>
            </a:r>
          </a:p>
          <a:p>
            <a:r>
              <a:rPr lang="en-IN" dirty="0" err="1"/>
              <a:t>console.countReset</a:t>
            </a:r>
            <a:r>
              <a:rPr lang="en-IN" dirty="0"/>
              <a:t>('Processing items'); // Reset counter</a:t>
            </a:r>
          </a:p>
          <a:p>
            <a:endParaRPr lang="en-IN" dirty="0"/>
          </a:p>
          <a:p>
            <a:r>
              <a:rPr lang="en-IN" dirty="0"/>
              <a:t>// 11. Time operations</a:t>
            </a:r>
          </a:p>
          <a:p>
            <a:r>
              <a:rPr lang="en-IN" dirty="0" err="1"/>
              <a:t>console.time</a:t>
            </a:r>
            <a:r>
              <a:rPr lang="en-IN" dirty="0"/>
              <a:t>('Database query');</a:t>
            </a:r>
          </a:p>
          <a:p>
            <a:r>
              <a:rPr lang="en-IN" dirty="0"/>
              <a:t>// Simulate database query</a:t>
            </a:r>
          </a:p>
          <a:p>
            <a:r>
              <a:rPr lang="en-IN" dirty="0" err="1"/>
              <a:t>setTimeout</a:t>
            </a:r>
            <a:r>
              <a:rPr lang="en-IN" dirty="0"/>
              <a:t>(() =&gt; {</a:t>
            </a:r>
          </a:p>
          <a:p>
            <a:r>
              <a:rPr lang="en-IN" dirty="0"/>
              <a:t>    </a:t>
            </a:r>
            <a:r>
              <a:rPr lang="en-IN" dirty="0" err="1"/>
              <a:t>console.timeEnd</a:t>
            </a:r>
            <a:r>
              <a:rPr lang="en-IN" dirty="0"/>
              <a:t>('Database query'); // Prints duration</a:t>
            </a:r>
          </a:p>
          <a:p>
            <a:r>
              <a:rPr lang="en-IN" dirty="0"/>
              <a:t>}, 500</a:t>
            </a:r>
            <a:r>
              <a:rPr lang="en-IN" dirty="0" smtClean="0"/>
              <a:t>);</a:t>
            </a:r>
            <a:endParaRPr lang="en-IN" dirty="0"/>
          </a:p>
        </p:txBody>
      </p:sp>
    </p:spTree>
    <p:extLst>
      <p:ext uri="{BB962C8B-B14F-4D97-AF65-F5344CB8AC3E}">
        <p14:creationId xmlns:p14="http://schemas.microsoft.com/office/powerpoint/2010/main" val="38577458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3" name="Google Shape;283;g23d6530f4b9_0_82"/>
          <p:cNvSpPr txBox="1"/>
          <p:nvPr/>
        </p:nvSpPr>
        <p:spPr>
          <a:xfrm>
            <a:off x="381000" y="321000"/>
            <a:ext cx="5583000" cy="553968"/>
          </a:xfrm>
          <a:prstGeom prst="rect">
            <a:avLst/>
          </a:prstGeom>
          <a:noFill/>
          <a:ln>
            <a:noFill/>
          </a:ln>
        </p:spPr>
        <p:txBody>
          <a:bodyPr spcFirstLastPara="1" wrap="square" lIns="91425" tIns="91425" rIns="91425" bIns="91425" anchor="t" anchorCtr="0">
            <a:spAutoFit/>
          </a:bodyPr>
          <a:lstStyle/>
          <a:p>
            <a:r>
              <a:rPr lang="en-IN" sz="2400" b="1" dirty="0" smtClean="0"/>
              <a:t>Debugging </a:t>
            </a:r>
            <a:endParaRPr lang="en-IN" sz="2400" b="1" dirty="0"/>
          </a:p>
        </p:txBody>
      </p:sp>
      <p:sp>
        <p:nvSpPr>
          <p:cNvPr id="3" name="Rectangle 2"/>
          <p:cNvSpPr/>
          <p:nvPr/>
        </p:nvSpPr>
        <p:spPr>
          <a:xfrm>
            <a:off x="381000" y="1117095"/>
            <a:ext cx="7933582" cy="307777"/>
          </a:xfrm>
          <a:prstGeom prst="rect">
            <a:avLst/>
          </a:prstGeom>
        </p:spPr>
        <p:txBody>
          <a:bodyPr wrap="none">
            <a:spAutoFit/>
          </a:bodyPr>
          <a:lstStyle/>
          <a:p>
            <a:r>
              <a:rPr lang="en-US" dirty="0"/>
              <a:t>These controls help you </a:t>
            </a:r>
            <a:r>
              <a:rPr lang="en-US" b="1" dirty="0"/>
              <a:t>execute code step-by-step to find bugs or understand program flow</a:t>
            </a:r>
            <a:r>
              <a:rPr lang="en-US" dirty="0"/>
              <a:t>.</a:t>
            </a:r>
            <a:endParaRPr lang="en-IN" dirty="0"/>
          </a:p>
        </p:txBody>
      </p:sp>
      <p:graphicFrame>
        <p:nvGraphicFramePr>
          <p:cNvPr id="2" name="Table 1"/>
          <p:cNvGraphicFramePr>
            <a:graphicFrameLocks noGrp="1"/>
          </p:cNvGraphicFramePr>
          <p:nvPr>
            <p:extLst>
              <p:ext uri="{D42A27DB-BD31-4B8C-83A1-F6EECF244321}">
                <p14:modId xmlns:p14="http://schemas.microsoft.com/office/powerpoint/2010/main" val="939979550"/>
              </p:ext>
            </p:extLst>
          </p:nvPr>
        </p:nvGraphicFramePr>
        <p:xfrm>
          <a:off x="639676" y="1634030"/>
          <a:ext cx="7191948" cy="3262312"/>
        </p:xfrm>
        <a:graphic>
          <a:graphicData uri="http://schemas.openxmlformats.org/drawingml/2006/table">
            <a:tbl>
              <a:tblPr>
                <a:tableStyleId>{1B9BAF51-D252-47A5-B818-23F1545D66B1}</a:tableStyleId>
              </a:tblPr>
              <a:tblGrid>
                <a:gridCol w="1797987"/>
                <a:gridCol w="1797987"/>
                <a:gridCol w="1797987"/>
                <a:gridCol w="1797987"/>
              </a:tblGrid>
              <a:tr h="220426">
                <a:tc>
                  <a:txBody>
                    <a:bodyPr/>
                    <a:lstStyle/>
                    <a:p>
                      <a:r>
                        <a:rPr lang="en-IN" sz="1000" b="1" dirty="0"/>
                        <a:t>Control</a:t>
                      </a:r>
                    </a:p>
                  </a:txBody>
                  <a:tcPr marL="66128" marR="66128" marT="33064" marB="33064" anchor="ctr"/>
                </a:tc>
                <a:tc>
                  <a:txBody>
                    <a:bodyPr/>
                    <a:lstStyle/>
                    <a:p>
                      <a:r>
                        <a:rPr lang="en-IN" sz="1000" b="1"/>
                        <a:t>Shortcut</a:t>
                      </a:r>
                    </a:p>
                  </a:txBody>
                  <a:tcPr marL="66128" marR="66128" marT="33064" marB="33064" anchor="ctr"/>
                </a:tc>
                <a:tc>
                  <a:txBody>
                    <a:bodyPr/>
                    <a:lstStyle/>
                    <a:p>
                      <a:r>
                        <a:rPr lang="en-IN" sz="1000" b="1" dirty="0"/>
                        <a:t>Meaning</a:t>
                      </a:r>
                    </a:p>
                  </a:txBody>
                  <a:tcPr marL="66128" marR="66128" marT="33064" marB="33064" anchor="ctr"/>
                </a:tc>
                <a:tc>
                  <a:txBody>
                    <a:bodyPr/>
                    <a:lstStyle/>
                    <a:p>
                      <a:r>
                        <a:rPr lang="en-IN" sz="1000" b="1" dirty="0"/>
                        <a:t>Example Use</a:t>
                      </a:r>
                    </a:p>
                  </a:txBody>
                  <a:tcPr marL="66128" marR="66128" marT="33064" marB="33064" anchor="ctr"/>
                </a:tc>
              </a:tr>
              <a:tr h="837621">
                <a:tc>
                  <a:txBody>
                    <a:bodyPr/>
                    <a:lstStyle/>
                    <a:p>
                      <a:r>
                        <a:rPr lang="en-IN" sz="1000"/>
                        <a:t>Step Over</a:t>
                      </a:r>
                    </a:p>
                  </a:txBody>
                  <a:tcPr marL="66128" marR="66128" marT="33064" marB="33064" anchor="ctr"/>
                </a:tc>
                <a:tc>
                  <a:txBody>
                    <a:bodyPr/>
                    <a:lstStyle/>
                    <a:p>
                      <a:r>
                        <a:rPr lang="en-IN" sz="1000"/>
                        <a:t>F10</a:t>
                      </a:r>
                    </a:p>
                  </a:txBody>
                  <a:tcPr marL="66128" marR="66128" marT="33064" marB="33064" anchor="ctr"/>
                </a:tc>
                <a:tc>
                  <a:txBody>
                    <a:bodyPr/>
                    <a:lstStyle/>
                    <a:p>
                      <a:r>
                        <a:rPr lang="en-US" sz="1000" dirty="0"/>
                        <a:t>Executes the current line but does not go inside function calls. It moves to the next line in the same file.</a:t>
                      </a:r>
                    </a:p>
                  </a:txBody>
                  <a:tcPr marL="66128" marR="66128" marT="33064" marB="33064" anchor="ctr"/>
                </a:tc>
                <a:tc>
                  <a:txBody>
                    <a:bodyPr/>
                    <a:lstStyle/>
                    <a:p>
                      <a:r>
                        <a:rPr lang="en-US" sz="1000"/>
                        <a:t>If a line calls CalculateTotal(), it runs the whole function and stops at the next line.</a:t>
                      </a:r>
                    </a:p>
                  </a:txBody>
                  <a:tcPr marL="66128" marR="66128" marT="33064" marB="33064" anchor="ctr"/>
                </a:tc>
              </a:tr>
              <a:tr h="683322">
                <a:tc>
                  <a:txBody>
                    <a:bodyPr/>
                    <a:lstStyle/>
                    <a:p>
                      <a:r>
                        <a:rPr lang="en-IN" sz="1000"/>
                        <a:t>Step Into</a:t>
                      </a:r>
                    </a:p>
                  </a:txBody>
                  <a:tcPr marL="66128" marR="66128" marT="33064" marB="33064" anchor="ctr"/>
                </a:tc>
                <a:tc>
                  <a:txBody>
                    <a:bodyPr/>
                    <a:lstStyle/>
                    <a:p>
                      <a:r>
                        <a:rPr lang="en-IN" sz="1000"/>
                        <a:t>F11</a:t>
                      </a:r>
                    </a:p>
                  </a:txBody>
                  <a:tcPr marL="66128" marR="66128" marT="33064" marB="33064" anchor="ctr"/>
                </a:tc>
                <a:tc>
                  <a:txBody>
                    <a:bodyPr/>
                    <a:lstStyle/>
                    <a:p>
                      <a:r>
                        <a:rPr lang="en-US" sz="1000"/>
                        <a:t>Executes the current line and enters the function to debug it line-by-line.</a:t>
                      </a:r>
                    </a:p>
                  </a:txBody>
                  <a:tcPr marL="66128" marR="66128" marT="33064" marB="33064" anchor="ctr"/>
                </a:tc>
                <a:tc>
                  <a:txBody>
                    <a:bodyPr/>
                    <a:lstStyle/>
                    <a:p>
                      <a:r>
                        <a:rPr lang="en-US" sz="1000"/>
                        <a:t>If a line calls CalculateTotal(), the debugger jumps inside that function.</a:t>
                      </a:r>
                    </a:p>
                  </a:txBody>
                  <a:tcPr marL="66128" marR="66128" marT="33064" marB="33064" anchor="ctr"/>
                </a:tc>
              </a:tr>
              <a:tr h="837621">
                <a:tc>
                  <a:txBody>
                    <a:bodyPr/>
                    <a:lstStyle/>
                    <a:p>
                      <a:r>
                        <a:rPr lang="en-IN" sz="1000"/>
                        <a:t>Step Out</a:t>
                      </a:r>
                    </a:p>
                  </a:txBody>
                  <a:tcPr marL="66128" marR="66128" marT="33064" marB="33064" anchor="ctr"/>
                </a:tc>
                <a:tc>
                  <a:txBody>
                    <a:bodyPr/>
                    <a:lstStyle/>
                    <a:p>
                      <a:r>
                        <a:rPr lang="en-IN" sz="1000"/>
                        <a:t>Shift + F11</a:t>
                      </a:r>
                    </a:p>
                  </a:txBody>
                  <a:tcPr marL="66128" marR="66128" marT="33064" marB="33064" anchor="ctr"/>
                </a:tc>
                <a:tc>
                  <a:txBody>
                    <a:bodyPr/>
                    <a:lstStyle/>
                    <a:p>
                      <a:r>
                        <a:rPr lang="en-US" sz="1000"/>
                        <a:t>Runs the remaining lines of the current function and returns to the caller method.</a:t>
                      </a:r>
                    </a:p>
                  </a:txBody>
                  <a:tcPr marL="66128" marR="66128" marT="33064" marB="33064" anchor="ctr"/>
                </a:tc>
                <a:tc>
                  <a:txBody>
                    <a:bodyPr/>
                    <a:lstStyle/>
                    <a:p>
                      <a:r>
                        <a:rPr lang="en-US" sz="1000" dirty="0"/>
                        <a:t>If you are inside </a:t>
                      </a:r>
                      <a:r>
                        <a:rPr lang="en-US" sz="1000" dirty="0" err="1"/>
                        <a:t>CalculateTotal</a:t>
                      </a:r>
                      <a:r>
                        <a:rPr lang="en-US" sz="1000" dirty="0"/>
                        <a:t>(), it finishes that function and returns to the previous code.</a:t>
                      </a:r>
                    </a:p>
                  </a:txBody>
                  <a:tcPr marL="66128" marR="66128" marT="33064" marB="33064" anchor="ctr"/>
                </a:tc>
              </a:tr>
              <a:tr h="683322">
                <a:tc>
                  <a:txBody>
                    <a:bodyPr/>
                    <a:lstStyle/>
                    <a:p>
                      <a:r>
                        <a:rPr lang="en-IN" sz="1000"/>
                        <a:t>Continue</a:t>
                      </a:r>
                    </a:p>
                  </a:txBody>
                  <a:tcPr marL="66128" marR="66128" marT="33064" marB="33064" anchor="ctr"/>
                </a:tc>
                <a:tc>
                  <a:txBody>
                    <a:bodyPr/>
                    <a:lstStyle/>
                    <a:p>
                      <a:r>
                        <a:rPr lang="en-US" sz="1000"/>
                        <a:t>F8 (sometimes F5 depending on IDE)</a:t>
                      </a:r>
                    </a:p>
                  </a:txBody>
                  <a:tcPr marL="66128" marR="66128" marT="33064" marB="33064" anchor="ctr"/>
                </a:tc>
                <a:tc>
                  <a:txBody>
                    <a:bodyPr/>
                    <a:lstStyle/>
                    <a:p>
                      <a:r>
                        <a:rPr lang="en-US" sz="1000" dirty="0"/>
                        <a:t>Resumes program execution until the next breakpoint or the program ends.</a:t>
                      </a:r>
                    </a:p>
                  </a:txBody>
                  <a:tcPr marL="66128" marR="66128" marT="33064" marB="33064" anchor="ctr"/>
                </a:tc>
                <a:tc>
                  <a:txBody>
                    <a:bodyPr/>
                    <a:lstStyle/>
                    <a:p>
                      <a:r>
                        <a:rPr lang="en-US" sz="1000" dirty="0"/>
                        <a:t>Useful when you want the program to run normally until the next debug stop.</a:t>
                      </a:r>
                    </a:p>
                  </a:txBody>
                  <a:tcPr marL="66128" marR="66128" marT="33064" marB="33064" anchor="ctr"/>
                </a:tc>
              </a:tr>
            </a:tbl>
          </a:graphicData>
        </a:graphic>
      </p:graphicFrame>
    </p:spTree>
    <p:extLst>
      <p:ext uri="{BB962C8B-B14F-4D97-AF65-F5344CB8AC3E}">
        <p14:creationId xmlns:p14="http://schemas.microsoft.com/office/powerpoint/2010/main" val="38768553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g27625e78053_0_64"/>
          <p:cNvSpPr txBox="1"/>
          <p:nvPr/>
        </p:nvSpPr>
        <p:spPr>
          <a:xfrm>
            <a:off x="702325" y="1771000"/>
            <a:ext cx="6725400" cy="663600"/>
          </a:xfrm>
          <a:prstGeom prst="rect">
            <a:avLst/>
          </a:prstGeom>
          <a:solidFill>
            <a:srgbClr val="A64D79"/>
          </a:solidFill>
          <a:ln>
            <a:noFill/>
          </a:ln>
        </p:spPr>
        <p:txBody>
          <a:bodyPr spcFirstLastPara="1" wrap="square" lIns="91425" tIns="45700" rIns="91425" bIns="45700" anchor="t" anchorCtr="0">
            <a:noAutofit/>
          </a:bodyPr>
          <a:lstStyle/>
          <a:p>
            <a:pPr algn="ctr">
              <a:lnSpc>
                <a:spcPct val="90000"/>
              </a:lnSpc>
              <a:buSzPts val="4000"/>
            </a:pPr>
            <a:r>
              <a:rPr lang="en-IN" sz="4000" dirty="0">
                <a:solidFill>
                  <a:schemeClr val="lt1"/>
                </a:solidFill>
                <a:latin typeface="Proxima Nova"/>
                <a:ea typeface="Proxima Nova"/>
                <a:cs typeface="Proxima Nova"/>
              </a:rPr>
              <a:t>Simple DOM </a:t>
            </a:r>
            <a:r>
              <a:rPr lang="en-IN" sz="4000" dirty="0" smtClean="0">
                <a:solidFill>
                  <a:schemeClr val="lt1"/>
                </a:solidFill>
                <a:latin typeface="Proxima Nova"/>
                <a:ea typeface="Proxima Nova"/>
                <a:cs typeface="Proxima Nova"/>
              </a:rPr>
              <a:t>Project</a:t>
            </a:r>
            <a:endParaRPr lang="en-IN" sz="4000" dirty="0">
              <a:solidFill>
                <a:schemeClr val="lt1"/>
              </a:solidFill>
              <a:latin typeface="Proxima Nova"/>
              <a:ea typeface="Proxima Nova"/>
              <a:cs typeface="Proxima Nova"/>
            </a:endParaRPr>
          </a:p>
        </p:txBody>
      </p:sp>
      <p:sp>
        <p:nvSpPr>
          <p:cNvPr id="2" name="Rectangle 1"/>
          <p:cNvSpPr/>
          <p:nvPr/>
        </p:nvSpPr>
        <p:spPr>
          <a:xfrm>
            <a:off x="643943" y="2891438"/>
            <a:ext cx="7991341" cy="523220"/>
          </a:xfrm>
          <a:prstGeom prst="rect">
            <a:avLst/>
          </a:prstGeom>
        </p:spPr>
        <p:txBody>
          <a:bodyPr wrap="square">
            <a:spAutoFit/>
          </a:bodyPr>
          <a:lstStyle/>
          <a:p>
            <a:r>
              <a:rPr lang="en-US" dirty="0" smtClean="0">
                <a:solidFill>
                  <a:srgbClr val="0F1115"/>
                </a:solidFill>
                <a:latin typeface="quote-cjk-patch"/>
              </a:rPr>
              <a:t>Create project all </a:t>
            </a:r>
            <a:r>
              <a:rPr lang="en-US" dirty="0">
                <a:solidFill>
                  <a:srgbClr val="0F1115"/>
                </a:solidFill>
                <a:latin typeface="quote-cjk-patch"/>
              </a:rPr>
              <a:t>core DOM manipulation concepts: creating elements, handling events, updating styles, and removing elements</a:t>
            </a:r>
            <a:endParaRPr lang="en-IN" dirty="0"/>
          </a:p>
        </p:txBody>
      </p:sp>
    </p:spTree>
    <p:extLst>
      <p:ext uri="{BB962C8B-B14F-4D97-AF65-F5344CB8AC3E}">
        <p14:creationId xmlns:p14="http://schemas.microsoft.com/office/powerpoint/2010/main" val="18762909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10"/>
          <p:cNvSpPr txBox="1"/>
          <p:nvPr/>
        </p:nvSpPr>
        <p:spPr>
          <a:xfrm>
            <a:off x="226925" y="151275"/>
            <a:ext cx="4962000" cy="84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Check Your Understanding </a:t>
            </a:r>
            <a:endParaRPr sz="2400" b="1" i="0" u="none" strike="noStrike" cap="none">
              <a:solidFill>
                <a:srgbClr val="323F4F"/>
              </a:solidFill>
              <a:latin typeface="Proxima Nova"/>
              <a:ea typeface="Proxima Nova"/>
              <a:cs typeface="Proxima Nova"/>
              <a:sym typeface="Proxima Nova"/>
            </a:endParaRPr>
          </a:p>
          <a:p>
            <a:pPr marL="0" marR="0" lvl="0" indent="0" algn="l" rtl="0">
              <a:lnSpc>
                <a:spcPct val="90000"/>
              </a:lnSpc>
              <a:spcBef>
                <a:spcPts val="0"/>
              </a:spcBef>
              <a:spcAft>
                <a:spcPts val="0"/>
              </a:spcAft>
              <a:buClr>
                <a:srgbClr val="000000"/>
              </a:buClr>
              <a:buSzPts val="2400"/>
              <a:buFont typeface="Arial"/>
              <a:buNone/>
            </a:pPr>
            <a:endParaRPr sz="2400" b="1" i="0" u="none" strike="noStrike" cap="none">
              <a:solidFill>
                <a:srgbClr val="323F4F"/>
              </a:solidFill>
              <a:latin typeface="Proxima Nova"/>
              <a:ea typeface="Proxima Nova"/>
              <a:cs typeface="Proxima Nova"/>
              <a:sym typeface="Proxima Nova"/>
            </a:endParaRPr>
          </a:p>
        </p:txBody>
      </p:sp>
      <p:sp>
        <p:nvSpPr>
          <p:cNvPr id="490" name="Google Shape;490;p10"/>
          <p:cNvSpPr/>
          <p:nvPr/>
        </p:nvSpPr>
        <p:spPr>
          <a:xfrm rot="10800000" flipH="1">
            <a:off x="305900" y="627875"/>
            <a:ext cx="3763500" cy="1044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pic>
        <p:nvPicPr>
          <p:cNvPr id="491" name="Google Shape;491;p10" descr="check sign - Clip Art Library"/>
          <p:cNvPicPr preferRelativeResize="0"/>
          <p:nvPr/>
        </p:nvPicPr>
        <p:blipFill rotWithShape="1">
          <a:blip r:embed="rId3">
            <a:alphaModFix/>
          </a:blip>
          <a:srcRect/>
          <a:stretch/>
        </p:blipFill>
        <p:spPr>
          <a:xfrm>
            <a:off x="5975597" y="1075321"/>
            <a:ext cx="1768724" cy="1768724"/>
          </a:xfrm>
          <a:prstGeom prst="rect">
            <a:avLst/>
          </a:prstGeom>
          <a:noFill/>
          <a:ln>
            <a:noFill/>
          </a:ln>
        </p:spPr>
      </p:pic>
      <p:sp>
        <p:nvSpPr>
          <p:cNvPr id="492" name="Google Shape;492;p10"/>
          <p:cNvSpPr txBox="1"/>
          <p:nvPr/>
        </p:nvSpPr>
        <p:spPr>
          <a:xfrm>
            <a:off x="542200" y="1172300"/>
            <a:ext cx="4777200" cy="1169700"/>
          </a:xfrm>
          <a:prstGeom prst="rect">
            <a:avLst/>
          </a:prstGeom>
          <a:noFill/>
          <a:ln>
            <a:noFill/>
          </a:ln>
        </p:spPr>
        <p:txBody>
          <a:bodyPr spcFirstLastPara="1" wrap="square" lIns="91425" tIns="91425" rIns="91425" bIns="91425" anchor="t" anchorCtr="0">
            <a:spAutoFit/>
          </a:bodyPr>
          <a:lstStyle/>
          <a:p>
            <a:pPr marL="457200" marR="0" lvl="0" indent="-330200" algn="l" rtl="0">
              <a:lnSpc>
                <a:spcPct val="100000"/>
              </a:lnSpc>
              <a:spcBef>
                <a:spcPts val="0"/>
              </a:spcBef>
              <a:spcAft>
                <a:spcPts val="0"/>
              </a:spcAft>
              <a:buClr>
                <a:schemeClr val="dk1"/>
              </a:buClr>
              <a:buSzPts val="1600"/>
              <a:buFont typeface="Proxima Nova Semibold"/>
              <a:buAutoNum type="arabicPeriod"/>
            </a:pPr>
            <a:r>
              <a:rPr lang="en" sz="1600" b="0" i="0" u="none" strike="noStrike" cap="none">
                <a:solidFill>
                  <a:schemeClr val="dk1"/>
                </a:solidFill>
                <a:highlight>
                  <a:schemeClr val="lt1"/>
                </a:highlight>
                <a:latin typeface="Proxima Nova Semibold"/>
                <a:ea typeface="Proxima Nova Semibold"/>
                <a:cs typeface="Proxima Nova Semibold"/>
                <a:sym typeface="Proxima Nova Semibold"/>
              </a:rPr>
              <a:t>What is Javascript?</a:t>
            </a:r>
            <a:endParaRPr sz="1600" b="0" i="0" u="none" strike="noStrike" cap="none">
              <a:solidFill>
                <a:schemeClr val="dk1"/>
              </a:solidFill>
              <a:highlight>
                <a:schemeClr val="lt1"/>
              </a:highlight>
              <a:latin typeface="Proxima Nova Semibold"/>
              <a:ea typeface="Proxima Nova Semibold"/>
              <a:cs typeface="Proxima Nova Semibold"/>
              <a:sym typeface="Proxima Nova Semibold"/>
            </a:endParaRPr>
          </a:p>
          <a:p>
            <a:pPr marL="457200" marR="0" lvl="0" indent="-330200" algn="l" rtl="0">
              <a:lnSpc>
                <a:spcPct val="100000"/>
              </a:lnSpc>
              <a:spcBef>
                <a:spcPts val="0"/>
              </a:spcBef>
              <a:spcAft>
                <a:spcPts val="0"/>
              </a:spcAft>
              <a:buClr>
                <a:schemeClr val="dk1"/>
              </a:buClr>
              <a:buSzPts val="1600"/>
              <a:buFont typeface="Proxima Nova Semibold"/>
              <a:buAutoNum type="arabicPeriod"/>
            </a:pPr>
            <a:r>
              <a:rPr lang="en" sz="1600" b="0" i="0" u="none" strike="noStrike" cap="none">
                <a:solidFill>
                  <a:schemeClr val="dk1"/>
                </a:solidFill>
                <a:highlight>
                  <a:schemeClr val="lt1"/>
                </a:highlight>
                <a:latin typeface="Proxima Nova Semibold"/>
                <a:ea typeface="Proxima Nova Semibold"/>
                <a:cs typeface="Proxima Nova Semibold"/>
                <a:sym typeface="Proxima Nova Semibold"/>
              </a:rPr>
              <a:t>How to use Javascript to validate user data?</a:t>
            </a:r>
            <a:endParaRPr sz="1600" b="0" i="0" u="none" strike="noStrike" cap="none">
              <a:solidFill>
                <a:schemeClr val="dk1"/>
              </a:solidFill>
              <a:highlight>
                <a:schemeClr val="lt1"/>
              </a:highlight>
              <a:latin typeface="Proxima Nova Semibold"/>
              <a:ea typeface="Proxima Nova Semibold"/>
              <a:cs typeface="Proxima Nova Semibold"/>
              <a:sym typeface="Proxima Nova Semibold"/>
            </a:endParaRPr>
          </a:p>
          <a:p>
            <a:pPr marL="457200" marR="0" lvl="0" indent="-330200" algn="l" rtl="0">
              <a:lnSpc>
                <a:spcPct val="100000"/>
              </a:lnSpc>
              <a:spcBef>
                <a:spcPts val="0"/>
              </a:spcBef>
              <a:spcAft>
                <a:spcPts val="0"/>
              </a:spcAft>
              <a:buClr>
                <a:schemeClr val="dk1"/>
              </a:buClr>
              <a:buSzPts val="1600"/>
              <a:buFont typeface="Proxima Nova Semibold"/>
              <a:buAutoNum type="arabicPeriod"/>
            </a:pPr>
            <a:r>
              <a:rPr lang="en" sz="1600" b="0" i="0" u="none" strike="noStrike" cap="none">
                <a:solidFill>
                  <a:schemeClr val="dk1"/>
                </a:solidFill>
                <a:highlight>
                  <a:schemeClr val="lt1"/>
                </a:highlight>
                <a:latin typeface="Proxima Nova Semibold"/>
                <a:ea typeface="Proxima Nova Semibold"/>
                <a:cs typeface="Proxima Nova Semibold"/>
                <a:sym typeface="Proxima Nova Semibold"/>
              </a:rPr>
              <a:t>What are the types of Javascript?</a:t>
            </a:r>
            <a:endParaRPr sz="1600" b="0" i="0" u="none" strike="noStrike" cap="none">
              <a:solidFill>
                <a:schemeClr val="dk1"/>
              </a:solidFill>
              <a:highlight>
                <a:schemeClr val="lt1"/>
              </a:highlight>
              <a:latin typeface="Proxima Nova Semibold"/>
              <a:ea typeface="Proxima Nova Semibold"/>
              <a:cs typeface="Proxima Nova Semibold"/>
              <a:sym typeface="Proxima Nova Semibold"/>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roxima Nova Semibold"/>
              <a:ea typeface="Proxima Nova Semibold"/>
              <a:cs typeface="Proxima Nova Semibold"/>
              <a:sym typeface="Proxima Nova Semibo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13"/>
          <p:cNvSpPr txBox="1"/>
          <p:nvPr/>
        </p:nvSpPr>
        <p:spPr>
          <a:xfrm>
            <a:off x="394950" y="223550"/>
            <a:ext cx="44427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Question &amp; Answer</a:t>
            </a:r>
            <a:endParaRPr sz="2400" b="1" i="0" u="none" strike="noStrike" cap="none">
              <a:solidFill>
                <a:srgbClr val="323F4F"/>
              </a:solidFill>
              <a:latin typeface="Proxima Nova"/>
              <a:ea typeface="Proxima Nova"/>
              <a:cs typeface="Proxima Nova"/>
              <a:sym typeface="Proxima Nova"/>
            </a:endParaRPr>
          </a:p>
        </p:txBody>
      </p:sp>
      <p:pic>
        <p:nvPicPr>
          <p:cNvPr id="498" name="Google Shape;498;p13"/>
          <p:cNvPicPr preferRelativeResize="0"/>
          <p:nvPr/>
        </p:nvPicPr>
        <p:blipFill rotWithShape="1">
          <a:blip r:embed="rId3">
            <a:alphaModFix/>
          </a:blip>
          <a:srcRect/>
          <a:stretch/>
        </p:blipFill>
        <p:spPr>
          <a:xfrm>
            <a:off x="1423175" y="940450"/>
            <a:ext cx="4832175" cy="33769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16"/>
          <p:cNvSpPr txBox="1">
            <a:spLocks noGrp="1"/>
          </p:cNvSpPr>
          <p:nvPr>
            <p:ph type="title"/>
          </p:nvPr>
        </p:nvSpPr>
        <p:spPr>
          <a:xfrm>
            <a:off x="568925" y="1070150"/>
            <a:ext cx="7432200" cy="255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4000"/>
              <a:buNone/>
            </a:pPr>
            <a:r>
              <a:rPr lang="en" sz="1600">
                <a:latin typeface="Proxima Nova Semibold"/>
                <a:ea typeface="Proxima Nova Semibold"/>
                <a:cs typeface="Proxima Nova Semibold"/>
                <a:sym typeface="Proxima Nova Semibold"/>
              </a:rPr>
              <a:t>https://www.w3schools.com/js/</a:t>
            </a:r>
            <a:endParaRPr sz="1600">
              <a:latin typeface="Proxima Nova Semibold"/>
              <a:ea typeface="Proxima Nova Semibold"/>
              <a:cs typeface="Proxima Nova Semibold"/>
              <a:sym typeface="Proxima Nova Semibold"/>
            </a:endParaRPr>
          </a:p>
          <a:p>
            <a:pPr marL="0" lvl="0" indent="0" algn="l" rtl="0">
              <a:lnSpc>
                <a:spcPct val="90000"/>
              </a:lnSpc>
              <a:spcBef>
                <a:spcPts val="1000"/>
              </a:spcBef>
              <a:spcAft>
                <a:spcPts val="0"/>
              </a:spcAft>
              <a:buSzPts val="4000"/>
              <a:buNone/>
            </a:pPr>
            <a:r>
              <a:rPr lang="en" sz="1600">
                <a:latin typeface="Proxima Nova Semibold"/>
                <a:ea typeface="Proxima Nova Semibold"/>
                <a:cs typeface="Proxima Nova Semibold"/>
                <a:sym typeface="Proxima Nova Semibold"/>
              </a:rPr>
              <a:t>https://www.javascripttutorial.net/</a:t>
            </a:r>
            <a:endParaRPr sz="1600">
              <a:latin typeface="Proxima Nova Semibold"/>
              <a:ea typeface="Proxima Nova Semibold"/>
              <a:cs typeface="Proxima Nova Semibold"/>
              <a:sym typeface="Proxima Nova Semibold"/>
            </a:endParaRPr>
          </a:p>
          <a:p>
            <a:pPr marL="0" lvl="0" indent="0" algn="l" rtl="0">
              <a:lnSpc>
                <a:spcPct val="90000"/>
              </a:lnSpc>
              <a:spcBef>
                <a:spcPts val="1000"/>
              </a:spcBef>
              <a:spcAft>
                <a:spcPts val="0"/>
              </a:spcAft>
              <a:buSzPts val="4000"/>
              <a:buNone/>
            </a:pPr>
            <a:r>
              <a:rPr lang="en" sz="1600">
                <a:latin typeface="Proxima Nova Semibold"/>
                <a:ea typeface="Proxima Nova Semibold"/>
                <a:cs typeface="Proxima Nova Semibold"/>
                <a:sym typeface="Proxima Nova Semibold"/>
              </a:rPr>
              <a:t>https://www.tutorialspoint.com/javascript/index.htm</a:t>
            </a:r>
            <a:endParaRPr sz="1600">
              <a:latin typeface="Proxima Nova Semibold"/>
              <a:ea typeface="Proxima Nova Semibold"/>
              <a:cs typeface="Proxima Nova Semibold"/>
              <a:sym typeface="Proxima Nova Semibold"/>
            </a:endParaRPr>
          </a:p>
          <a:p>
            <a:pPr marL="0" lvl="0" indent="0" algn="l" rtl="0">
              <a:lnSpc>
                <a:spcPct val="90000"/>
              </a:lnSpc>
              <a:spcBef>
                <a:spcPts val="1000"/>
              </a:spcBef>
              <a:spcAft>
                <a:spcPts val="0"/>
              </a:spcAft>
              <a:buSzPts val="4000"/>
              <a:buNone/>
            </a:pPr>
            <a:endParaRPr sz="1600">
              <a:latin typeface="Proxima Nova Semibold"/>
              <a:ea typeface="Proxima Nova Semibold"/>
              <a:cs typeface="Proxima Nova Semibold"/>
              <a:sym typeface="Proxima Nova Semibold"/>
            </a:endParaRPr>
          </a:p>
        </p:txBody>
      </p:sp>
      <p:sp>
        <p:nvSpPr>
          <p:cNvPr id="504" name="Google Shape;504;p16"/>
          <p:cNvSpPr txBox="1"/>
          <p:nvPr/>
        </p:nvSpPr>
        <p:spPr>
          <a:xfrm>
            <a:off x="317625" y="223600"/>
            <a:ext cx="40425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000"/>
              <a:buFont typeface="Arial"/>
              <a:buNone/>
            </a:pPr>
            <a:r>
              <a:rPr lang="en" sz="2400" b="1" i="0" u="none" strike="noStrike" cap="none">
                <a:solidFill>
                  <a:srgbClr val="323F4F"/>
                </a:solidFill>
                <a:latin typeface="Proxima Nova"/>
                <a:ea typeface="Proxima Nova"/>
                <a:cs typeface="Proxima Nova"/>
                <a:sym typeface="Proxima Nova"/>
              </a:rPr>
              <a:t>Reference Materials</a:t>
            </a:r>
            <a:endParaRPr sz="2400" b="1" i="0" u="none" strike="noStrike" cap="none">
              <a:solidFill>
                <a:srgbClr val="323F4F"/>
              </a:solidFill>
              <a:latin typeface="Proxima Nova"/>
              <a:ea typeface="Proxima Nova"/>
              <a:cs typeface="Proxima Nova"/>
              <a:sym typeface="Proxima Nov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17"/>
          <p:cNvSpPr txBox="1">
            <a:spLocks noGrp="1"/>
          </p:cNvSpPr>
          <p:nvPr>
            <p:ph type="subTitle" idx="1"/>
          </p:nvPr>
        </p:nvSpPr>
        <p:spPr>
          <a:xfrm>
            <a:off x="2092775" y="2305650"/>
            <a:ext cx="5271900" cy="320700"/>
          </a:xfrm>
          <a:prstGeom prst="rect">
            <a:avLst/>
          </a:prstGeom>
          <a:noFill/>
          <a:ln>
            <a:noFill/>
          </a:ln>
        </p:spPr>
        <p:txBody>
          <a:bodyPr spcFirstLastPara="1" wrap="square" lIns="0" tIns="0" rIns="0" bIns="0" anchor="t" anchorCtr="0">
            <a:noAutofit/>
          </a:bodyPr>
          <a:lstStyle/>
          <a:p>
            <a:r>
              <a:rPr lang="en" sz="1600"/>
              <a:t>Benhar Charles Velankanni</a:t>
            </a:r>
            <a:endParaRPr sz="1600"/>
          </a:p>
        </p:txBody>
      </p:sp>
    </p:spTree>
  </p:cSld>
  <p:clrMapOvr>
    <a:masterClrMapping/>
  </p:clrMapOvr>
</p:sld>
</file>

<file path=ppt/theme/theme1.xml><?xml version="1.0" encoding="utf-8"?>
<a:theme xmlns:a="http://schemas.openxmlformats.org/drawingml/2006/main"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f6ad64a-8b6b-48eb-ae60-12a54eda0ca9">
      <Terms xmlns="http://schemas.microsoft.com/office/infopath/2007/PartnerControls"/>
    </lcf76f155ced4ddcb4097134ff3c332f>
    <TaxCatchAll xmlns="70328ee1-d215-47f2-9f94-e66745c0848f" xsi:nil="true"/>
    <MediaLengthInSeconds xmlns="9f6ad64a-8b6b-48eb-ae60-12a54eda0ca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DE37E934965AB40B8C2959C180473A3" ma:contentTypeVersion="13" ma:contentTypeDescription="Create a new document." ma:contentTypeScope="" ma:versionID="b652bdf42f97bf36c4cecc4a137c9e6d">
  <xsd:schema xmlns:xsd="http://www.w3.org/2001/XMLSchema" xmlns:xs="http://www.w3.org/2001/XMLSchema" xmlns:p="http://schemas.microsoft.com/office/2006/metadata/properties" xmlns:ns2="9f6ad64a-8b6b-48eb-ae60-12a54eda0ca9" xmlns:ns3="70328ee1-d215-47f2-9f94-e66745c0848f" targetNamespace="http://schemas.microsoft.com/office/2006/metadata/properties" ma:root="true" ma:fieldsID="ef4dd843760eb6ba715a3d5caabb3102" ns2:_="" ns3:_="">
    <xsd:import namespace="9f6ad64a-8b6b-48eb-ae60-12a54eda0ca9"/>
    <xsd:import namespace="70328ee1-d215-47f2-9f94-e66745c0848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6ad64a-8b6b-48eb-ae60-12a54eda0c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a156ab42-c15d-4f16-a227-b8fc8443f73b"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descrip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328ee1-d215-47f2-9f94-e66745c0848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c998392-e962-4591-95d1-fdc2e5b3008b}" ma:internalName="TaxCatchAll" ma:showField="CatchAllData" ma:web="70328ee1-d215-47f2-9f94-e66745c0848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5DA012-BBE1-41E3-B821-9BF2DDCA651F}">
  <ds:schemaRefs>
    <ds:schemaRef ds:uri="http://schemas.microsoft.com/sharepoint/v3/contenttype/forms"/>
  </ds:schemaRefs>
</ds:datastoreItem>
</file>

<file path=customXml/itemProps2.xml><?xml version="1.0" encoding="utf-8"?>
<ds:datastoreItem xmlns:ds="http://schemas.openxmlformats.org/officeDocument/2006/customXml" ds:itemID="{AC8A4D05-2C6B-4E3D-ACBF-D0F4E11F0DD3}">
  <ds:schemaRefs>
    <ds:schemaRef ds:uri="http://purl.org/dc/elements/1.1/"/>
    <ds:schemaRef ds:uri="http://purl.org/dc/dcmitype/"/>
    <ds:schemaRef ds:uri="http://schemas.microsoft.com/office/2006/metadata/properties"/>
    <ds:schemaRef ds:uri="9f6ad64a-8b6b-48eb-ae60-12a54eda0ca9"/>
    <ds:schemaRef ds:uri="http://schemas.microsoft.com/office/2006/documentManagement/types"/>
    <ds:schemaRef ds:uri="70328ee1-d215-47f2-9f94-e66745c0848f"/>
    <ds:schemaRef ds:uri="http://schemas.microsoft.com/office/infopath/2007/PartnerControls"/>
    <ds:schemaRef ds:uri="http://schemas.openxmlformats.org/package/2006/metadata/core-properties"/>
    <ds:schemaRef ds:uri="http://www.w3.org/XML/1998/namespace"/>
    <ds:schemaRef ds:uri="http://purl.org/dc/terms/"/>
  </ds:schemaRefs>
</ds:datastoreItem>
</file>

<file path=customXml/itemProps3.xml><?xml version="1.0" encoding="utf-8"?>
<ds:datastoreItem xmlns:ds="http://schemas.openxmlformats.org/officeDocument/2006/customXml" ds:itemID="{1CFC267C-DE1B-4101-8C28-4BADF6AAF7D3}">
  <ds:schemaRefs>
    <ds:schemaRef ds:uri="70328ee1-d215-47f2-9f94-e66745c0848f"/>
    <ds:schemaRef ds:uri="9f6ad64a-8b6b-48eb-ae60-12a54eda0ca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17916</TotalTime>
  <Words>2461</Words>
  <Application>Microsoft Office PowerPoint</Application>
  <PresentationFormat>On-screen Show (16:9)</PresentationFormat>
  <Paragraphs>504</Paragraphs>
  <Slides>38</Slides>
  <Notes>29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38</vt:i4>
      </vt:variant>
    </vt:vector>
  </HeadingPairs>
  <TitlesOfParts>
    <vt:vector size="46" baseType="lpstr">
      <vt:lpstr>Proxima Nova Semibold</vt:lpstr>
      <vt:lpstr>quote-cjk-patch</vt:lpstr>
      <vt:lpstr>Proxima Nova</vt:lpstr>
      <vt:lpstr>Arial</vt:lpstr>
      <vt:lpstr>Calibri</vt:lpstr>
      <vt:lpstr>Menlo</vt:lpstr>
      <vt:lpstr>Relevantz - Internal Slide Template</vt:lpstr>
      <vt:lpstr>Relevantz - Internal Slide Template</vt:lpstr>
      <vt:lpstr>PowerPoint Presentation</vt:lpstr>
      <vt:lpstr>PowerPoint Presentation</vt:lpstr>
      <vt:lpstr>PowerPoint Presentation</vt:lpstr>
      <vt:lpstr>DOM (Document Object Model) is a programming interface for HTML documents. It represents the page as a tree structure that programs can modify. Documen     ├── html     │    ├── head     │    │    ├── title     │    │    └── meta     │    └── body     │         ├── header     │         ├── main     │         │    ├── div     │         │    ├── p     │         │    └── button     │         └── footer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change in the state of an object is known as an Event.   In html, there are various events which represents that some activity is performed by the user or by the browser.   When javascript code is included in HTML, js react over these events and allow the execution.   This process of reacting over the events is called Event Handling. Thus, js handles the HTML events via Event Handlers.  </vt:lpstr>
      <vt:lpstr> </vt:lpstr>
      <vt:lpstr> </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https://www.w3schools.com/js/ https://www.javascripttutorial.net/ https://www.tutorialspoint.com/javascript/index.htm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Benhar Charles V</dc:creator>
  <cp:lastModifiedBy>Microsoft account</cp:lastModifiedBy>
  <cp:revision>26</cp:revision>
  <dcterms:modified xsi:type="dcterms:W3CDTF">2026-03-08T19:38:37Z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0x0101006DE37E934965AB40B8C2959C180473A3</vt:lpwstr>
  </property>
  <property fmtid="{D5CDD505-2E9C-101B-9397-08002B2CF9AE}" pid="3" name="Order">
    <vt:r8>391700</vt:r8>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y fmtid="{D5CDD505-2E9C-101B-9397-08002B2CF9AE}" pid="9" name="MediaServiceImageTags">
    <vt:lpwstr/>
  </property>
  <property fmtid="{D5CDD505-2E9C-101B-9397-08002B2CF9AE}" pid="10" name="MSIP_Label_defa4170-0d19-0005-0004-bc88714345d2_Enabled">
    <vt:lpwstr>true</vt:lpwstr>
  </property>
  <property fmtid="{D5CDD505-2E9C-101B-9397-08002B2CF9AE}" pid="11" name="MSIP_Label_defa4170-0d19-0005-0004-bc88714345d2_SetDate">
    <vt:lpwstr>2025-06-04T11:23:41Z</vt:lpwstr>
  </property>
  <property fmtid="{D5CDD505-2E9C-101B-9397-08002B2CF9AE}" pid="12" name="MSIP_Label_defa4170-0d19-0005-0004-bc88714345d2_Method">
    <vt:lpwstr>Standard</vt:lpwstr>
  </property>
  <property fmtid="{D5CDD505-2E9C-101B-9397-08002B2CF9AE}" pid="13" name="MSIP_Label_defa4170-0d19-0005-0004-bc88714345d2_Name">
    <vt:lpwstr>defa4170-0d19-0005-0004-bc88714345d2</vt:lpwstr>
  </property>
  <property fmtid="{D5CDD505-2E9C-101B-9397-08002B2CF9AE}" pid="14" name="MSIP_Label_defa4170-0d19-0005-0004-bc88714345d2_SiteId">
    <vt:lpwstr>fe66d7b1-c17e-4ba8-a08d-2e146117dc7e</vt:lpwstr>
  </property>
  <property fmtid="{D5CDD505-2E9C-101B-9397-08002B2CF9AE}" pid="15" name="MSIP_Label_defa4170-0d19-0005-0004-bc88714345d2_ActionId">
    <vt:lpwstr>db0fe4a2-2236-45c4-9210-9d9cc71c4f5d</vt:lpwstr>
  </property>
  <property fmtid="{D5CDD505-2E9C-101B-9397-08002B2CF9AE}" pid="16" name="MSIP_Label_defa4170-0d19-0005-0004-bc88714345d2_ContentBits">
    <vt:lpwstr>0</vt:lpwstr>
  </property>
  <property fmtid="{D5CDD505-2E9C-101B-9397-08002B2CF9AE}" pid="17" name="MSIP_Label_defa4170-0d19-0005-0004-bc88714345d2_Tag">
    <vt:lpwstr>10, 3, 0, 2</vt:lpwstr>
  </property>
</Properties>
</file>