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30"/>
  </p:notesMasterIdLst>
  <p:sldIdLst>
    <p:sldId id="256" r:id="rId6"/>
    <p:sldId id="257" r:id="rId7"/>
    <p:sldId id="266" r:id="rId8"/>
    <p:sldId id="272" r:id="rId9"/>
    <p:sldId id="321" r:id="rId10"/>
    <p:sldId id="273" r:id="rId11"/>
    <p:sldId id="274" r:id="rId12"/>
    <p:sldId id="275" r:id="rId13"/>
    <p:sldId id="322" r:id="rId14"/>
    <p:sldId id="276" r:id="rId15"/>
    <p:sldId id="277" r:id="rId16"/>
    <p:sldId id="278" r:id="rId17"/>
    <p:sldId id="323" r:id="rId18"/>
    <p:sldId id="279" r:id="rId19"/>
    <p:sldId id="280" r:id="rId20"/>
    <p:sldId id="334" r:id="rId21"/>
    <p:sldId id="335" r:id="rId22"/>
    <p:sldId id="281" r:id="rId23"/>
    <p:sldId id="336" r:id="rId24"/>
    <p:sldId id="337" r:id="rId25"/>
    <p:sldId id="310" r:id="rId26"/>
    <p:sldId id="311" r:id="rId27"/>
    <p:sldId id="312" r:id="rId28"/>
    <p:sldId id="313" r:id="rId29"/>
  </p:sldIdLst>
  <p:sldSz cx="9144000" cy="5143500" type="screen16x9"/>
  <p:notesSz cx="6858000" cy="9144000"/>
  <p:embeddedFontLst>
    <p:embeddedFont>
      <p:font typeface="Proxima Nova" panose="020B060402020202020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Proxima Nova Semibold" panose="020B0604020202020204" charset="0"/>
      <p:regular r:id="rId39"/>
      <p:bold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6"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0B625-0A3F-F891-772A-E3B19C12F2A8}" v="323" dt="2025-06-04T13:39:43.205"/>
    <p1510:client id="{ABD9A99C-9D15-D75B-1538-4400EC83D647}" v="2" dt="2025-06-06T04:33:20.878"/>
    <p1510:client id="{B40E3FFB-5E89-61FA-FF01-295DEB25B7BC}" v="562" dt="2025-06-04T15:21:28.779"/>
  </p1510:revLst>
</p1510:revInfo>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9.fntdata"/><Relationship Id="rId10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4.fntdata"/><Relationship Id="rId112"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font" Target="fonts/font8.fntdata"/><Relationship Id="rId10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11.fntdata"/><Relationship Id="rId107" Type="http://schemas.openxmlformats.org/officeDocument/2006/relationships/presProps" Target="presProps.xml"/><Relationship Id="rId11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11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106"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har Charles Velankanni" userId="S::benhar.velankanni@relevantz.com::3362e219-c834-491f-9854-1ab1850ed95b" providerId="AD" clId="Web-{B64F3538-A147-E980-B8D8-4D9F1B6FB5E7}"/>
    <pc:docChg chg="modSld">
      <pc:chgData name="Benhar Charles Velankanni" userId="S::benhar.velankanni@relevantz.com::3362e219-c834-491f-9854-1ab1850ed95b" providerId="AD" clId="Web-{B64F3538-A147-E980-B8D8-4D9F1B6FB5E7}" dt="2025-03-19T11:02:45.814" v="10"/>
      <pc:docMkLst>
        <pc:docMk/>
      </pc:docMkLst>
      <pc:sldChg chg="addAnim">
        <pc:chgData name="Benhar Charles Velankanni" userId="S::benhar.velankanni@relevantz.com::3362e219-c834-491f-9854-1ab1850ed95b" providerId="AD" clId="Web-{B64F3538-A147-E980-B8D8-4D9F1B6FB5E7}" dt="2025-03-19T11:01:28.091" v="1"/>
        <pc:sldMkLst>
          <pc:docMk/>
          <pc:sldMk cId="0" sldId="281"/>
        </pc:sldMkLst>
      </pc:sldChg>
      <pc:sldChg chg="addAnim">
        <pc:chgData name="Benhar Charles Velankanni" userId="S::benhar.velankanni@relevantz.com::3362e219-c834-491f-9854-1ab1850ed95b" providerId="AD" clId="Web-{B64F3538-A147-E980-B8D8-4D9F1B6FB5E7}" dt="2025-03-19T11:01:36.310" v="2"/>
        <pc:sldMkLst>
          <pc:docMk/>
          <pc:sldMk cId="0" sldId="282"/>
        </pc:sldMkLst>
      </pc:sldChg>
      <pc:sldChg chg="addAnim">
        <pc:chgData name="Benhar Charles Velankanni" userId="S::benhar.velankanni@relevantz.com::3362e219-c834-491f-9854-1ab1850ed95b" providerId="AD" clId="Web-{B64F3538-A147-E980-B8D8-4D9F1B6FB5E7}" dt="2025-03-19T11:01:45.998" v="4"/>
        <pc:sldMkLst>
          <pc:docMk/>
          <pc:sldMk cId="0" sldId="283"/>
        </pc:sldMkLst>
      </pc:sldChg>
      <pc:sldChg chg="addAnim">
        <pc:chgData name="Benhar Charles Velankanni" userId="S::benhar.velankanni@relevantz.com::3362e219-c834-491f-9854-1ab1850ed95b" providerId="AD" clId="Web-{B64F3538-A147-E980-B8D8-4D9F1B6FB5E7}" dt="2025-03-19T11:01:50.873" v="5"/>
        <pc:sldMkLst>
          <pc:docMk/>
          <pc:sldMk cId="0" sldId="284"/>
        </pc:sldMkLst>
      </pc:sldChg>
      <pc:sldChg chg="addAnim">
        <pc:chgData name="Benhar Charles Velankanni" userId="S::benhar.velankanni@relevantz.com::3362e219-c834-491f-9854-1ab1850ed95b" providerId="AD" clId="Web-{B64F3538-A147-E980-B8D8-4D9F1B6FB5E7}" dt="2025-03-19T11:01:58.389" v="6"/>
        <pc:sldMkLst>
          <pc:docMk/>
          <pc:sldMk cId="0" sldId="285"/>
        </pc:sldMkLst>
      </pc:sldChg>
      <pc:sldChg chg="addAnim">
        <pc:chgData name="Benhar Charles Velankanni" userId="S::benhar.velankanni@relevantz.com::3362e219-c834-491f-9854-1ab1850ed95b" providerId="AD" clId="Web-{B64F3538-A147-E980-B8D8-4D9F1B6FB5E7}" dt="2025-03-19T11:02:03.186" v="7"/>
        <pc:sldMkLst>
          <pc:docMk/>
          <pc:sldMk cId="0" sldId="286"/>
        </pc:sldMkLst>
      </pc:sldChg>
      <pc:sldChg chg="addAnim">
        <pc:chgData name="Benhar Charles Velankanni" userId="S::benhar.velankanni@relevantz.com::3362e219-c834-491f-9854-1ab1850ed95b" providerId="AD" clId="Web-{B64F3538-A147-E980-B8D8-4D9F1B6FB5E7}" dt="2025-03-19T11:02:09.796" v="8"/>
        <pc:sldMkLst>
          <pc:docMk/>
          <pc:sldMk cId="0" sldId="287"/>
        </pc:sldMkLst>
      </pc:sldChg>
      <pc:sldChg chg="addAnim">
        <pc:chgData name="Benhar Charles Velankanni" userId="S::benhar.velankanni@relevantz.com::3362e219-c834-491f-9854-1ab1850ed95b" providerId="AD" clId="Web-{B64F3538-A147-E980-B8D8-4D9F1B6FB5E7}" dt="2025-03-19T11:02:19.641" v="9"/>
        <pc:sldMkLst>
          <pc:docMk/>
          <pc:sldMk cId="0" sldId="288"/>
        </pc:sldMkLst>
      </pc:sldChg>
      <pc:sldChg chg="addAnim">
        <pc:chgData name="Benhar Charles Velankanni" userId="S::benhar.velankanni@relevantz.com::3362e219-c834-491f-9854-1ab1850ed95b" providerId="AD" clId="Web-{B64F3538-A147-E980-B8D8-4D9F1B6FB5E7}" dt="2025-03-19T11:02:45.814" v="10"/>
        <pc:sldMkLst>
          <pc:docMk/>
          <pc:sldMk cId="0" sldId="292"/>
        </pc:sldMkLst>
      </pc:sldChg>
    </pc:docChg>
  </pc:docChgLst>
  <pc:docChgLst>
    <pc:chgData name="Benhar Charles Velankanni" userId="S::benhar.velankanni@relevantz.com::3362e219-c834-491f-9854-1ab1850ed95b" providerId="AD" clId="Web-{823676D9-C059-C52C-D7F1-F9E903D6BFE9}"/>
    <pc:docChg chg="modSld">
      <pc:chgData name="Benhar Charles Velankanni" userId="S::benhar.velankanni@relevantz.com::3362e219-c834-491f-9854-1ab1850ed95b" providerId="AD" clId="Web-{823676D9-C059-C52C-D7F1-F9E903D6BFE9}" dt="2025-03-19T04:06:35.605" v="40"/>
      <pc:docMkLst>
        <pc:docMk/>
      </pc:docMkLst>
      <pc:sldChg chg="modSp">
        <pc:chgData name="Benhar Charles Velankanni" userId="S::benhar.velankanni@relevantz.com::3362e219-c834-491f-9854-1ab1850ed95b" providerId="AD" clId="Web-{823676D9-C059-C52C-D7F1-F9E903D6BFE9}" dt="2025-03-19T04:06:35.605" v="40"/>
        <pc:sldMkLst>
          <pc:docMk/>
          <pc:sldMk cId="0" sldId="257"/>
        </pc:sldMkLst>
        <pc:graphicFrameChg chg="mod modGraphic">
          <ac:chgData name="Benhar Charles Velankanni" userId="S::benhar.velankanni@relevantz.com::3362e219-c834-491f-9854-1ab1850ed95b" providerId="AD" clId="Web-{823676D9-C059-C52C-D7F1-F9E903D6BFE9}" dt="2025-03-19T04:06:35.605" v="40"/>
          <ac:graphicFrameMkLst>
            <pc:docMk/>
            <pc:sldMk cId="0" sldId="257"/>
            <ac:graphicFrameMk id="151" creationId="{00000000-0000-0000-0000-000000000000}"/>
          </ac:graphicFrameMkLst>
        </pc:graphicFrameChg>
      </pc:sldChg>
      <pc:sldChg chg="addAnim">
        <pc:chgData name="Benhar Charles Velankanni" userId="S::benhar.velankanni@relevantz.com::3362e219-c834-491f-9854-1ab1850ed95b" providerId="AD" clId="Web-{823676D9-C059-C52C-D7F1-F9E903D6BFE9}" dt="2025-03-19T04:01:34.568" v="1"/>
        <pc:sldMkLst>
          <pc:docMk/>
          <pc:sldMk cId="0" sldId="267"/>
        </pc:sldMkLst>
      </pc:sldChg>
      <pc:sldChg chg="addAnim">
        <pc:chgData name="Benhar Charles Velankanni" userId="S::benhar.velankanni@relevantz.com::3362e219-c834-491f-9854-1ab1850ed95b" providerId="AD" clId="Web-{823676D9-C059-C52C-D7F1-F9E903D6BFE9}" dt="2025-03-19T04:01:39.037" v="2"/>
        <pc:sldMkLst>
          <pc:docMk/>
          <pc:sldMk cId="0" sldId="268"/>
        </pc:sldMkLst>
      </pc:sldChg>
      <pc:sldChg chg="addAnim">
        <pc:chgData name="Benhar Charles Velankanni" userId="S::benhar.velankanni@relevantz.com::3362e219-c834-491f-9854-1ab1850ed95b" providerId="AD" clId="Web-{823676D9-C059-C52C-D7F1-F9E903D6BFE9}" dt="2025-03-19T04:01:44.319" v="3"/>
        <pc:sldMkLst>
          <pc:docMk/>
          <pc:sldMk cId="0" sldId="269"/>
        </pc:sldMkLst>
      </pc:sldChg>
      <pc:sldChg chg="addAnim">
        <pc:chgData name="Benhar Charles Velankanni" userId="S::benhar.velankanni@relevantz.com::3362e219-c834-491f-9854-1ab1850ed95b" providerId="AD" clId="Web-{823676D9-C059-C52C-D7F1-F9E903D6BFE9}" dt="2025-03-19T04:02:08.274" v="4"/>
        <pc:sldMkLst>
          <pc:docMk/>
          <pc:sldMk cId="0" sldId="270"/>
        </pc:sldMkLst>
      </pc:sldChg>
      <pc:sldChg chg="addAnim">
        <pc:chgData name="Benhar Charles Velankanni" userId="S::benhar.velankanni@relevantz.com::3362e219-c834-491f-9854-1ab1850ed95b" providerId="AD" clId="Web-{823676D9-C059-C52C-D7F1-F9E903D6BFE9}" dt="2025-03-19T04:02:22.790" v="5"/>
        <pc:sldMkLst>
          <pc:docMk/>
          <pc:sldMk cId="0" sldId="276"/>
        </pc:sldMkLst>
      </pc:sldChg>
      <pc:sldChg chg="addAnim">
        <pc:chgData name="Benhar Charles Velankanni" userId="S::benhar.velankanni@relevantz.com::3362e219-c834-491f-9854-1ab1850ed95b" providerId="AD" clId="Web-{823676D9-C059-C52C-D7F1-F9E903D6BFE9}" dt="2025-03-19T04:05:03.536" v="6"/>
        <pc:sldMkLst>
          <pc:docMk/>
          <pc:sldMk cId="0" sldId="279"/>
        </pc:sldMkLst>
      </pc:sldChg>
      <pc:sldChg chg="addAnim">
        <pc:chgData name="Benhar Charles Velankanni" userId="S::benhar.velankanni@relevantz.com::3362e219-c834-491f-9854-1ab1850ed95b" providerId="AD" clId="Web-{823676D9-C059-C52C-D7F1-F9E903D6BFE9}" dt="2025-03-19T04:05:13.990" v="8"/>
        <pc:sldMkLst>
          <pc:docMk/>
          <pc:sldMk cId="0" sldId="280"/>
        </pc:sldMkLst>
      </pc:sldChg>
    </pc:docChg>
  </pc:docChgLst>
  <pc:docChgLst>
    <pc:chgData name="Benhar Charles Velankanni" userId="S::benhar.velankanni@relevantz.com::3362e219-c834-491f-9854-1ab1850ed95b" providerId="AD" clId="Web-{ABD9A99C-9D15-D75B-1538-4400EC83D647}"/>
    <pc:docChg chg="modSld">
      <pc:chgData name="Benhar Charles Velankanni" userId="S::benhar.velankanni@relevantz.com::3362e219-c834-491f-9854-1ab1850ed95b" providerId="AD" clId="Web-{ABD9A99C-9D15-D75B-1538-4400EC83D647}" dt="2025-06-06T04:33:20.878" v="1"/>
      <pc:docMkLst>
        <pc:docMk/>
      </pc:docMkLst>
      <pc:sldChg chg="addSp delSp">
        <pc:chgData name="Benhar Charles Velankanni" userId="S::benhar.velankanni@relevantz.com::3362e219-c834-491f-9854-1ab1850ed95b" providerId="AD" clId="Web-{ABD9A99C-9D15-D75B-1538-4400EC83D647}" dt="2025-06-06T04:33:20.878" v="1"/>
        <pc:sldMkLst>
          <pc:docMk/>
          <pc:sldMk cId="2616356292" sldId="336"/>
        </pc:sldMkLst>
        <pc:graphicFrameChg chg="add del">
          <ac:chgData name="Benhar Charles Velankanni" userId="S::benhar.velankanni@relevantz.com::3362e219-c834-491f-9854-1ab1850ed95b" providerId="AD" clId="Web-{ABD9A99C-9D15-D75B-1538-4400EC83D647}" dt="2025-06-06T04:33:20.878" v="1"/>
          <ac:graphicFrameMkLst>
            <pc:docMk/>
            <pc:sldMk cId="2616356292" sldId="336"/>
            <ac:graphicFrameMk id="2" creationId="{DE9A5B65-DE60-CD93-6092-3E2DFDF21613}"/>
          </ac:graphicFrameMkLst>
        </pc:graphicFrameChg>
      </pc:sldChg>
    </pc:docChg>
  </pc:docChgLst>
  <pc:docChgLst>
    <pc:chgData name="Benhar Charles Velankanni" userId="S::benhar.velankanni@relevantz.com::3362e219-c834-491f-9854-1ab1850ed95b" providerId="AD" clId="Web-{4BB0B625-0A3F-F891-772A-E3B19C12F2A8}"/>
    <pc:docChg chg="mod addSld delSld modSld sldOrd">
      <pc:chgData name="Benhar Charles Velankanni" userId="S::benhar.velankanni@relevantz.com::3362e219-c834-491f-9854-1ab1850ed95b" providerId="AD" clId="Web-{4BB0B625-0A3F-F891-772A-E3B19C12F2A8}" dt="2025-06-04T12:40:19.239" v="247"/>
      <pc:docMkLst>
        <pc:docMk/>
      </pc:docMkLst>
      <pc:sldChg chg="modSp">
        <pc:chgData name="Benhar Charles Velankanni" userId="S::benhar.velankanni@relevantz.com::3362e219-c834-491f-9854-1ab1850ed95b" providerId="AD" clId="Web-{4BB0B625-0A3F-F891-772A-E3B19C12F2A8}" dt="2025-06-04T11:30:15.409" v="4" actId="14100"/>
        <pc:sldMkLst>
          <pc:docMk/>
          <pc:sldMk cId="0" sldId="263"/>
        </pc:sldMkLst>
        <pc:spChg chg="mod">
          <ac:chgData name="Benhar Charles Velankanni" userId="S::benhar.velankanni@relevantz.com::3362e219-c834-491f-9854-1ab1850ed95b" providerId="AD" clId="Web-{4BB0B625-0A3F-F891-772A-E3B19C12F2A8}" dt="2025-06-04T11:30:15.409" v="4" actId="14100"/>
          <ac:spMkLst>
            <pc:docMk/>
            <pc:sldMk cId="0" sldId="263"/>
            <ac:spMk id="187" creationId="{00000000-0000-0000-0000-000000000000}"/>
          </ac:spMkLst>
        </pc:spChg>
      </pc:sldChg>
      <pc:sldChg chg="modSp">
        <pc:chgData name="Benhar Charles Velankanni" userId="S::benhar.velankanni@relevantz.com::3362e219-c834-491f-9854-1ab1850ed95b" providerId="AD" clId="Web-{4BB0B625-0A3F-F891-772A-E3B19C12F2A8}" dt="2025-06-04T11:56:29.297" v="93" actId="14100"/>
        <pc:sldMkLst>
          <pc:docMk/>
          <pc:sldMk cId="0" sldId="264"/>
        </pc:sldMkLst>
        <pc:spChg chg="mod">
          <ac:chgData name="Benhar Charles Velankanni" userId="S::benhar.velankanni@relevantz.com::3362e219-c834-491f-9854-1ab1850ed95b" providerId="AD" clId="Web-{4BB0B625-0A3F-F891-772A-E3B19C12F2A8}" dt="2025-06-04T11:56:29.297" v="93" actId="14100"/>
          <ac:spMkLst>
            <pc:docMk/>
            <pc:sldMk cId="0" sldId="264"/>
            <ac:spMk id="193" creationId="{00000000-0000-0000-0000-000000000000}"/>
          </ac:spMkLst>
        </pc:spChg>
      </pc:sldChg>
      <pc:sldChg chg="modSp">
        <pc:chgData name="Benhar Charles Velankanni" userId="S::benhar.velankanni@relevantz.com::3362e219-c834-491f-9854-1ab1850ed95b" providerId="AD" clId="Web-{4BB0B625-0A3F-F891-772A-E3B19C12F2A8}" dt="2025-06-04T11:30:48.645" v="9" actId="20577"/>
        <pc:sldMkLst>
          <pc:docMk/>
          <pc:sldMk cId="0" sldId="265"/>
        </pc:sldMkLst>
        <pc:spChg chg="mod">
          <ac:chgData name="Benhar Charles Velankanni" userId="S::benhar.velankanni@relevantz.com::3362e219-c834-491f-9854-1ab1850ed95b" providerId="AD" clId="Web-{4BB0B625-0A3F-F891-772A-E3B19C12F2A8}" dt="2025-06-04T11:30:48.645" v="9" actId="20577"/>
          <ac:spMkLst>
            <pc:docMk/>
            <pc:sldMk cId="0" sldId="265"/>
            <ac:spMk id="199" creationId="{00000000-0000-0000-0000-000000000000}"/>
          </ac:spMkLst>
        </pc:spChg>
      </pc:sldChg>
      <pc:sldChg chg="modSp">
        <pc:chgData name="Benhar Charles Velankanni" userId="S::benhar.velankanni@relevantz.com::3362e219-c834-491f-9854-1ab1850ed95b" providerId="AD" clId="Web-{4BB0B625-0A3F-F891-772A-E3B19C12F2A8}" dt="2025-06-04T11:44:44.880" v="47" actId="20577"/>
        <pc:sldMkLst>
          <pc:docMk/>
          <pc:sldMk cId="0" sldId="267"/>
        </pc:sldMkLst>
        <pc:spChg chg="mod">
          <ac:chgData name="Benhar Charles Velankanni" userId="S::benhar.velankanni@relevantz.com::3362e219-c834-491f-9854-1ab1850ed95b" providerId="AD" clId="Web-{4BB0B625-0A3F-F891-772A-E3B19C12F2A8}" dt="2025-06-04T11:44:44.880" v="47" actId="20577"/>
          <ac:spMkLst>
            <pc:docMk/>
            <pc:sldMk cId="0" sldId="267"/>
            <ac:spMk id="210" creationId="{00000000-0000-0000-0000-000000000000}"/>
          </ac:spMkLst>
        </pc:spChg>
      </pc:sldChg>
      <pc:sldChg chg="modSp">
        <pc:chgData name="Benhar Charles Velankanni" userId="S::benhar.velankanni@relevantz.com::3362e219-c834-491f-9854-1ab1850ed95b" providerId="AD" clId="Web-{4BB0B625-0A3F-F891-772A-E3B19C12F2A8}" dt="2025-06-04T11:31:06.724" v="12" actId="14100"/>
        <pc:sldMkLst>
          <pc:docMk/>
          <pc:sldMk cId="0" sldId="268"/>
        </pc:sldMkLst>
        <pc:spChg chg="mod">
          <ac:chgData name="Benhar Charles Velankanni" userId="S::benhar.velankanni@relevantz.com::3362e219-c834-491f-9854-1ab1850ed95b" providerId="AD" clId="Web-{4BB0B625-0A3F-F891-772A-E3B19C12F2A8}" dt="2025-06-04T11:31:06.724" v="12" actId="14100"/>
          <ac:spMkLst>
            <pc:docMk/>
            <pc:sldMk cId="0" sldId="268"/>
            <ac:spMk id="218" creationId="{00000000-0000-0000-0000-000000000000}"/>
          </ac:spMkLst>
        </pc:spChg>
      </pc:sldChg>
      <pc:sldChg chg="modSp">
        <pc:chgData name="Benhar Charles Velankanni" userId="S::benhar.velankanni@relevantz.com::3362e219-c834-491f-9854-1ab1850ed95b" providerId="AD" clId="Web-{4BB0B625-0A3F-F891-772A-E3B19C12F2A8}" dt="2025-06-04T11:31:26.068" v="16" actId="14100"/>
        <pc:sldMkLst>
          <pc:docMk/>
          <pc:sldMk cId="0" sldId="269"/>
        </pc:sldMkLst>
        <pc:spChg chg="mod">
          <ac:chgData name="Benhar Charles Velankanni" userId="S::benhar.velankanni@relevantz.com::3362e219-c834-491f-9854-1ab1850ed95b" providerId="AD" clId="Web-{4BB0B625-0A3F-F891-772A-E3B19C12F2A8}" dt="2025-06-04T11:31:26.068" v="16" actId="14100"/>
          <ac:spMkLst>
            <pc:docMk/>
            <pc:sldMk cId="0" sldId="269"/>
            <ac:spMk id="225" creationId="{00000000-0000-0000-0000-000000000000}"/>
          </ac:spMkLst>
        </pc:spChg>
        <pc:picChg chg="mod">
          <ac:chgData name="Benhar Charles Velankanni" userId="S::benhar.velankanni@relevantz.com::3362e219-c834-491f-9854-1ab1850ed95b" providerId="AD" clId="Web-{4BB0B625-0A3F-F891-772A-E3B19C12F2A8}" dt="2025-06-04T11:31:11.224" v="13" actId="1076"/>
          <ac:picMkLst>
            <pc:docMk/>
            <pc:sldMk cId="0" sldId="269"/>
            <ac:picMk id="227" creationId="{00000000-0000-0000-0000-000000000000}"/>
          </ac:picMkLst>
        </pc:picChg>
      </pc:sldChg>
      <pc:sldChg chg="addSp delSp modSp delAnim">
        <pc:chgData name="Benhar Charles Velankanni" userId="S::benhar.velankanni@relevantz.com::3362e219-c834-491f-9854-1ab1850ed95b" providerId="AD" clId="Web-{4BB0B625-0A3F-F891-772A-E3B19C12F2A8}" dt="2025-06-04T12:26:42.712" v="149"/>
        <pc:sldMkLst>
          <pc:docMk/>
          <pc:sldMk cId="0" sldId="270"/>
        </pc:sldMkLst>
        <pc:spChg chg="add del mod">
          <ac:chgData name="Benhar Charles Velankanni" userId="S::benhar.velankanni@relevantz.com::3362e219-c834-491f-9854-1ab1850ed95b" providerId="AD" clId="Web-{4BB0B625-0A3F-F891-772A-E3B19C12F2A8}" dt="2025-06-04T12:25:40.536" v="134"/>
          <ac:spMkLst>
            <pc:docMk/>
            <pc:sldMk cId="0" sldId="270"/>
            <ac:spMk id="3" creationId="{D6C86DCA-8CB4-CF0A-625C-35F21ADDBAAB}"/>
          </ac:spMkLst>
        </pc:spChg>
        <pc:spChg chg="del mod">
          <ac:chgData name="Benhar Charles Velankanni" userId="S::benhar.velankanni@relevantz.com::3362e219-c834-491f-9854-1ab1850ed95b" providerId="AD" clId="Web-{4BB0B625-0A3F-F891-772A-E3B19C12F2A8}" dt="2025-06-04T12:25:35.676" v="132"/>
          <ac:spMkLst>
            <pc:docMk/>
            <pc:sldMk cId="0" sldId="270"/>
            <ac:spMk id="232" creationId="{00000000-0000-0000-0000-000000000000}"/>
          </ac:spMkLst>
        </pc:spChg>
        <pc:graphicFrameChg chg="add mod modGraphic">
          <ac:chgData name="Benhar Charles Velankanni" userId="S::benhar.velankanni@relevantz.com::3362e219-c834-491f-9854-1ab1850ed95b" providerId="AD" clId="Web-{4BB0B625-0A3F-F891-772A-E3B19C12F2A8}" dt="2025-06-04T12:26:42.712" v="149"/>
          <ac:graphicFrameMkLst>
            <pc:docMk/>
            <pc:sldMk cId="0" sldId="270"/>
            <ac:graphicFrameMk id="5" creationId="{396CB276-5023-9BEE-9AAE-9E3A2390E0A7}"/>
          </ac:graphicFrameMkLst>
        </pc:graphicFrameChg>
        <pc:picChg chg="del">
          <ac:chgData name="Benhar Charles Velankanni" userId="S::benhar.velankanni@relevantz.com::3362e219-c834-491f-9854-1ab1850ed95b" providerId="AD" clId="Web-{4BB0B625-0A3F-F891-772A-E3B19C12F2A8}" dt="2025-06-04T12:25:37.895" v="133"/>
          <ac:picMkLst>
            <pc:docMk/>
            <pc:sldMk cId="0" sldId="270"/>
            <ac:picMk id="234" creationId="{00000000-0000-0000-0000-000000000000}"/>
          </ac:picMkLst>
        </pc:picChg>
      </pc:sldChg>
      <pc:sldChg chg="modSp">
        <pc:chgData name="Benhar Charles Velankanni" userId="S::benhar.velankanni@relevantz.com::3362e219-c834-491f-9854-1ab1850ed95b" providerId="AD" clId="Web-{4BB0B625-0A3F-F891-772A-E3B19C12F2A8}" dt="2025-06-04T11:32:36.493" v="20" actId="20577"/>
        <pc:sldMkLst>
          <pc:docMk/>
          <pc:sldMk cId="0" sldId="272"/>
        </pc:sldMkLst>
        <pc:spChg chg="mod">
          <ac:chgData name="Benhar Charles Velankanni" userId="S::benhar.velankanni@relevantz.com::3362e219-c834-491f-9854-1ab1850ed95b" providerId="AD" clId="Web-{4BB0B625-0A3F-F891-772A-E3B19C12F2A8}" dt="2025-06-04T11:32:36.493" v="20" actId="20577"/>
          <ac:spMkLst>
            <pc:docMk/>
            <pc:sldMk cId="0" sldId="272"/>
            <ac:spMk id="246" creationId="{00000000-0000-0000-0000-000000000000}"/>
          </ac:spMkLst>
        </pc:spChg>
      </pc:sldChg>
      <pc:sldChg chg="modSp">
        <pc:chgData name="Benhar Charles Velankanni" userId="S::benhar.velankanni@relevantz.com::3362e219-c834-491f-9854-1ab1850ed95b" providerId="AD" clId="Web-{4BB0B625-0A3F-F891-772A-E3B19C12F2A8}" dt="2025-06-04T11:32:46.321" v="22" actId="20577"/>
        <pc:sldMkLst>
          <pc:docMk/>
          <pc:sldMk cId="0" sldId="273"/>
        </pc:sldMkLst>
        <pc:spChg chg="mod">
          <ac:chgData name="Benhar Charles Velankanni" userId="S::benhar.velankanni@relevantz.com::3362e219-c834-491f-9854-1ab1850ed95b" providerId="AD" clId="Web-{4BB0B625-0A3F-F891-772A-E3B19C12F2A8}" dt="2025-06-04T11:32:46.321" v="22" actId="20577"/>
          <ac:spMkLst>
            <pc:docMk/>
            <pc:sldMk cId="0" sldId="273"/>
            <ac:spMk id="252" creationId="{00000000-0000-0000-0000-000000000000}"/>
          </ac:spMkLst>
        </pc:spChg>
      </pc:sldChg>
      <pc:sldChg chg="addSp delSp modSp">
        <pc:chgData name="Benhar Charles Velankanni" userId="S::benhar.velankanni@relevantz.com::3362e219-c834-491f-9854-1ab1850ed95b" providerId="AD" clId="Web-{4BB0B625-0A3F-F891-772A-E3B19C12F2A8}" dt="2025-06-04T12:32:57.176" v="195"/>
        <pc:sldMkLst>
          <pc:docMk/>
          <pc:sldMk cId="0" sldId="274"/>
        </pc:sldMkLst>
        <pc:spChg chg="add del mod">
          <ac:chgData name="Benhar Charles Velankanni" userId="S::benhar.velankanni@relevantz.com::3362e219-c834-491f-9854-1ab1850ed95b" providerId="AD" clId="Web-{4BB0B625-0A3F-F891-772A-E3B19C12F2A8}" dt="2025-06-04T12:32:35.862" v="188"/>
          <ac:spMkLst>
            <pc:docMk/>
            <pc:sldMk cId="0" sldId="274"/>
            <ac:spMk id="3" creationId="{CECBD21C-B628-6B24-3F05-C296BAE83000}"/>
          </ac:spMkLst>
        </pc:spChg>
        <pc:spChg chg="del mod">
          <ac:chgData name="Benhar Charles Velankanni" userId="S::benhar.velankanni@relevantz.com::3362e219-c834-491f-9854-1ab1850ed95b" providerId="AD" clId="Web-{4BB0B625-0A3F-F891-772A-E3B19C12F2A8}" dt="2025-06-04T12:32:07.657" v="181"/>
          <ac:spMkLst>
            <pc:docMk/>
            <pc:sldMk cId="0" sldId="274"/>
            <ac:spMk id="258" creationId="{00000000-0000-0000-0000-000000000000}"/>
          </ac:spMkLst>
        </pc:spChg>
        <pc:graphicFrameChg chg="add mod modGraphic">
          <ac:chgData name="Benhar Charles Velankanni" userId="S::benhar.velankanni@relevantz.com::3362e219-c834-491f-9854-1ab1850ed95b" providerId="AD" clId="Web-{4BB0B625-0A3F-F891-772A-E3B19C12F2A8}" dt="2025-06-04T12:32:57.176" v="195"/>
          <ac:graphicFrameMkLst>
            <pc:docMk/>
            <pc:sldMk cId="0" sldId="274"/>
            <ac:graphicFrameMk id="5" creationId="{E06B8664-E61D-0CC9-D40C-401EE8FED444}"/>
          </ac:graphicFrameMkLst>
        </pc:graphicFrameChg>
      </pc:sldChg>
      <pc:sldChg chg="modSp">
        <pc:chgData name="Benhar Charles Velankanni" userId="S::benhar.velankanni@relevantz.com::3362e219-c834-491f-9854-1ab1850ed95b" providerId="AD" clId="Web-{4BB0B625-0A3F-F891-772A-E3B19C12F2A8}" dt="2025-06-04T11:32:59.040" v="24" actId="20577"/>
        <pc:sldMkLst>
          <pc:docMk/>
          <pc:sldMk cId="0" sldId="275"/>
        </pc:sldMkLst>
        <pc:spChg chg="mod">
          <ac:chgData name="Benhar Charles Velankanni" userId="S::benhar.velankanni@relevantz.com::3362e219-c834-491f-9854-1ab1850ed95b" providerId="AD" clId="Web-{4BB0B625-0A3F-F891-772A-E3B19C12F2A8}" dt="2025-06-04T11:32:59.040" v="24" actId="20577"/>
          <ac:spMkLst>
            <pc:docMk/>
            <pc:sldMk cId="0" sldId="275"/>
            <ac:spMk id="264" creationId="{00000000-0000-0000-0000-000000000000}"/>
          </ac:spMkLst>
        </pc:spChg>
      </pc:sldChg>
      <pc:sldChg chg="modSp">
        <pc:chgData name="Benhar Charles Velankanni" userId="S::benhar.velankanni@relevantz.com::3362e219-c834-491f-9854-1ab1850ed95b" providerId="AD" clId="Web-{4BB0B625-0A3F-F891-772A-E3B19C12F2A8}" dt="2025-06-04T11:33:12.166" v="26" actId="20577"/>
        <pc:sldMkLst>
          <pc:docMk/>
          <pc:sldMk cId="0" sldId="278"/>
        </pc:sldMkLst>
        <pc:spChg chg="mod">
          <ac:chgData name="Benhar Charles Velankanni" userId="S::benhar.velankanni@relevantz.com::3362e219-c834-491f-9854-1ab1850ed95b" providerId="AD" clId="Web-{4BB0B625-0A3F-F891-772A-E3B19C12F2A8}" dt="2025-06-04T11:33:12.166" v="26" actId="20577"/>
          <ac:spMkLst>
            <pc:docMk/>
            <pc:sldMk cId="0" sldId="278"/>
            <ac:spMk id="282" creationId="{00000000-0000-0000-0000-000000000000}"/>
          </ac:spMkLst>
        </pc:spChg>
      </pc:sldChg>
      <pc:sldChg chg="modSp">
        <pc:chgData name="Benhar Charles Velankanni" userId="S::benhar.velankanni@relevantz.com::3362e219-c834-491f-9854-1ab1850ed95b" providerId="AD" clId="Web-{4BB0B625-0A3F-F891-772A-E3B19C12F2A8}" dt="2025-06-04T11:45:54.570" v="49" actId="14100"/>
        <pc:sldMkLst>
          <pc:docMk/>
          <pc:sldMk cId="0" sldId="280"/>
        </pc:sldMkLst>
        <pc:spChg chg="mod">
          <ac:chgData name="Benhar Charles Velankanni" userId="S::benhar.velankanni@relevantz.com::3362e219-c834-491f-9854-1ab1850ed95b" providerId="AD" clId="Web-{4BB0B625-0A3F-F891-772A-E3B19C12F2A8}" dt="2025-06-04T11:33:15.057" v="27" actId="20577"/>
          <ac:spMkLst>
            <pc:docMk/>
            <pc:sldMk cId="0" sldId="280"/>
            <ac:spMk id="295" creationId="{00000000-0000-0000-0000-000000000000}"/>
          </ac:spMkLst>
        </pc:spChg>
        <pc:picChg chg="mod">
          <ac:chgData name="Benhar Charles Velankanni" userId="S::benhar.velankanni@relevantz.com::3362e219-c834-491f-9854-1ab1850ed95b" providerId="AD" clId="Web-{4BB0B625-0A3F-F891-772A-E3B19C12F2A8}" dt="2025-06-04T11:45:54.570" v="49" actId="14100"/>
          <ac:picMkLst>
            <pc:docMk/>
            <pc:sldMk cId="0" sldId="280"/>
            <ac:picMk id="298" creationId="{00000000-0000-0000-0000-000000000000}"/>
          </ac:picMkLst>
        </pc:picChg>
      </pc:sldChg>
      <pc:sldChg chg="modSp">
        <pc:chgData name="Benhar Charles Velankanni" userId="S::benhar.velankanni@relevantz.com::3362e219-c834-491f-9854-1ab1850ed95b" providerId="AD" clId="Web-{4BB0B625-0A3F-F891-772A-E3B19C12F2A8}" dt="2025-06-04T11:45:43.960" v="48" actId="1076"/>
        <pc:sldMkLst>
          <pc:docMk/>
          <pc:sldMk cId="0" sldId="281"/>
        </pc:sldMkLst>
        <pc:spChg chg="mod">
          <ac:chgData name="Benhar Charles Velankanni" userId="S::benhar.velankanni@relevantz.com::3362e219-c834-491f-9854-1ab1850ed95b" providerId="AD" clId="Web-{4BB0B625-0A3F-F891-772A-E3B19C12F2A8}" dt="2025-06-04T11:33:21.307" v="28" actId="20577"/>
          <ac:spMkLst>
            <pc:docMk/>
            <pc:sldMk cId="0" sldId="281"/>
            <ac:spMk id="303" creationId="{00000000-0000-0000-0000-000000000000}"/>
          </ac:spMkLst>
        </pc:spChg>
        <pc:picChg chg="mod">
          <ac:chgData name="Benhar Charles Velankanni" userId="S::benhar.velankanni@relevantz.com::3362e219-c834-491f-9854-1ab1850ed95b" providerId="AD" clId="Web-{4BB0B625-0A3F-F891-772A-E3B19C12F2A8}" dt="2025-06-04T11:45:43.960" v="48" actId="1076"/>
          <ac:picMkLst>
            <pc:docMk/>
            <pc:sldMk cId="0" sldId="281"/>
            <ac:picMk id="305" creationId="{00000000-0000-0000-0000-000000000000}"/>
          </ac:picMkLst>
        </pc:picChg>
      </pc:sldChg>
      <pc:sldChg chg="modSp">
        <pc:chgData name="Benhar Charles Velankanni" userId="S::benhar.velankanni@relevantz.com::3362e219-c834-491f-9854-1ab1850ed95b" providerId="AD" clId="Web-{4BB0B625-0A3F-F891-772A-E3B19C12F2A8}" dt="2025-06-04T11:33:31.526" v="29" actId="20577"/>
        <pc:sldMkLst>
          <pc:docMk/>
          <pc:sldMk cId="0" sldId="283"/>
        </pc:sldMkLst>
        <pc:spChg chg="mod">
          <ac:chgData name="Benhar Charles Velankanni" userId="S::benhar.velankanni@relevantz.com::3362e219-c834-491f-9854-1ab1850ed95b" providerId="AD" clId="Web-{4BB0B625-0A3F-F891-772A-E3B19C12F2A8}" dt="2025-06-04T11:33:31.526" v="29" actId="20577"/>
          <ac:spMkLst>
            <pc:docMk/>
            <pc:sldMk cId="0" sldId="283"/>
            <ac:spMk id="318" creationId="{00000000-0000-0000-0000-000000000000}"/>
          </ac:spMkLst>
        </pc:spChg>
      </pc:sldChg>
      <pc:sldChg chg="modSp">
        <pc:chgData name="Benhar Charles Velankanni" userId="S::benhar.velankanni@relevantz.com::3362e219-c834-491f-9854-1ab1850ed95b" providerId="AD" clId="Web-{4BB0B625-0A3F-F891-772A-E3B19C12F2A8}" dt="2025-06-04T11:33:40.729" v="30" actId="20577"/>
        <pc:sldMkLst>
          <pc:docMk/>
          <pc:sldMk cId="0" sldId="285"/>
        </pc:sldMkLst>
        <pc:spChg chg="mod">
          <ac:chgData name="Benhar Charles Velankanni" userId="S::benhar.velankanni@relevantz.com::3362e219-c834-491f-9854-1ab1850ed95b" providerId="AD" clId="Web-{4BB0B625-0A3F-F891-772A-E3B19C12F2A8}" dt="2025-06-04T11:33:40.729" v="30" actId="20577"/>
          <ac:spMkLst>
            <pc:docMk/>
            <pc:sldMk cId="0" sldId="285"/>
            <ac:spMk id="333" creationId="{00000000-0000-0000-0000-000000000000}"/>
          </ac:spMkLst>
        </pc:spChg>
      </pc:sldChg>
      <pc:sldChg chg="modSp">
        <pc:chgData name="Benhar Charles Velankanni" userId="S::benhar.velankanni@relevantz.com::3362e219-c834-491f-9854-1ab1850ed95b" providerId="AD" clId="Web-{4BB0B625-0A3F-F891-772A-E3B19C12F2A8}" dt="2025-06-04T11:33:45.761" v="31" actId="20577"/>
        <pc:sldMkLst>
          <pc:docMk/>
          <pc:sldMk cId="0" sldId="286"/>
        </pc:sldMkLst>
        <pc:spChg chg="mod">
          <ac:chgData name="Benhar Charles Velankanni" userId="S::benhar.velankanni@relevantz.com::3362e219-c834-491f-9854-1ab1850ed95b" providerId="AD" clId="Web-{4BB0B625-0A3F-F891-772A-E3B19C12F2A8}" dt="2025-06-04T11:33:45.761" v="31" actId="20577"/>
          <ac:spMkLst>
            <pc:docMk/>
            <pc:sldMk cId="0" sldId="286"/>
            <ac:spMk id="340" creationId="{00000000-0000-0000-0000-000000000000}"/>
          </ac:spMkLst>
        </pc:spChg>
      </pc:sldChg>
      <pc:sldChg chg="del">
        <pc:chgData name="Benhar Charles Velankanni" userId="S::benhar.velankanni@relevantz.com::3362e219-c834-491f-9854-1ab1850ed95b" providerId="AD" clId="Web-{4BB0B625-0A3F-F891-772A-E3B19C12F2A8}" dt="2025-06-04T12:39:35.345" v="237"/>
        <pc:sldMkLst>
          <pc:docMk/>
          <pc:sldMk cId="0" sldId="287"/>
        </pc:sldMkLst>
      </pc:sldChg>
      <pc:sldChg chg="modSp">
        <pc:chgData name="Benhar Charles Velankanni" userId="S::benhar.velankanni@relevantz.com::3362e219-c834-491f-9854-1ab1850ed95b" providerId="AD" clId="Web-{4BB0B625-0A3F-F891-772A-E3B19C12F2A8}" dt="2025-06-04T11:33:57.793" v="32" actId="20577"/>
        <pc:sldMkLst>
          <pc:docMk/>
          <pc:sldMk cId="0" sldId="288"/>
        </pc:sldMkLst>
        <pc:spChg chg="mod">
          <ac:chgData name="Benhar Charles Velankanni" userId="S::benhar.velankanni@relevantz.com::3362e219-c834-491f-9854-1ab1850ed95b" providerId="AD" clId="Web-{4BB0B625-0A3F-F891-772A-E3B19C12F2A8}" dt="2025-06-04T11:33:57.793" v="32" actId="20577"/>
          <ac:spMkLst>
            <pc:docMk/>
            <pc:sldMk cId="0" sldId="288"/>
            <ac:spMk id="354" creationId="{00000000-0000-0000-0000-000000000000}"/>
          </ac:spMkLst>
        </pc:spChg>
      </pc:sldChg>
      <pc:sldChg chg="modSp">
        <pc:chgData name="Benhar Charles Velankanni" userId="S::benhar.velankanni@relevantz.com::3362e219-c834-491f-9854-1ab1850ed95b" providerId="AD" clId="Web-{4BB0B625-0A3F-F891-772A-E3B19C12F2A8}" dt="2025-06-04T11:34:09.199" v="34" actId="14100"/>
        <pc:sldMkLst>
          <pc:docMk/>
          <pc:sldMk cId="0" sldId="290"/>
        </pc:sldMkLst>
        <pc:spChg chg="mod">
          <ac:chgData name="Benhar Charles Velankanni" userId="S::benhar.velankanni@relevantz.com::3362e219-c834-491f-9854-1ab1850ed95b" providerId="AD" clId="Web-{4BB0B625-0A3F-F891-772A-E3B19C12F2A8}" dt="2025-06-04T11:34:09.199" v="34" actId="14100"/>
          <ac:spMkLst>
            <pc:docMk/>
            <pc:sldMk cId="0" sldId="290"/>
            <ac:spMk id="366" creationId="{00000000-0000-0000-0000-000000000000}"/>
          </ac:spMkLst>
        </pc:spChg>
      </pc:sldChg>
      <pc:sldChg chg="modSp">
        <pc:chgData name="Benhar Charles Velankanni" userId="S::benhar.velankanni@relevantz.com::3362e219-c834-491f-9854-1ab1850ed95b" providerId="AD" clId="Web-{4BB0B625-0A3F-F891-772A-E3B19C12F2A8}" dt="2025-06-04T11:34:21.559" v="35" actId="20577"/>
        <pc:sldMkLst>
          <pc:docMk/>
          <pc:sldMk cId="0" sldId="292"/>
        </pc:sldMkLst>
        <pc:spChg chg="mod">
          <ac:chgData name="Benhar Charles Velankanni" userId="S::benhar.velankanni@relevantz.com::3362e219-c834-491f-9854-1ab1850ed95b" providerId="AD" clId="Web-{4BB0B625-0A3F-F891-772A-E3B19C12F2A8}" dt="2025-06-04T11:34:21.559" v="35" actId="20577"/>
          <ac:spMkLst>
            <pc:docMk/>
            <pc:sldMk cId="0" sldId="292"/>
            <ac:spMk id="378" creationId="{00000000-0000-0000-0000-000000000000}"/>
          </ac:spMkLst>
        </pc:spChg>
      </pc:sldChg>
      <pc:sldChg chg="modSp">
        <pc:chgData name="Benhar Charles Velankanni" userId="S::benhar.velankanni@relevantz.com::3362e219-c834-491f-9854-1ab1850ed95b" providerId="AD" clId="Web-{4BB0B625-0A3F-F891-772A-E3B19C12F2A8}" dt="2025-06-04T11:34:30.888" v="36" actId="20577"/>
        <pc:sldMkLst>
          <pc:docMk/>
          <pc:sldMk cId="0" sldId="294"/>
        </pc:sldMkLst>
        <pc:spChg chg="mod">
          <ac:chgData name="Benhar Charles Velankanni" userId="S::benhar.velankanni@relevantz.com::3362e219-c834-491f-9854-1ab1850ed95b" providerId="AD" clId="Web-{4BB0B625-0A3F-F891-772A-E3B19C12F2A8}" dt="2025-06-04T11:34:30.888" v="36" actId="20577"/>
          <ac:spMkLst>
            <pc:docMk/>
            <pc:sldMk cId="0" sldId="294"/>
            <ac:spMk id="390" creationId="{00000000-0000-0000-0000-000000000000}"/>
          </ac:spMkLst>
        </pc:spChg>
      </pc:sldChg>
      <pc:sldChg chg="modSp">
        <pc:chgData name="Benhar Charles Velankanni" userId="S::benhar.velankanni@relevantz.com::3362e219-c834-491f-9854-1ab1850ed95b" providerId="AD" clId="Web-{4BB0B625-0A3F-F891-772A-E3B19C12F2A8}" dt="2025-06-04T11:35:47.375" v="38" actId="20577"/>
        <pc:sldMkLst>
          <pc:docMk/>
          <pc:sldMk cId="0" sldId="297"/>
        </pc:sldMkLst>
        <pc:spChg chg="mod">
          <ac:chgData name="Benhar Charles Velankanni" userId="S::benhar.velankanni@relevantz.com::3362e219-c834-491f-9854-1ab1850ed95b" providerId="AD" clId="Web-{4BB0B625-0A3F-F891-772A-E3B19C12F2A8}" dt="2025-06-04T11:35:47.375" v="38" actId="20577"/>
          <ac:spMkLst>
            <pc:docMk/>
            <pc:sldMk cId="0" sldId="297"/>
            <ac:spMk id="408" creationId="{00000000-0000-0000-0000-000000000000}"/>
          </ac:spMkLst>
        </pc:spChg>
      </pc:sldChg>
      <pc:sldChg chg="modSp">
        <pc:chgData name="Benhar Charles Velankanni" userId="S::benhar.velankanni@relevantz.com::3362e219-c834-491f-9854-1ab1850ed95b" providerId="AD" clId="Web-{4BB0B625-0A3F-F891-772A-E3B19C12F2A8}" dt="2025-06-04T11:36:07.813" v="40" actId="20577"/>
        <pc:sldMkLst>
          <pc:docMk/>
          <pc:sldMk cId="0" sldId="303"/>
        </pc:sldMkLst>
        <pc:spChg chg="mod">
          <ac:chgData name="Benhar Charles Velankanni" userId="S::benhar.velankanni@relevantz.com::3362e219-c834-491f-9854-1ab1850ed95b" providerId="AD" clId="Web-{4BB0B625-0A3F-F891-772A-E3B19C12F2A8}" dt="2025-06-04T11:36:07.813" v="40" actId="20577"/>
          <ac:spMkLst>
            <pc:docMk/>
            <pc:sldMk cId="0" sldId="303"/>
            <ac:spMk id="447" creationId="{00000000-0000-0000-0000-000000000000}"/>
          </ac:spMkLst>
        </pc:spChg>
      </pc:sldChg>
      <pc:sldChg chg="modSp">
        <pc:chgData name="Benhar Charles Velankanni" userId="S::benhar.velankanni@relevantz.com::3362e219-c834-491f-9854-1ab1850ed95b" providerId="AD" clId="Web-{4BB0B625-0A3F-F891-772A-E3B19C12F2A8}" dt="2025-06-04T11:36:11.048" v="41" actId="20577"/>
        <pc:sldMkLst>
          <pc:docMk/>
          <pc:sldMk cId="0" sldId="305"/>
        </pc:sldMkLst>
        <pc:spChg chg="mod">
          <ac:chgData name="Benhar Charles Velankanni" userId="S::benhar.velankanni@relevantz.com::3362e219-c834-491f-9854-1ab1850ed95b" providerId="AD" clId="Web-{4BB0B625-0A3F-F891-772A-E3B19C12F2A8}" dt="2025-06-04T11:36:11.048" v="41" actId="20577"/>
          <ac:spMkLst>
            <pc:docMk/>
            <pc:sldMk cId="0" sldId="305"/>
            <ac:spMk id="459" creationId="{00000000-0000-0000-0000-000000000000}"/>
          </ac:spMkLst>
        </pc:spChg>
      </pc:sldChg>
      <pc:sldChg chg="modSp">
        <pc:chgData name="Benhar Charles Velankanni" userId="S::benhar.velankanni@relevantz.com::3362e219-c834-491f-9854-1ab1850ed95b" providerId="AD" clId="Web-{4BB0B625-0A3F-F891-772A-E3B19C12F2A8}" dt="2025-06-04T11:36:22.579" v="42" actId="20577"/>
        <pc:sldMkLst>
          <pc:docMk/>
          <pc:sldMk cId="0" sldId="306"/>
        </pc:sldMkLst>
        <pc:spChg chg="mod">
          <ac:chgData name="Benhar Charles Velankanni" userId="S::benhar.velankanni@relevantz.com::3362e219-c834-491f-9854-1ab1850ed95b" providerId="AD" clId="Web-{4BB0B625-0A3F-F891-772A-E3B19C12F2A8}" dt="2025-06-04T11:36:22.579" v="42" actId="20577"/>
          <ac:spMkLst>
            <pc:docMk/>
            <pc:sldMk cId="0" sldId="306"/>
            <ac:spMk id="465" creationId="{00000000-0000-0000-0000-000000000000}"/>
          </ac:spMkLst>
        </pc:spChg>
      </pc:sldChg>
      <pc:sldChg chg="modSp">
        <pc:chgData name="Benhar Charles Velankanni" userId="S::benhar.velankanni@relevantz.com::3362e219-c834-491f-9854-1ab1850ed95b" providerId="AD" clId="Web-{4BB0B625-0A3F-F891-772A-E3B19C12F2A8}" dt="2025-06-04T11:36:29.861" v="43" actId="20577"/>
        <pc:sldMkLst>
          <pc:docMk/>
          <pc:sldMk cId="0" sldId="307"/>
        </pc:sldMkLst>
        <pc:spChg chg="mod">
          <ac:chgData name="Benhar Charles Velankanni" userId="S::benhar.velankanni@relevantz.com::3362e219-c834-491f-9854-1ab1850ed95b" providerId="AD" clId="Web-{4BB0B625-0A3F-F891-772A-E3B19C12F2A8}" dt="2025-06-04T11:36:29.861" v="43" actId="20577"/>
          <ac:spMkLst>
            <pc:docMk/>
            <pc:sldMk cId="0" sldId="307"/>
            <ac:spMk id="471" creationId="{00000000-0000-0000-0000-000000000000}"/>
          </ac:spMkLst>
        </pc:spChg>
      </pc:sldChg>
      <pc:sldChg chg="modSp">
        <pc:chgData name="Benhar Charles Velankanni" userId="S::benhar.velankanni@relevantz.com::3362e219-c834-491f-9854-1ab1850ed95b" providerId="AD" clId="Web-{4BB0B625-0A3F-F891-772A-E3B19C12F2A8}" dt="2025-06-04T11:36:44.971" v="44" actId="20577"/>
        <pc:sldMkLst>
          <pc:docMk/>
          <pc:sldMk cId="0" sldId="308"/>
        </pc:sldMkLst>
        <pc:spChg chg="mod">
          <ac:chgData name="Benhar Charles Velankanni" userId="S::benhar.velankanni@relevantz.com::3362e219-c834-491f-9854-1ab1850ed95b" providerId="AD" clId="Web-{4BB0B625-0A3F-F891-772A-E3B19C12F2A8}" dt="2025-06-04T11:36:44.971" v="44" actId="20577"/>
          <ac:spMkLst>
            <pc:docMk/>
            <pc:sldMk cId="0" sldId="308"/>
            <ac:spMk id="477" creationId="{00000000-0000-0000-0000-000000000000}"/>
          </ac:spMkLst>
        </pc:spChg>
      </pc:sldChg>
      <pc:sldChg chg="modSp">
        <pc:chgData name="Benhar Charles Velankanni" userId="S::benhar.velankanni@relevantz.com::3362e219-c834-491f-9854-1ab1850ed95b" providerId="AD" clId="Web-{4BB0B625-0A3F-F891-772A-E3B19C12F2A8}" dt="2025-06-04T11:36:51.674" v="45" actId="20577"/>
        <pc:sldMkLst>
          <pc:docMk/>
          <pc:sldMk cId="0" sldId="309"/>
        </pc:sldMkLst>
        <pc:spChg chg="mod">
          <ac:chgData name="Benhar Charles Velankanni" userId="S::benhar.velankanni@relevantz.com::3362e219-c834-491f-9854-1ab1850ed95b" providerId="AD" clId="Web-{4BB0B625-0A3F-F891-772A-E3B19C12F2A8}" dt="2025-06-04T11:36:51.674" v="45" actId="20577"/>
          <ac:spMkLst>
            <pc:docMk/>
            <pc:sldMk cId="0" sldId="309"/>
            <ac:spMk id="483" creationId="{00000000-0000-0000-0000-000000000000}"/>
          </ac:spMkLst>
        </pc:spChg>
      </pc:sldChg>
      <pc:sldChg chg="add">
        <pc:chgData name="Benhar Charles Velankanni" userId="S::benhar.velankanni@relevantz.com::3362e219-c834-491f-9854-1ab1850ed95b" providerId="AD" clId="Web-{4BB0B625-0A3F-F891-772A-E3B19C12F2A8}" dt="2025-06-04T11:24:24.474" v="1"/>
        <pc:sldMkLst>
          <pc:docMk/>
          <pc:sldMk cId="1240859306" sldId="314"/>
        </pc:sldMkLst>
      </pc:sldChg>
      <pc:sldChg chg="addSp delSp modSp add replId">
        <pc:chgData name="Benhar Charles Velankanni" userId="S::benhar.velankanni@relevantz.com::3362e219-c834-491f-9854-1ab1850ed95b" providerId="AD" clId="Web-{4BB0B625-0A3F-F891-772A-E3B19C12F2A8}" dt="2025-06-04T11:55:58.780" v="92" actId="14100"/>
        <pc:sldMkLst>
          <pc:docMk/>
          <pc:sldMk cId="1389982991" sldId="315"/>
        </pc:sldMkLst>
        <pc:spChg chg="mod">
          <ac:chgData name="Benhar Charles Velankanni" userId="S::benhar.velankanni@relevantz.com::3362e219-c834-491f-9854-1ab1850ed95b" providerId="AD" clId="Web-{4BB0B625-0A3F-F891-772A-E3B19C12F2A8}" dt="2025-06-04T11:55:58.780" v="92" actId="14100"/>
          <ac:spMkLst>
            <pc:docMk/>
            <pc:sldMk cId="1389982991" sldId="315"/>
            <ac:spMk id="199" creationId="{B59D194C-ADE6-A15A-65FD-6486EE74EFE9}"/>
          </ac:spMkLst>
        </pc:spChg>
        <pc:spChg chg="add del mod">
          <ac:chgData name="Benhar Charles Velankanni" userId="S::benhar.velankanni@relevantz.com::3362e219-c834-491f-9854-1ab1850ed95b" providerId="AD" clId="Web-{4BB0B625-0A3F-F891-772A-E3B19C12F2A8}" dt="2025-06-04T11:52:31.257" v="55" actId="20577"/>
          <ac:spMkLst>
            <pc:docMk/>
            <pc:sldMk cId="1389982991" sldId="315"/>
            <ac:spMk id="200" creationId="{125EB004-5CB3-31DD-9103-59DDE515169B}"/>
          </ac:spMkLst>
        </pc:spChg>
      </pc:sldChg>
      <pc:sldChg chg="addSp modSp add replId">
        <pc:chgData name="Benhar Charles Velankanni" userId="S::benhar.velankanni@relevantz.com::3362e219-c834-491f-9854-1ab1850ed95b" providerId="AD" clId="Web-{4BB0B625-0A3F-F891-772A-E3B19C12F2A8}" dt="2025-06-04T12:01:41.403" v="106" actId="14100"/>
        <pc:sldMkLst>
          <pc:docMk/>
          <pc:sldMk cId="878616613" sldId="316"/>
        </pc:sldMkLst>
        <pc:spChg chg="add mod">
          <ac:chgData name="Benhar Charles Velankanni" userId="S::benhar.velankanni@relevantz.com::3362e219-c834-491f-9854-1ab1850ed95b" providerId="AD" clId="Web-{4BB0B625-0A3F-F891-772A-E3B19C12F2A8}" dt="2025-06-04T11:58:47.162" v="100" actId="1076"/>
          <ac:spMkLst>
            <pc:docMk/>
            <pc:sldMk cId="878616613" sldId="316"/>
            <ac:spMk id="2" creationId="{872DCDF9-86CC-BC83-7717-981AC9397CCD}"/>
          </ac:spMkLst>
        </pc:spChg>
        <pc:spChg chg="mod">
          <ac:chgData name="Benhar Charles Velankanni" userId="S::benhar.velankanni@relevantz.com::3362e219-c834-491f-9854-1ab1850ed95b" providerId="AD" clId="Web-{4BB0B625-0A3F-F891-772A-E3B19C12F2A8}" dt="2025-06-04T12:01:41.403" v="106" actId="14100"/>
          <ac:spMkLst>
            <pc:docMk/>
            <pc:sldMk cId="878616613" sldId="316"/>
            <ac:spMk id="199" creationId="{7504B529-B537-D346-6C01-1C2D57ADF30F}"/>
          </ac:spMkLst>
        </pc:spChg>
        <pc:spChg chg="mod">
          <ac:chgData name="Benhar Charles Velankanni" userId="S::benhar.velankanni@relevantz.com::3362e219-c834-491f-9854-1ab1850ed95b" providerId="AD" clId="Web-{4BB0B625-0A3F-F891-772A-E3B19C12F2A8}" dt="2025-06-04T11:53:05.571" v="64" actId="20577"/>
          <ac:spMkLst>
            <pc:docMk/>
            <pc:sldMk cId="878616613" sldId="316"/>
            <ac:spMk id="200" creationId="{A9121030-519C-CFEA-AA9B-CCAC6AD67FD6}"/>
          </ac:spMkLst>
        </pc:spChg>
      </pc:sldChg>
      <pc:sldChg chg="addSp delSp modSp add ord replId">
        <pc:chgData name="Benhar Charles Velankanni" userId="S::benhar.velankanni@relevantz.com::3362e219-c834-491f-9854-1ab1850ed95b" providerId="AD" clId="Web-{4BB0B625-0A3F-F891-772A-E3B19C12F2A8}" dt="2025-06-04T12:21:28.893" v="119"/>
        <pc:sldMkLst>
          <pc:docMk/>
          <pc:sldMk cId="4085850579" sldId="317"/>
        </pc:sldMkLst>
        <pc:spChg chg="add del mod">
          <ac:chgData name="Benhar Charles Velankanni" userId="S::benhar.velankanni@relevantz.com::3362e219-c834-491f-9854-1ab1850ed95b" providerId="AD" clId="Web-{4BB0B625-0A3F-F891-772A-E3B19C12F2A8}" dt="2025-06-04T12:20:54.204" v="112"/>
          <ac:spMkLst>
            <pc:docMk/>
            <pc:sldMk cId="4085850579" sldId="317"/>
            <ac:spMk id="3" creationId="{DFAD0EF4-4427-1FA3-3CCF-31E1C538D027}"/>
          </ac:spMkLst>
        </pc:spChg>
        <pc:spChg chg="del">
          <ac:chgData name="Benhar Charles Velankanni" userId="S::benhar.velankanni@relevantz.com::3362e219-c834-491f-9854-1ab1850ed95b" providerId="AD" clId="Web-{4BB0B625-0A3F-F891-772A-E3B19C12F2A8}" dt="2025-06-04T12:20:36.640" v="108"/>
          <ac:spMkLst>
            <pc:docMk/>
            <pc:sldMk cId="4085850579" sldId="317"/>
            <ac:spMk id="187" creationId="{26D8F9A4-F74E-FB5D-E61D-2CE69DA75EE4}"/>
          </ac:spMkLst>
        </pc:spChg>
        <pc:spChg chg="mod">
          <ac:chgData name="Benhar Charles Velankanni" userId="S::benhar.velankanni@relevantz.com::3362e219-c834-491f-9854-1ab1850ed95b" providerId="AD" clId="Web-{4BB0B625-0A3F-F891-772A-E3B19C12F2A8}" dt="2025-06-04T12:21:02.548" v="114" actId="20577"/>
          <ac:spMkLst>
            <pc:docMk/>
            <pc:sldMk cId="4085850579" sldId="317"/>
            <ac:spMk id="188" creationId="{D452CEC5-034E-60DF-A81E-AFC8B790BEE6}"/>
          </ac:spMkLst>
        </pc:spChg>
        <pc:graphicFrameChg chg="add mod modGraphic">
          <ac:chgData name="Benhar Charles Velankanni" userId="S::benhar.velankanni@relevantz.com::3362e219-c834-491f-9854-1ab1850ed95b" providerId="AD" clId="Web-{4BB0B625-0A3F-F891-772A-E3B19C12F2A8}" dt="2025-06-04T12:21:28.893" v="119"/>
          <ac:graphicFrameMkLst>
            <pc:docMk/>
            <pc:sldMk cId="4085850579" sldId="317"/>
            <ac:graphicFrameMk id="5" creationId="{F3DCECEF-AA3D-B301-1836-5252DCB00A0F}"/>
          </ac:graphicFrameMkLst>
        </pc:graphicFrameChg>
      </pc:sldChg>
      <pc:sldChg chg="add del replId">
        <pc:chgData name="Benhar Charles Velankanni" userId="S::benhar.velankanni@relevantz.com::3362e219-c834-491f-9854-1ab1850ed95b" providerId="AD" clId="Web-{4BB0B625-0A3F-F891-772A-E3B19C12F2A8}" dt="2025-06-04T12:20:40.718" v="110"/>
        <pc:sldMkLst>
          <pc:docMk/>
          <pc:sldMk cId="659107585" sldId="318"/>
        </pc:sldMkLst>
      </pc:sldChg>
      <pc:sldChg chg="addSp delSp modSp add replId delAnim">
        <pc:chgData name="Benhar Charles Velankanni" userId="S::benhar.velankanni@relevantz.com::3362e219-c834-491f-9854-1ab1850ed95b" providerId="AD" clId="Web-{4BB0B625-0A3F-F891-772A-E3B19C12F2A8}" dt="2025-06-04T12:24:45.251" v="130"/>
        <pc:sldMkLst>
          <pc:docMk/>
          <pc:sldMk cId="3948225039" sldId="318"/>
        </pc:sldMkLst>
        <pc:spChg chg="add del mod">
          <ac:chgData name="Benhar Charles Velankanni" userId="S::benhar.velankanni@relevantz.com::3362e219-c834-491f-9854-1ab1850ed95b" providerId="AD" clId="Web-{4BB0B625-0A3F-F891-772A-E3B19C12F2A8}" dt="2025-06-04T12:24:11.952" v="123"/>
          <ac:spMkLst>
            <pc:docMk/>
            <pc:sldMk cId="3948225039" sldId="318"/>
            <ac:spMk id="3" creationId="{7804F87A-CEC9-45D6-17BF-989FD7CF9B72}"/>
          </ac:spMkLst>
        </pc:spChg>
        <pc:spChg chg="del">
          <ac:chgData name="Benhar Charles Velankanni" userId="S::benhar.velankanni@relevantz.com::3362e219-c834-491f-9854-1ab1850ed95b" providerId="AD" clId="Web-{4BB0B625-0A3F-F891-772A-E3B19C12F2A8}" dt="2025-06-04T12:24:06.045" v="122"/>
          <ac:spMkLst>
            <pc:docMk/>
            <pc:sldMk cId="3948225039" sldId="318"/>
            <ac:spMk id="218" creationId="{D0A5BEEE-A734-5AC7-1196-AF284AA4991E}"/>
          </ac:spMkLst>
        </pc:spChg>
        <pc:graphicFrameChg chg="add mod modGraphic">
          <ac:chgData name="Benhar Charles Velankanni" userId="S::benhar.velankanni@relevantz.com::3362e219-c834-491f-9854-1ab1850ed95b" providerId="AD" clId="Web-{4BB0B625-0A3F-F891-772A-E3B19C12F2A8}" dt="2025-06-04T12:24:45.251" v="130"/>
          <ac:graphicFrameMkLst>
            <pc:docMk/>
            <pc:sldMk cId="3948225039" sldId="318"/>
            <ac:graphicFrameMk id="5" creationId="{10D91901-AD94-7BC1-4D8C-F974353110F2}"/>
          </ac:graphicFrameMkLst>
        </pc:graphicFrameChg>
        <pc:picChg chg="del">
          <ac:chgData name="Benhar Charles Velankanni" userId="S::benhar.velankanni@relevantz.com::3362e219-c834-491f-9854-1ab1850ed95b" providerId="AD" clId="Web-{4BB0B625-0A3F-F891-772A-E3B19C12F2A8}" dt="2025-06-04T12:24:03.670" v="121"/>
          <ac:picMkLst>
            <pc:docMk/>
            <pc:sldMk cId="3948225039" sldId="318"/>
            <ac:picMk id="220" creationId="{7D2F4B0A-F459-7F69-E281-9760A97C266C}"/>
          </ac:picMkLst>
        </pc:picChg>
      </pc:sldChg>
      <pc:sldChg chg="add replId">
        <pc:chgData name="Benhar Charles Velankanni" userId="S::benhar.velankanni@relevantz.com::3362e219-c834-491f-9854-1ab1850ed95b" providerId="AD" clId="Web-{4BB0B625-0A3F-F891-772A-E3B19C12F2A8}" dt="2025-06-04T12:25:30.989" v="131"/>
        <pc:sldMkLst>
          <pc:docMk/>
          <pc:sldMk cId="2631080072" sldId="319"/>
        </pc:sldMkLst>
      </pc:sldChg>
      <pc:sldChg chg="add del replId">
        <pc:chgData name="Benhar Charles Velankanni" userId="S::benhar.velankanni@relevantz.com::3362e219-c834-491f-9854-1ab1850ed95b" providerId="AD" clId="Web-{4BB0B625-0A3F-F891-772A-E3B19C12F2A8}" dt="2025-06-04T12:25:46.333" v="136"/>
        <pc:sldMkLst>
          <pc:docMk/>
          <pc:sldMk cId="2185672167" sldId="320"/>
        </pc:sldMkLst>
      </pc:sldChg>
      <pc:sldChg chg="addSp delSp modSp add replId">
        <pc:chgData name="Benhar Charles Velankanni" userId="S::benhar.velankanni@relevantz.com::3362e219-c834-491f-9854-1ab1850ed95b" providerId="AD" clId="Web-{4BB0B625-0A3F-F891-772A-E3B19C12F2A8}" dt="2025-06-04T12:28:51.175" v="170" actId="1076"/>
        <pc:sldMkLst>
          <pc:docMk/>
          <pc:sldMk cId="3274934980" sldId="320"/>
        </pc:sldMkLst>
        <pc:graphicFrameChg chg="add mod modGraphic">
          <ac:chgData name="Benhar Charles Velankanni" userId="S::benhar.velankanni@relevantz.com::3362e219-c834-491f-9854-1ab1850ed95b" providerId="AD" clId="Web-{4BB0B625-0A3F-F891-772A-E3B19C12F2A8}" dt="2025-06-04T12:28:51.175" v="170" actId="1076"/>
          <ac:graphicFrameMkLst>
            <pc:docMk/>
            <pc:sldMk cId="3274934980" sldId="320"/>
            <ac:graphicFrameMk id="3" creationId="{63D6F631-6F8E-4D57-2730-F7BA460507FF}"/>
          </ac:graphicFrameMkLst>
        </pc:graphicFrameChg>
        <pc:picChg chg="del">
          <ac:chgData name="Benhar Charles Velankanni" userId="S::benhar.velankanni@relevantz.com::3362e219-c834-491f-9854-1ab1850ed95b" providerId="AD" clId="Web-{4BB0B625-0A3F-F891-772A-E3B19C12F2A8}" dt="2025-06-04T12:27:28.356" v="151"/>
          <ac:picMkLst>
            <pc:docMk/>
            <pc:sldMk cId="3274934980" sldId="320"/>
            <ac:picMk id="241" creationId="{A05DEA01-7842-5D55-674F-333E14A3259D}"/>
          </ac:picMkLst>
        </pc:picChg>
      </pc:sldChg>
      <pc:sldChg chg="addSp delSp modSp add replId">
        <pc:chgData name="Benhar Charles Velankanni" userId="S::benhar.velankanni@relevantz.com::3362e219-c834-491f-9854-1ab1850ed95b" providerId="AD" clId="Web-{4BB0B625-0A3F-F891-772A-E3B19C12F2A8}" dt="2025-06-04T12:30:54.168" v="179"/>
        <pc:sldMkLst>
          <pc:docMk/>
          <pc:sldMk cId="656414694" sldId="321"/>
        </pc:sldMkLst>
        <pc:spChg chg="add del mod">
          <ac:chgData name="Benhar Charles Velankanni" userId="S::benhar.velankanni@relevantz.com::3362e219-c834-491f-9854-1ab1850ed95b" providerId="AD" clId="Web-{4BB0B625-0A3F-F891-772A-E3B19C12F2A8}" dt="2025-06-04T12:30:20.696" v="173"/>
          <ac:spMkLst>
            <pc:docMk/>
            <pc:sldMk cId="656414694" sldId="321"/>
            <ac:spMk id="3" creationId="{F84CD262-D7F7-A496-8E60-FF453F79BFD3}"/>
          </ac:spMkLst>
        </pc:spChg>
        <pc:spChg chg="del">
          <ac:chgData name="Benhar Charles Velankanni" userId="S::benhar.velankanni@relevantz.com::3362e219-c834-491f-9854-1ab1850ed95b" providerId="AD" clId="Web-{4BB0B625-0A3F-F891-772A-E3B19C12F2A8}" dt="2025-06-04T12:30:13.071" v="172"/>
          <ac:spMkLst>
            <pc:docMk/>
            <pc:sldMk cId="656414694" sldId="321"/>
            <ac:spMk id="246" creationId="{8C4569CE-0003-6836-2DBD-CA8F6AE1DD32}"/>
          </ac:spMkLst>
        </pc:spChg>
        <pc:graphicFrameChg chg="add mod modGraphic">
          <ac:chgData name="Benhar Charles Velankanni" userId="S::benhar.velankanni@relevantz.com::3362e219-c834-491f-9854-1ab1850ed95b" providerId="AD" clId="Web-{4BB0B625-0A3F-F891-772A-E3B19C12F2A8}" dt="2025-06-04T12:30:54.168" v="179"/>
          <ac:graphicFrameMkLst>
            <pc:docMk/>
            <pc:sldMk cId="656414694" sldId="321"/>
            <ac:graphicFrameMk id="5" creationId="{BEF0CB82-2A2D-30E5-4589-80F539F8F0C5}"/>
          </ac:graphicFrameMkLst>
        </pc:graphicFrameChg>
      </pc:sldChg>
      <pc:sldChg chg="addSp delSp modSp add replId">
        <pc:chgData name="Benhar Charles Velankanni" userId="S::benhar.velankanni@relevantz.com::3362e219-c834-491f-9854-1ab1850ed95b" providerId="AD" clId="Web-{4BB0B625-0A3F-F891-772A-E3B19C12F2A8}" dt="2025-06-04T12:34:00.212" v="202" actId="1076"/>
        <pc:sldMkLst>
          <pc:docMk/>
          <pc:sldMk cId="593881469" sldId="322"/>
        </pc:sldMkLst>
        <pc:spChg chg="add del mod">
          <ac:chgData name="Benhar Charles Velankanni" userId="S::benhar.velankanni@relevantz.com::3362e219-c834-491f-9854-1ab1850ed95b" providerId="AD" clId="Web-{4BB0B625-0A3F-F891-772A-E3B19C12F2A8}" dt="2025-06-04T12:33:48.836" v="198"/>
          <ac:spMkLst>
            <pc:docMk/>
            <pc:sldMk cId="593881469" sldId="322"/>
            <ac:spMk id="3" creationId="{AED7024D-8B4D-F884-CE4B-04A9D123E8DF}"/>
          </ac:spMkLst>
        </pc:spChg>
        <pc:spChg chg="del">
          <ac:chgData name="Benhar Charles Velankanni" userId="S::benhar.velankanni@relevantz.com::3362e219-c834-491f-9854-1ab1850ed95b" providerId="AD" clId="Web-{4BB0B625-0A3F-F891-772A-E3B19C12F2A8}" dt="2025-06-04T12:33:40.226" v="197"/>
          <ac:spMkLst>
            <pc:docMk/>
            <pc:sldMk cId="593881469" sldId="322"/>
            <ac:spMk id="264" creationId="{CF6F34E9-97A9-0E1C-D82D-C2C8EDB62AFB}"/>
          </ac:spMkLst>
        </pc:spChg>
        <pc:graphicFrameChg chg="add mod modGraphic">
          <ac:chgData name="Benhar Charles Velankanni" userId="S::benhar.velankanni@relevantz.com::3362e219-c834-491f-9854-1ab1850ed95b" providerId="AD" clId="Web-{4BB0B625-0A3F-F891-772A-E3B19C12F2A8}" dt="2025-06-04T12:34:00.212" v="202" actId="1076"/>
          <ac:graphicFrameMkLst>
            <pc:docMk/>
            <pc:sldMk cId="593881469" sldId="322"/>
            <ac:graphicFrameMk id="5" creationId="{67EE279D-7963-C890-5E8D-748323517591}"/>
          </ac:graphicFrameMkLst>
        </pc:graphicFrameChg>
      </pc:sldChg>
      <pc:sldChg chg="add del replId">
        <pc:chgData name="Benhar Charles Velankanni" userId="S::benhar.velankanni@relevantz.com::3362e219-c834-491f-9854-1ab1850ed95b" providerId="AD" clId="Web-{4BB0B625-0A3F-F891-772A-E3B19C12F2A8}" dt="2025-06-04T12:32:10.954" v="182"/>
        <pc:sldMkLst>
          <pc:docMk/>
          <pc:sldMk cId="2586614738" sldId="322"/>
        </pc:sldMkLst>
      </pc:sldChg>
      <pc:sldChg chg="delSp add del replId">
        <pc:chgData name="Benhar Charles Velankanni" userId="S::benhar.velankanni@relevantz.com::3362e219-c834-491f-9854-1ab1850ed95b" providerId="AD" clId="Web-{4BB0B625-0A3F-F891-772A-E3B19C12F2A8}" dt="2025-06-04T12:32:25.346" v="187"/>
        <pc:sldMkLst>
          <pc:docMk/>
          <pc:sldMk cId="3831474407" sldId="322"/>
        </pc:sldMkLst>
        <pc:spChg chg="del">
          <ac:chgData name="Benhar Charles Velankanni" userId="S::benhar.velankanni@relevantz.com::3362e219-c834-491f-9854-1ab1850ed95b" providerId="AD" clId="Web-{4BB0B625-0A3F-F891-772A-E3B19C12F2A8}" dt="2025-06-04T12:32:18.033" v="184"/>
          <ac:spMkLst>
            <pc:docMk/>
            <pc:sldMk cId="3831474407" sldId="322"/>
            <ac:spMk id="3" creationId="{B3F58B39-C5A9-9194-3445-D9A3B1E102D2}"/>
          </ac:spMkLst>
        </pc:spChg>
      </pc:sldChg>
      <pc:sldChg chg="add del replId">
        <pc:chgData name="Benhar Charles Velankanni" userId="S::benhar.velankanni@relevantz.com::3362e219-c834-491f-9854-1ab1850ed95b" providerId="AD" clId="Web-{4BB0B625-0A3F-F891-772A-E3B19C12F2A8}" dt="2025-06-04T12:32:22.674" v="186"/>
        <pc:sldMkLst>
          <pc:docMk/>
          <pc:sldMk cId="579958269" sldId="323"/>
        </pc:sldMkLst>
      </pc:sldChg>
      <pc:sldChg chg="addSp delSp modSp add replId">
        <pc:chgData name="Benhar Charles Velankanni" userId="S::benhar.velankanni@relevantz.com::3362e219-c834-491f-9854-1ab1850ed95b" providerId="AD" clId="Web-{4BB0B625-0A3F-F891-772A-E3B19C12F2A8}" dt="2025-06-04T12:35:11.889" v="210"/>
        <pc:sldMkLst>
          <pc:docMk/>
          <pc:sldMk cId="3420108366" sldId="323"/>
        </pc:sldMkLst>
        <pc:spChg chg="add del mod">
          <ac:chgData name="Benhar Charles Velankanni" userId="S::benhar.velankanni@relevantz.com::3362e219-c834-491f-9854-1ab1850ed95b" providerId="AD" clId="Web-{4BB0B625-0A3F-F891-772A-E3B19C12F2A8}" dt="2025-06-04T12:34:52.528" v="205"/>
          <ac:spMkLst>
            <pc:docMk/>
            <pc:sldMk cId="3420108366" sldId="323"/>
            <ac:spMk id="3" creationId="{CD4D74A6-CB7C-8244-9DA9-2AE25730D274}"/>
          </ac:spMkLst>
        </pc:spChg>
        <pc:spChg chg="del">
          <ac:chgData name="Benhar Charles Velankanni" userId="S::benhar.velankanni@relevantz.com::3362e219-c834-491f-9854-1ab1850ed95b" providerId="AD" clId="Web-{4BB0B625-0A3F-F891-772A-E3B19C12F2A8}" dt="2025-06-04T12:34:49.012" v="204"/>
          <ac:spMkLst>
            <pc:docMk/>
            <pc:sldMk cId="3420108366" sldId="323"/>
            <ac:spMk id="282" creationId="{B7E98563-54FB-2BA3-4955-E092CB3AADB8}"/>
          </ac:spMkLst>
        </pc:spChg>
        <pc:graphicFrameChg chg="add mod modGraphic">
          <ac:chgData name="Benhar Charles Velankanni" userId="S::benhar.velankanni@relevantz.com::3362e219-c834-491f-9854-1ab1850ed95b" providerId="AD" clId="Web-{4BB0B625-0A3F-F891-772A-E3B19C12F2A8}" dt="2025-06-04T12:35:11.889" v="210"/>
          <ac:graphicFrameMkLst>
            <pc:docMk/>
            <pc:sldMk cId="3420108366" sldId="323"/>
            <ac:graphicFrameMk id="5" creationId="{13A311E8-E552-52E0-A14C-318CC1137A99}"/>
          </ac:graphicFrameMkLst>
        </pc:graphicFrameChg>
      </pc:sldChg>
      <pc:sldChg chg="addSp delSp modSp add replId delAnim">
        <pc:chgData name="Benhar Charles Velankanni" userId="S::benhar.velankanni@relevantz.com::3362e219-c834-491f-9854-1ab1850ed95b" providerId="AD" clId="Web-{4BB0B625-0A3F-F891-772A-E3B19C12F2A8}" dt="2025-06-04T12:36:30.019" v="220"/>
        <pc:sldMkLst>
          <pc:docMk/>
          <pc:sldMk cId="3608658414" sldId="324"/>
        </pc:sldMkLst>
        <pc:spChg chg="add del mod">
          <ac:chgData name="Benhar Charles Velankanni" userId="S::benhar.velankanni@relevantz.com::3362e219-c834-491f-9854-1ab1850ed95b" providerId="AD" clId="Web-{4BB0B625-0A3F-F891-772A-E3B19C12F2A8}" dt="2025-06-04T12:36:06.533" v="214"/>
          <ac:spMkLst>
            <pc:docMk/>
            <pc:sldMk cId="3608658414" sldId="324"/>
            <ac:spMk id="3" creationId="{31315552-C24A-692E-FE57-6A63984381BB}"/>
          </ac:spMkLst>
        </pc:spChg>
        <pc:spChg chg="del">
          <ac:chgData name="Benhar Charles Velankanni" userId="S::benhar.velankanni@relevantz.com::3362e219-c834-491f-9854-1ab1850ed95b" providerId="AD" clId="Web-{4BB0B625-0A3F-F891-772A-E3B19C12F2A8}" dt="2025-06-04T12:36:02.924" v="212"/>
          <ac:spMkLst>
            <pc:docMk/>
            <pc:sldMk cId="3608658414" sldId="324"/>
            <ac:spMk id="318" creationId="{1C639050-49FF-4F5E-CD7C-ABEC3E0F0147}"/>
          </ac:spMkLst>
        </pc:spChg>
        <pc:graphicFrameChg chg="add mod modGraphic">
          <ac:chgData name="Benhar Charles Velankanni" userId="S::benhar.velankanni@relevantz.com::3362e219-c834-491f-9854-1ab1850ed95b" providerId="AD" clId="Web-{4BB0B625-0A3F-F891-772A-E3B19C12F2A8}" dt="2025-06-04T12:36:30.019" v="220"/>
          <ac:graphicFrameMkLst>
            <pc:docMk/>
            <pc:sldMk cId="3608658414" sldId="324"/>
            <ac:graphicFrameMk id="5" creationId="{2525CF94-1475-95A7-7D57-167B6AC41BE8}"/>
          </ac:graphicFrameMkLst>
        </pc:graphicFrameChg>
        <pc:picChg chg="del">
          <ac:chgData name="Benhar Charles Velankanni" userId="S::benhar.velankanni@relevantz.com::3362e219-c834-491f-9854-1ab1850ed95b" providerId="AD" clId="Web-{4BB0B625-0A3F-F891-772A-E3B19C12F2A8}" dt="2025-06-04T12:36:08.705" v="215"/>
          <ac:picMkLst>
            <pc:docMk/>
            <pc:sldMk cId="3608658414" sldId="324"/>
            <ac:picMk id="320" creationId="{31798D33-9F70-0A80-6974-A416B3FBCE3F}"/>
          </ac:picMkLst>
        </pc:picChg>
        <pc:picChg chg="del">
          <ac:chgData name="Benhar Charles Velankanni" userId="S::benhar.velankanni@relevantz.com::3362e219-c834-491f-9854-1ab1850ed95b" providerId="AD" clId="Web-{4BB0B625-0A3F-F891-772A-E3B19C12F2A8}" dt="2025-06-04T12:36:04.236" v="213"/>
          <ac:picMkLst>
            <pc:docMk/>
            <pc:sldMk cId="3608658414" sldId="324"/>
            <ac:picMk id="321" creationId="{1B0F296B-6680-8BAD-1FCF-2C84A011D474}"/>
          </ac:picMkLst>
        </pc:picChg>
      </pc:sldChg>
      <pc:sldChg chg="addSp delSp modSp add replId delAnim">
        <pc:chgData name="Benhar Charles Velankanni" userId="S::benhar.velankanni@relevantz.com::3362e219-c834-491f-9854-1ab1850ed95b" providerId="AD" clId="Web-{4BB0B625-0A3F-F891-772A-E3B19C12F2A8}" dt="2025-06-04T12:38:09.026" v="226"/>
        <pc:sldMkLst>
          <pc:docMk/>
          <pc:sldMk cId="1819496393" sldId="325"/>
        </pc:sldMkLst>
        <pc:graphicFrameChg chg="add mod modGraphic">
          <ac:chgData name="Benhar Charles Velankanni" userId="S::benhar.velankanni@relevantz.com::3362e219-c834-491f-9854-1ab1850ed95b" providerId="AD" clId="Web-{4BB0B625-0A3F-F891-772A-E3B19C12F2A8}" dt="2025-06-04T12:38:09.026" v="226"/>
          <ac:graphicFrameMkLst>
            <pc:docMk/>
            <pc:sldMk cId="1819496393" sldId="325"/>
            <ac:graphicFrameMk id="3" creationId="{87949C1D-34CC-16DE-23DE-B131ED3E479E}"/>
          </ac:graphicFrameMkLst>
        </pc:graphicFrameChg>
        <pc:picChg chg="del">
          <ac:chgData name="Benhar Charles Velankanni" userId="S::benhar.velankanni@relevantz.com::3362e219-c834-491f-9854-1ab1850ed95b" providerId="AD" clId="Web-{4BB0B625-0A3F-F891-772A-E3B19C12F2A8}" dt="2025-06-04T12:37:55.510" v="222"/>
          <ac:picMkLst>
            <pc:docMk/>
            <pc:sldMk cId="1819496393" sldId="325"/>
            <ac:picMk id="328" creationId="{22905B28-E419-9CD1-17A6-7F5AE34BFEEE}"/>
          </ac:picMkLst>
        </pc:picChg>
      </pc:sldChg>
      <pc:sldChg chg="addSp delSp modSp add replId delAnim">
        <pc:chgData name="Benhar Charles Velankanni" userId="S::benhar.velankanni@relevantz.com::3362e219-c834-491f-9854-1ab1850ed95b" providerId="AD" clId="Web-{4BB0B625-0A3F-F891-772A-E3B19C12F2A8}" dt="2025-06-04T12:39:10.609" v="236"/>
        <pc:sldMkLst>
          <pc:docMk/>
          <pc:sldMk cId="813771826" sldId="326"/>
        </pc:sldMkLst>
        <pc:spChg chg="add del mod">
          <ac:chgData name="Benhar Charles Velankanni" userId="S::benhar.velankanni@relevantz.com::3362e219-c834-491f-9854-1ab1850ed95b" providerId="AD" clId="Web-{4BB0B625-0A3F-F891-772A-E3B19C12F2A8}" dt="2025-06-04T12:38:52.545" v="230"/>
          <ac:spMkLst>
            <pc:docMk/>
            <pc:sldMk cId="813771826" sldId="326"/>
            <ac:spMk id="3" creationId="{3CE5C29A-27AC-2600-A5C5-404284E7B467}"/>
          </ac:spMkLst>
        </pc:spChg>
        <pc:spChg chg="del">
          <ac:chgData name="Benhar Charles Velankanni" userId="S::benhar.velankanni@relevantz.com::3362e219-c834-491f-9854-1ab1850ed95b" providerId="AD" clId="Web-{4BB0B625-0A3F-F891-772A-E3B19C12F2A8}" dt="2025-06-04T12:38:43.263" v="229"/>
          <ac:spMkLst>
            <pc:docMk/>
            <pc:sldMk cId="813771826" sldId="326"/>
            <ac:spMk id="340" creationId="{59587297-1149-0595-337E-ADC35D0B520D}"/>
          </ac:spMkLst>
        </pc:spChg>
        <pc:graphicFrameChg chg="add mod modGraphic">
          <ac:chgData name="Benhar Charles Velankanni" userId="S::benhar.velankanni@relevantz.com::3362e219-c834-491f-9854-1ab1850ed95b" providerId="AD" clId="Web-{4BB0B625-0A3F-F891-772A-E3B19C12F2A8}" dt="2025-06-04T12:39:10.609" v="236"/>
          <ac:graphicFrameMkLst>
            <pc:docMk/>
            <pc:sldMk cId="813771826" sldId="326"/>
            <ac:graphicFrameMk id="5" creationId="{4FB50E4F-AECC-FB12-0CFA-1B42350C6591}"/>
          </ac:graphicFrameMkLst>
        </pc:graphicFrameChg>
        <pc:picChg chg="del">
          <ac:chgData name="Benhar Charles Velankanni" userId="S::benhar.velankanni@relevantz.com::3362e219-c834-491f-9854-1ab1850ed95b" providerId="AD" clId="Web-{4BB0B625-0A3F-F891-772A-E3B19C12F2A8}" dt="2025-06-04T12:38:41.404" v="228"/>
          <ac:picMkLst>
            <pc:docMk/>
            <pc:sldMk cId="813771826" sldId="326"/>
            <ac:picMk id="342" creationId="{1BB14074-31A6-92A6-E14D-F3B48CE230BA}"/>
          </ac:picMkLst>
        </pc:picChg>
      </pc:sldChg>
      <pc:sldChg chg="addSp delSp modSp add replId delAnim">
        <pc:chgData name="Benhar Charles Velankanni" userId="S::benhar.velankanni@relevantz.com::3362e219-c834-491f-9854-1ab1850ed95b" providerId="AD" clId="Web-{4BB0B625-0A3F-F891-772A-E3B19C12F2A8}" dt="2025-06-04T12:40:19.239" v="247"/>
        <pc:sldMkLst>
          <pc:docMk/>
          <pc:sldMk cId="2596445856" sldId="327"/>
        </pc:sldMkLst>
        <pc:spChg chg="add del mod">
          <ac:chgData name="Benhar Charles Velankanni" userId="S::benhar.velankanni@relevantz.com::3362e219-c834-491f-9854-1ab1850ed95b" providerId="AD" clId="Web-{4BB0B625-0A3F-F891-772A-E3B19C12F2A8}" dt="2025-06-04T12:40:05.347" v="241"/>
          <ac:spMkLst>
            <pc:docMk/>
            <pc:sldMk cId="2596445856" sldId="327"/>
            <ac:spMk id="3" creationId="{EB94A7B5-3882-E78C-1139-F84537972E76}"/>
          </ac:spMkLst>
        </pc:spChg>
        <pc:spChg chg="del">
          <ac:chgData name="Benhar Charles Velankanni" userId="S::benhar.velankanni@relevantz.com::3362e219-c834-491f-9854-1ab1850ed95b" providerId="AD" clId="Web-{4BB0B625-0A3F-F891-772A-E3B19C12F2A8}" dt="2025-06-04T12:39:58.221" v="240"/>
          <ac:spMkLst>
            <pc:docMk/>
            <pc:sldMk cId="2596445856" sldId="327"/>
            <ac:spMk id="354" creationId="{BAAA65D0-6DEB-5E87-B793-C3C8E99E1860}"/>
          </ac:spMkLst>
        </pc:spChg>
        <pc:graphicFrameChg chg="add mod modGraphic">
          <ac:chgData name="Benhar Charles Velankanni" userId="S::benhar.velankanni@relevantz.com::3362e219-c834-491f-9854-1ab1850ed95b" providerId="AD" clId="Web-{4BB0B625-0A3F-F891-772A-E3B19C12F2A8}" dt="2025-06-04T12:40:19.239" v="247"/>
          <ac:graphicFrameMkLst>
            <pc:docMk/>
            <pc:sldMk cId="2596445856" sldId="327"/>
            <ac:graphicFrameMk id="5" creationId="{3EFB308C-CEEA-FDE9-F437-EA99B1650A87}"/>
          </ac:graphicFrameMkLst>
        </pc:graphicFrameChg>
        <pc:picChg chg="del">
          <ac:chgData name="Benhar Charles Velankanni" userId="S::benhar.velankanni@relevantz.com::3362e219-c834-491f-9854-1ab1850ed95b" providerId="AD" clId="Web-{4BB0B625-0A3F-F891-772A-E3B19C12F2A8}" dt="2025-06-04T12:39:56.081" v="239"/>
          <ac:picMkLst>
            <pc:docMk/>
            <pc:sldMk cId="2596445856" sldId="327"/>
            <ac:picMk id="356" creationId="{B984C28F-990F-CD48-CC75-21863E5A2112}"/>
          </ac:picMkLst>
        </pc:picChg>
      </pc:sldChg>
    </pc:docChg>
  </pc:docChgLst>
  <pc:docChgLst>
    <pc:chgData name="Benhar Charles Velankanni" userId="S::benhar.velankanni@relevantz.com::3362e219-c834-491f-9854-1ab1850ed95b" providerId="AD" clId="Web-{B40E3FFB-5E89-61FA-FF01-295DEB25B7BC}"/>
    <pc:docChg chg="addSld delSld modSld sldOrd">
      <pc:chgData name="Benhar Charles Velankanni" userId="S::benhar.velankanni@relevantz.com::3362e219-c834-491f-9854-1ab1850ed95b" providerId="AD" clId="Web-{B40E3FFB-5E89-61FA-FF01-295DEB25B7BC}" dt="2025-06-04T15:55:20.593" v="346"/>
      <pc:docMkLst>
        <pc:docMk/>
      </pc:docMkLst>
      <pc:sldChg chg="ord">
        <pc:chgData name="Benhar Charles Velankanni" userId="S::benhar.velankanni@relevantz.com::3362e219-c834-491f-9854-1ab1850ed95b" providerId="AD" clId="Web-{B40E3FFB-5E89-61FA-FF01-295DEB25B7BC}" dt="2025-06-04T15:08:53.328" v="246"/>
        <pc:sldMkLst>
          <pc:docMk/>
          <pc:sldMk cId="0" sldId="269"/>
        </pc:sldMkLst>
      </pc:sldChg>
      <pc:sldChg chg="addSp delSp modSp">
        <pc:chgData name="Benhar Charles Velankanni" userId="S::benhar.velankanni@relevantz.com::3362e219-c834-491f-9854-1ab1850ed95b" providerId="AD" clId="Web-{B40E3FFB-5E89-61FA-FF01-295DEB25B7BC}" dt="2025-06-04T13:50:15.800" v="27" actId="1076"/>
        <pc:sldMkLst>
          <pc:docMk/>
          <pc:sldMk cId="0" sldId="290"/>
        </pc:sldMkLst>
        <pc:graphicFrameChg chg="add mod modGraphic">
          <ac:chgData name="Benhar Charles Velankanni" userId="S::benhar.velankanni@relevantz.com::3362e219-c834-491f-9854-1ab1850ed95b" providerId="AD" clId="Web-{B40E3FFB-5E89-61FA-FF01-295DEB25B7BC}" dt="2025-06-04T13:50:15.800" v="27" actId="1076"/>
          <ac:graphicFrameMkLst>
            <pc:docMk/>
            <pc:sldMk cId="0" sldId="290"/>
            <ac:graphicFrameMk id="3" creationId="{778E00DB-8913-26BB-D679-1CCDDEFBA491}"/>
          </ac:graphicFrameMkLst>
        </pc:graphicFrameChg>
        <pc:picChg chg="del">
          <ac:chgData name="Benhar Charles Velankanni" userId="S::benhar.velankanni@relevantz.com::3362e219-c834-491f-9854-1ab1850ed95b" providerId="AD" clId="Web-{B40E3FFB-5E89-61FA-FF01-295DEB25B7BC}" dt="2025-06-04T13:48:08.133" v="0"/>
          <ac:picMkLst>
            <pc:docMk/>
            <pc:sldMk cId="0" sldId="290"/>
            <ac:picMk id="368" creationId="{00000000-0000-0000-0000-000000000000}"/>
          </ac:picMkLst>
        </pc:picChg>
      </pc:sldChg>
      <pc:sldChg chg="addSp delSp modSp delAnim">
        <pc:chgData name="Benhar Charles Velankanni" userId="S::benhar.velankanni@relevantz.com::3362e219-c834-491f-9854-1ab1850ed95b" providerId="AD" clId="Web-{B40E3FFB-5E89-61FA-FF01-295DEB25B7BC}" dt="2025-06-04T13:54:10.990" v="59" actId="1076"/>
        <pc:sldMkLst>
          <pc:docMk/>
          <pc:sldMk cId="0" sldId="292"/>
        </pc:sldMkLst>
        <pc:graphicFrameChg chg="add del mod">
          <ac:chgData name="Benhar Charles Velankanni" userId="S::benhar.velankanni@relevantz.com::3362e219-c834-491f-9854-1ab1850ed95b" providerId="AD" clId="Web-{B40E3FFB-5E89-61FA-FF01-295DEB25B7BC}" dt="2025-06-04T13:54:05.646" v="58"/>
          <ac:graphicFrameMkLst>
            <pc:docMk/>
            <pc:sldMk cId="0" sldId="292"/>
            <ac:graphicFrameMk id="3" creationId="{1D7F9396-6667-3B04-927A-5DAB20704B95}"/>
          </ac:graphicFrameMkLst>
        </pc:graphicFrameChg>
        <pc:graphicFrameChg chg="add">
          <ac:chgData name="Benhar Charles Velankanni" userId="S::benhar.velankanni@relevantz.com::3362e219-c834-491f-9854-1ab1850ed95b" providerId="AD" clId="Web-{B40E3FFB-5E89-61FA-FF01-295DEB25B7BC}" dt="2025-06-04T13:54:00.005" v="57"/>
          <ac:graphicFrameMkLst>
            <pc:docMk/>
            <pc:sldMk cId="0" sldId="292"/>
            <ac:graphicFrameMk id="5" creationId="{DBACB548-CB9D-43B3-821E-54E683CA5359}"/>
          </ac:graphicFrameMkLst>
        </pc:graphicFrameChg>
        <pc:picChg chg="del">
          <ac:chgData name="Benhar Charles Velankanni" userId="S::benhar.velankanni@relevantz.com::3362e219-c834-491f-9854-1ab1850ed95b" providerId="AD" clId="Web-{B40E3FFB-5E89-61FA-FF01-295DEB25B7BC}" dt="2025-06-04T13:50:48.802" v="30"/>
          <ac:picMkLst>
            <pc:docMk/>
            <pc:sldMk cId="0" sldId="292"/>
            <ac:picMk id="380" creationId="{00000000-0000-0000-0000-000000000000}"/>
          </ac:picMkLst>
        </pc:picChg>
      </pc:sldChg>
      <pc:sldChg chg="addSp delSp modSp">
        <pc:chgData name="Benhar Charles Velankanni" userId="S::benhar.velankanni@relevantz.com::3362e219-c834-491f-9854-1ab1850ed95b" providerId="AD" clId="Web-{B40E3FFB-5E89-61FA-FF01-295DEB25B7BC}" dt="2025-06-04T13:57:44.570" v="138"/>
        <pc:sldMkLst>
          <pc:docMk/>
          <pc:sldMk cId="0" sldId="298"/>
        </pc:sldMkLst>
        <pc:graphicFrameChg chg="add mod modGraphic">
          <ac:chgData name="Benhar Charles Velankanni" userId="S::benhar.velankanni@relevantz.com::3362e219-c834-491f-9854-1ab1850ed95b" providerId="AD" clId="Web-{B40E3FFB-5E89-61FA-FF01-295DEB25B7BC}" dt="2025-06-04T13:57:44.570" v="138"/>
          <ac:graphicFrameMkLst>
            <pc:docMk/>
            <pc:sldMk cId="0" sldId="298"/>
            <ac:graphicFrameMk id="3" creationId="{48DDA73F-2397-2BDE-2841-0CBFAF3764CD}"/>
          </ac:graphicFrameMkLst>
        </pc:graphicFrameChg>
        <pc:graphicFrameChg chg="add del mod">
          <ac:chgData name="Benhar Charles Velankanni" userId="S::benhar.velankanni@relevantz.com::3362e219-c834-491f-9854-1ab1850ed95b" providerId="AD" clId="Web-{B40E3FFB-5E89-61FA-FF01-295DEB25B7BC}" dt="2025-06-04T13:57:24.771" v="133"/>
          <ac:graphicFrameMkLst>
            <pc:docMk/>
            <pc:sldMk cId="0" sldId="298"/>
            <ac:graphicFrameMk id="5" creationId="{C079AF71-A93C-CF32-6B66-E64ED6A32C30}"/>
          </ac:graphicFrameMkLst>
        </pc:graphicFrameChg>
        <pc:picChg chg="del">
          <ac:chgData name="Benhar Charles Velankanni" userId="S::benhar.velankanni@relevantz.com::3362e219-c834-491f-9854-1ab1850ed95b" providerId="AD" clId="Web-{B40E3FFB-5E89-61FA-FF01-295DEB25B7BC}" dt="2025-06-04T13:56:33.611" v="69"/>
          <ac:picMkLst>
            <pc:docMk/>
            <pc:sldMk cId="0" sldId="298"/>
            <ac:picMk id="416" creationId="{00000000-0000-0000-0000-000000000000}"/>
          </ac:picMkLst>
        </pc:picChg>
      </pc:sldChg>
      <pc:sldChg chg="addSp delSp modSp">
        <pc:chgData name="Benhar Charles Velankanni" userId="S::benhar.velankanni@relevantz.com::3362e219-c834-491f-9854-1ab1850ed95b" providerId="AD" clId="Web-{B40E3FFB-5E89-61FA-FF01-295DEB25B7BC}" dt="2025-06-04T14:01:21.649" v="155"/>
        <pc:sldMkLst>
          <pc:docMk/>
          <pc:sldMk cId="0" sldId="299"/>
        </pc:sldMkLst>
        <pc:graphicFrameChg chg="add mod modGraphic">
          <ac:chgData name="Benhar Charles Velankanni" userId="S::benhar.velankanni@relevantz.com::3362e219-c834-491f-9854-1ab1850ed95b" providerId="AD" clId="Web-{B40E3FFB-5E89-61FA-FF01-295DEB25B7BC}" dt="2025-06-04T14:01:21.649" v="155"/>
          <ac:graphicFrameMkLst>
            <pc:docMk/>
            <pc:sldMk cId="0" sldId="299"/>
            <ac:graphicFrameMk id="3" creationId="{2FD996BC-D839-A332-0039-8D6AA3C43C9F}"/>
          </ac:graphicFrameMkLst>
        </pc:graphicFrameChg>
        <pc:picChg chg="del">
          <ac:chgData name="Benhar Charles Velankanni" userId="S::benhar.velankanni@relevantz.com::3362e219-c834-491f-9854-1ab1850ed95b" providerId="AD" clId="Web-{B40E3FFB-5E89-61FA-FF01-295DEB25B7BC}" dt="2025-06-04T13:59:07.232" v="148"/>
          <ac:picMkLst>
            <pc:docMk/>
            <pc:sldMk cId="0" sldId="299"/>
            <ac:picMk id="423" creationId="{00000000-0000-0000-0000-000000000000}"/>
          </ac:picMkLst>
        </pc:picChg>
      </pc:sldChg>
      <pc:sldChg chg="addSp delSp modSp">
        <pc:chgData name="Benhar Charles Velankanni" userId="S::benhar.velankanni@relevantz.com::3362e219-c834-491f-9854-1ab1850ed95b" providerId="AD" clId="Web-{B40E3FFB-5E89-61FA-FF01-295DEB25B7BC}" dt="2025-06-04T14:02:24.670" v="162"/>
        <pc:sldMkLst>
          <pc:docMk/>
          <pc:sldMk cId="0" sldId="300"/>
        </pc:sldMkLst>
        <pc:graphicFrameChg chg="add mod modGraphic">
          <ac:chgData name="Benhar Charles Velankanni" userId="S::benhar.velankanni@relevantz.com::3362e219-c834-491f-9854-1ab1850ed95b" providerId="AD" clId="Web-{B40E3FFB-5E89-61FA-FF01-295DEB25B7BC}" dt="2025-06-04T14:02:24.670" v="162"/>
          <ac:graphicFrameMkLst>
            <pc:docMk/>
            <pc:sldMk cId="0" sldId="300"/>
            <ac:graphicFrameMk id="3" creationId="{3D7E240D-973B-36F4-24A3-4C3CE01BADF7}"/>
          </ac:graphicFrameMkLst>
        </pc:graphicFrameChg>
        <pc:picChg chg="del">
          <ac:chgData name="Benhar Charles Velankanni" userId="S::benhar.velankanni@relevantz.com::3362e219-c834-491f-9854-1ab1850ed95b" providerId="AD" clId="Web-{B40E3FFB-5E89-61FA-FF01-295DEB25B7BC}" dt="2025-06-04T14:02:08.169" v="156"/>
          <ac:picMkLst>
            <pc:docMk/>
            <pc:sldMk cId="0" sldId="300"/>
            <ac:picMk id="430" creationId="{00000000-0000-0000-0000-000000000000}"/>
          </ac:picMkLst>
        </pc:picChg>
      </pc:sldChg>
      <pc:sldChg chg="addSp delSp modSp">
        <pc:chgData name="Benhar Charles Velankanni" userId="S::benhar.velankanni@relevantz.com::3362e219-c834-491f-9854-1ab1850ed95b" providerId="AD" clId="Web-{B40E3FFB-5E89-61FA-FF01-295DEB25B7BC}" dt="2025-06-04T14:06:55.535" v="203"/>
        <pc:sldMkLst>
          <pc:docMk/>
          <pc:sldMk cId="0" sldId="301"/>
        </pc:sldMkLst>
        <pc:graphicFrameChg chg="add mod modGraphic">
          <ac:chgData name="Benhar Charles Velankanni" userId="S::benhar.velankanni@relevantz.com::3362e219-c834-491f-9854-1ab1850ed95b" providerId="AD" clId="Web-{B40E3FFB-5E89-61FA-FF01-295DEB25B7BC}" dt="2025-06-04T14:06:55.535" v="203"/>
          <ac:graphicFrameMkLst>
            <pc:docMk/>
            <pc:sldMk cId="0" sldId="301"/>
            <ac:graphicFrameMk id="3" creationId="{42349725-964E-D6B5-15A6-1192BC6B5A6F}"/>
          </ac:graphicFrameMkLst>
        </pc:graphicFrameChg>
        <pc:graphicFrameChg chg="add del mod modGraphic">
          <ac:chgData name="Benhar Charles Velankanni" userId="S::benhar.velankanni@relevantz.com::3362e219-c834-491f-9854-1ab1850ed95b" providerId="AD" clId="Web-{B40E3FFB-5E89-61FA-FF01-295DEB25B7BC}" dt="2025-06-04T14:06:25.267" v="196"/>
          <ac:graphicFrameMkLst>
            <pc:docMk/>
            <pc:sldMk cId="0" sldId="301"/>
            <ac:graphicFrameMk id="5" creationId="{C21D5ACA-D02C-2972-0B1E-D888F1E71A01}"/>
          </ac:graphicFrameMkLst>
        </pc:graphicFrameChg>
        <pc:graphicFrameChg chg="add del">
          <ac:chgData name="Benhar Charles Velankanni" userId="S::benhar.velankanni@relevantz.com::3362e219-c834-491f-9854-1ab1850ed95b" providerId="AD" clId="Web-{B40E3FFB-5E89-61FA-FF01-295DEB25B7BC}" dt="2025-06-04T14:04:50.166" v="174"/>
          <ac:graphicFrameMkLst>
            <pc:docMk/>
            <pc:sldMk cId="0" sldId="301"/>
            <ac:graphicFrameMk id="6" creationId="{AC019E44-22E9-4878-3E87-69DAB4E90FAA}"/>
          </ac:graphicFrameMkLst>
        </pc:graphicFrameChg>
        <pc:picChg chg="del">
          <ac:chgData name="Benhar Charles Velankanni" userId="S::benhar.velankanni@relevantz.com::3362e219-c834-491f-9854-1ab1850ed95b" providerId="AD" clId="Web-{B40E3FFB-5E89-61FA-FF01-295DEB25B7BC}" dt="2025-06-04T14:02:32.655" v="163"/>
          <ac:picMkLst>
            <pc:docMk/>
            <pc:sldMk cId="0" sldId="301"/>
            <ac:picMk id="437" creationId="{00000000-0000-0000-0000-000000000000}"/>
          </ac:picMkLst>
        </pc:picChg>
      </pc:sldChg>
      <pc:sldChg chg="addSp delSp modSp">
        <pc:chgData name="Benhar Charles Velankanni" userId="S::benhar.velankanni@relevantz.com::3362e219-c834-491f-9854-1ab1850ed95b" providerId="AD" clId="Web-{B40E3FFB-5E89-61FA-FF01-295DEB25B7BC}" dt="2025-06-04T15:02:52.783" v="229" actId="1076"/>
        <pc:sldMkLst>
          <pc:docMk/>
          <pc:sldMk cId="0" sldId="306"/>
        </pc:sldMkLst>
        <pc:spChg chg="add del mod">
          <ac:chgData name="Benhar Charles Velankanni" userId="S::benhar.velankanni@relevantz.com::3362e219-c834-491f-9854-1ab1850ed95b" providerId="AD" clId="Web-{B40E3FFB-5E89-61FA-FF01-295DEB25B7BC}" dt="2025-06-04T15:02:25.174" v="220"/>
          <ac:spMkLst>
            <pc:docMk/>
            <pc:sldMk cId="0" sldId="306"/>
            <ac:spMk id="3" creationId="{9ABD00F4-7692-658B-02F2-96FCB31E52B0}"/>
          </ac:spMkLst>
        </pc:spChg>
        <pc:spChg chg="del">
          <ac:chgData name="Benhar Charles Velankanni" userId="S::benhar.velankanni@relevantz.com::3362e219-c834-491f-9854-1ab1850ed95b" providerId="AD" clId="Web-{B40E3FFB-5E89-61FA-FF01-295DEB25B7BC}" dt="2025-06-04T15:02:04.312" v="217"/>
          <ac:spMkLst>
            <pc:docMk/>
            <pc:sldMk cId="0" sldId="306"/>
            <ac:spMk id="465" creationId="{00000000-0000-0000-0000-000000000000}"/>
          </ac:spMkLst>
        </pc:spChg>
        <pc:graphicFrameChg chg="add mod modGraphic">
          <ac:chgData name="Benhar Charles Velankanni" userId="S::benhar.velankanni@relevantz.com::3362e219-c834-491f-9854-1ab1850ed95b" providerId="AD" clId="Web-{B40E3FFB-5E89-61FA-FF01-295DEB25B7BC}" dt="2025-06-04T15:02:52.783" v="229" actId="1076"/>
          <ac:graphicFrameMkLst>
            <pc:docMk/>
            <pc:sldMk cId="0" sldId="306"/>
            <ac:graphicFrameMk id="5" creationId="{FEBAA6E7-712B-86F0-184C-2EB908BCFDFA}"/>
          </ac:graphicFrameMkLst>
        </pc:graphicFrameChg>
      </pc:sldChg>
      <pc:sldChg chg="modSp">
        <pc:chgData name="Benhar Charles Velankanni" userId="S::benhar.velankanni@relevantz.com::3362e219-c834-491f-9854-1ab1850ed95b" providerId="AD" clId="Web-{B40E3FFB-5E89-61FA-FF01-295DEB25B7BC}" dt="2025-06-04T15:21:28.779" v="344" actId="20577"/>
        <pc:sldMkLst>
          <pc:docMk/>
          <pc:sldMk cId="0" sldId="313"/>
        </pc:sldMkLst>
        <pc:spChg chg="mod">
          <ac:chgData name="Benhar Charles Velankanni" userId="S::benhar.velankanni@relevantz.com::3362e219-c834-491f-9854-1ab1850ed95b" providerId="AD" clId="Web-{B40E3FFB-5E89-61FA-FF01-295DEB25B7BC}" dt="2025-06-04T15:21:28.779" v="344" actId="20577"/>
          <ac:spMkLst>
            <pc:docMk/>
            <pc:sldMk cId="0" sldId="313"/>
            <ac:spMk id="509" creationId="{00000000-0000-0000-0000-000000000000}"/>
          </ac:spMkLst>
        </pc:spChg>
      </pc:sldChg>
      <pc:sldChg chg="modSp">
        <pc:chgData name="Benhar Charles Velankanni" userId="S::benhar.velankanni@relevantz.com::3362e219-c834-491f-9854-1ab1850ed95b" providerId="AD" clId="Web-{B40E3FFB-5E89-61FA-FF01-295DEB25B7BC}" dt="2025-06-04T15:03:55.082" v="230"/>
        <pc:sldMkLst>
          <pc:docMk/>
          <pc:sldMk cId="4085850579" sldId="317"/>
        </pc:sldMkLst>
        <pc:graphicFrameChg chg="modGraphic">
          <ac:chgData name="Benhar Charles Velankanni" userId="S::benhar.velankanni@relevantz.com::3362e219-c834-491f-9854-1ab1850ed95b" providerId="AD" clId="Web-{B40E3FFB-5E89-61FA-FF01-295DEB25B7BC}" dt="2025-06-04T15:03:55.082" v="230"/>
          <ac:graphicFrameMkLst>
            <pc:docMk/>
            <pc:sldMk cId="4085850579" sldId="317"/>
            <ac:graphicFrameMk id="5" creationId="{F3DCECEF-AA3D-B301-1836-5252DCB00A0F}"/>
          </ac:graphicFrameMkLst>
        </pc:graphicFrameChg>
      </pc:sldChg>
      <pc:sldChg chg="addSp delSp modSp">
        <pc:chgData name="Benhar Charles Velankanni" userId="S::benhar.velankanni@relevantz.com::3362e219-c834-491f-9854-1ab1850ed95b" providerId="AD" clId="Web-{B40E3FFB-5E89-61FA-FF01-295DEB25B7BC}" dt="2025-06-04T15:06:52.777" v="244"/>
        <pc:sldMkLst>
          <pc:docMk/>
          <pc:sldMk cId="3948225039" sldId="318"/>
        </pc:sldMkLst>
        <pc:graphicFrameChg chg="add mod modGraphic">
          <ac:chgData name="Benhar Charles Velankanni" userId="S::benhar.velankanni@relevantz.com::3362e219-c834-491f-9854-1ab1850ed95b" providerId="AD" clId="Web-{B40E3FFB-5E89-61FA-FF01-295DEB25B7BC}" dt="2025-06-04T15:06:52.777" v="244"/>
          <ac:graphicFrameMkLst>
            <pc:docMk/>
            <pc:sldMk cId="3948225039" sldId="318"/>
            <ac:graphicFrameMk id="3" creationId="{10DC9657-AE9E-CFAB-23FB-0D1EB08C733F}"/>
          </ac:graphicFrameMkLst>
        </pc:graphicFrameChg>
        <pc:graphicFrameChg chg="del">
          <ac:chgData name="Benhar Charles Velankanni" userId="S::benhar.velankanni@relevantz.com::3362e219-c834-491f-9854-1ab1850ed95b" providerId="AD" clId="Web-{B40E3FFB-5E89-61FA-FF01-295DEB25B7BC}" dt="2025-06-04T15:05:34.852" v="231"/>
          <ac:graphicFrameMkLst>
            <pc:docMk/>
            <pc:sldMk cId="3948225039" sldId="318"/>
            <ac:graphicFrameMk id="5" creationId="{10D91901-AD94-7BC1-4D8C-F974353110F2}"/>
          </ac:graphicFrameMkLst>
        </pc:graphicFrameChg>
      </pc:sldChg>
      <pc:sldChg chg="ord">
        <pc:chgData name="Benhar Charles Velankanni" userId="S::benhar.velankanni@relevantz.com::3362e219-c834-491f-9854-1ab1850ed95b" providerId="AD" clId="Web-{B40E3FFB-5E89-61FA-FF01-295DEB25B7BC}" dt="2025-06-04T15:10:16.660" v="262"/>
        <pc:sldMkLst>
          <pc:docMk/>
          <pc:sldMk cId="2631080072" sldId="319"/>
        </pc:sldMkLst>
      </pc:sldChg>
      <pc:sldChg chg="modNotes">
        <pc:chgData name="Benhar Charles Velankanni" userId="S::benhar.velankanni@relevantz.com::3362e219-c834-491f-9854-1ab1850ed95b" providerId="AD" clId="Web-{B40E3FFB-5E89-61FA-FF01-295DEB25B7BC}" dt="2025-06-04T15:55:20.593" v="346"/>
        <pc:sldMkLst>
          <pc:docMk/>
          <pc:sldMk cId="3274934980" sldId="320"/>
        </pc:sldMkLst>
      </pc:sldChg>
      <pc:sldChg chg="addSp delSp modSp add replId delAnim">
        <pc:chgData name="Benhar Charles Velankanni" userId="S::benhar.velankanni@relevantz.com::3362e219-c834-491f-9854-1ab1850ed95b" providerId="AD" clId="Web-{B40E3FFB-5E89-61FA-FF01-295DEB25B7BC}" dt="2025-06-04T13:54:15.209" v="60"/>
        <pc:sldMkLst>
          <pc:docMk/>
          <pc:sldMk cId="1331273169" sldId="328"/>
        </pc:sldMkLst>
        <pc:spChg chg="add del mod">
          <ac:chgData name="Benhar Charles Velankanni" userId="S::benhar.velankanni@relevantz.com::3362e219-c834-491f-9854-1ab1850ed95b" providerId="AD" clId="Web-{B40E3FFB-5E89-61FA-FF01-295DEB25B7BC}" dt="2025-06-04T13:52:28.795" v="41"/>
          <ac:spMkLst>
            <pc:docMk/>
            <pc:sldMk cId="1331273169" sldId="328"/>
            <ac:spMk id="3" creationId="{CE48AF5D-3218-C61C-732E-E5C80296BDE0}"/>
          </ac:spMkLst>
        </pc:spChg>
        <pc:spChg chg="del">
          <ac:chgData name="Benhar Charles Velankanni" userId="S::benhar.velankanni@relevantz.com::3362e219-c834-491f-9854-1ab1850ed95b" providerId="AD" clId="Web-{B40E3FFB-5E89-61FA-FF01-295DEB25B7BC}" dt="2025-06-04T13:51:42.838" v="31"/>
          <ac:spMkLst>
            <pc:docMk/>
            <pc:sldMk cId="1331273169" sldId="328"/>
            <ac:spMk id="378" creationId="{B0468A84-57C3-1CA9-AA76-9932DF686D4C}"/>
          </ac:spMkLst>
        </pc:spChg>
        <pc:graphicFrameChg chg="add del mod modGraphic">
          <ac:chgData name="Benhar Charles Velankanni" userId="S::benhar.velankanni@relevantz.com::3362e219-c834-491f-9854-1ab1850ed95b" providerId="AD" clId="Web-{B40E3FFB-5E89-61FA-FF01-295DEB25B7BC}" dt="2025-06-04T13:53:56.473" v="56"/>
          <ac:graphicFrameMkLst>
            <pc:docMk/>
            <pc:sldMk cId="1331273169" sldId="328"/>
            <ac:graphicFrameMk id="5" creationId="{DBACB548-CB9D-43B3-821E-54E683CA5359}"/>
          </ac:graphicFrameMkLst>
        </pc:graphicFrameChg>
        <pc:graphicFrameChg chg="mod">
          <ac:chgData name="Benhar Charles Velankanni" userId="S::benhar.velankanni@relevantz.com::3362e219-c834-491f-9854-1ab1850ed95b" providerId="AD" clId="Web-{B40E3FFB-5E89-61FA-FF01-295DEB25B7BC}" dt="2025-06-04T13:54:15.209" v="60"/>
          <ac:graphicFrameMkLst>
            <pc:docMk/>
            <pc:sldMk cId="1331273169" sldId="328"/>
            <ac:graphicFrameMk id="7" creationId="{1D7F9396-6667-3B04-927A-5DAB20704B95}"/>
          </ac:graphicFrameMkLst>
        </pc:graphicFrameChg>
        <pc:picChg chg="del">
          <ac:chgData name="Benhar Charles Velankanni" userId="S::benhar.velankanni@relevantz.com::3362e219-c834-491f-9854-1ab1850ed95b" providerId="AD" clId="Web-{B40E3FFB-5E89-61FA-FF01-295DEB25B7BC}" dt="2025-06-04T13:50:45.896" v="29"/>
          <ac:picMkLst>
            <pc:docMk/>
            <pc:sldMk cId="1331273169" sldId="328"/>
            <ac:picMk id="380" creationId="{FF7187CD-2219-C808-C4BD-CC5F896B6A6C}"/>
          </ac:picMkLst>
        </pc:picChg>
      </pc:sldChg>
      <pc:sldChg chg="addSp delSp modSp add replId">
        <pc:chgData name="Benhar Charles Velankanni" userId="S::benhar.velankanni@relevantz.com::3362e219-c834-491f-9854-1ab1850ed95b" providerId="AD" clId="Web-{B40E3FFB-5E89-61FA-FF01-295DEB25B7BC}" dt="2025-06-04T13:55:41.263" v="68" actId="1076"/>
        <pc:sldMkLst>
          <pc:docMk/>
          <pc:sldMk cId="1059031537" sldId="329"/>
        </pc:sldMkLst>
        <pc:spChg chg="add del mod">
          <ac:chgData name="Benhar Charles Velankanni" userId="S::benhar.velankanni@relevantz.com::3362e219-c834-491f-9854-1ab1850ed95b" providerId="AD" clId="Web-{B40E3FFB-5E89-61FA-FF01-295DEB25B7BC}" dt="2025-06-04T13:55:23.621" v="63"/>
          <ac:spMkLst>
            <pc:docMk/>
            <pc:sldMk cId="1059031537" sldId="329"/>
            <ac:spMk id="3" creationId="{D2AB8572-FF9E-8607-91EB-35CCC0907F9A}"/>
          </ac:spMkLst>
        </pc:spChg>
        <pc:spChg chg="del">
          <ac:chgData name="Benhar Charles Velankanni" userId="S::benhar.velankanni@relevantz.com::3362e219-c834-491f-9854-1ab1850ed95b" providerId="AD" clId="Web-{B40E3FFB-5E89-61FA-FF01-295DEB25B7BC}" dt="2025-06-04T13:55:17.933" v="62"/>
          <ac:spMkLst>
            <pc:docMk/>
            <pc:sldMk cId="1059031537" sldId="329"/>
            <ac:spMk id="390" creationId="{A2591873-6DD9-1F5B-2A93-9676497ACEED}"/>
          </ac:spMkLst>
        </pc:spChg>
        <pc:graphicFrameChg chg="add mod modGraphic">
          <ac:chgData name="Benhar Charles Velankanni" userId="S::benhar.velankanni@relevantz.com::3362e219-c834-491f-9854-1ab1850ed95b" providerId="AD" clId="Web-{B40E3FFB-5E89-61FA-FF01-295DEB25B7BC}" dt="2025-06-04T13:55:41.263" v="68" actId="1076"/>
          <ac:graphicFrameMkLst>
            <pc:docMk/>
            <pc:sldMk cId="1059031537" sldId="329"/>
            <ac:graphicFrameMk id="5" creationId="{AC6F4B21-661F-585F-4D65-E2AA8FA950A0}"/>
          </ac:graphicFrameMkLst>
        </pc:graphicFrameChg>
      </pc:sldChg>
      <pc:sldChg chg="delSp modSp add replId">
        <pc:chgData name="Benhar Charles Velankanni" userId="S::benhar.velankanni@relevantz.com::3362e219-c834-491f-9854-1ab1850ed95b" providerId="AD" clId="Web-{B40E3FFB-5E89-61FA-FF01-295DEB25B7BC}" dt="2025-06-04T13:58:22.729" v="147"/>
        <pc:sldMkLst>
          <pc:docMk/>
          <pc:sldMk cId="3923450393" sldId="330"/>
        </pc:sldMkLst>
        <pc:graphicFrameChg chg="del">
          <ac:chgData name="Benhar Charles Velankanni" userId="S::benhar.velankanni@relevantz.com::3362e219-c834-491f-9854-1ab1850ed95b" providerId="AD" clId="Web-{B40E3FFB-5E89-61FA-FF01-295DEB25B7BC}" dt="2025-06-04T13:57:54.852" v="139"/>
          <ac:graphicFrameMkLst>
            <pc:docMk/>
            <pc:sldMk cId="3923450393" sldId="330"/>
            <ac:graphicFrameMk id="3" creationId="{961B6C24-58D9-103F-AE6A-23EC51BD8932}"/>
          </ac:graphicFrameMkLst>
        </pc:graphicFrameChg>
        <pc:graphicFrameChg chg="mod modGraphic">
          <ac:chgData name="Benhar Charles Velankanni" userId="S::benhar.velankanni@relevantz.com::3362e219-c834-491f-9854-1ab1850ed95b" providerId="AD" clId="Web-{B40E3FFB-5E89-61FA-FF01-295DEB25B7BC}" dt="2025-06-04T13:58:22.729" v="147"/>
          <ac:graphicFrameMkLst>
            <pc:docMk/>
            <pc:sldMk cId="3923450393" sldId="330"/>
            <ac:graphicFrameMk id="5" creationId="{27D2225F-E9CE-5476-986C-FCCCE1DACF96}"/>
          </ac:graphicFrameMkLst>
        </pc:graphicFrameChg>
      </pc:sldChg>
      <pc:sldChg chg="delSp modSp add replId">
        <pc:chgData name="Benhar Charles Velankanni" userId="S::benhar.velankanni@relevantz.com::3362e219-c834-491f-9854-1ab1850ed95b" providerId="AD" clId="Web-{B40E3FFB-5E89-61FA-FF01-295DEB25B7BC}" dt="2025-06-04T14:05:50.296" v="189"/>
        <pc:sldMkLst>
          <pc:docMk/>
          <pc:sldMk cId="135159625" sldId="331"/>
        </pc:sldMkLst>
        <pc:graphicFrameChg chg="del">
          <ac:chgData name="Benhar Charles Velankanni" userId="S::benhar.velankanni@relevantz.com::3362e219-c834-491f-9854-1ab1850ed95b" providerId="AD" clId="Web-{B40E3FFB-5E89-61FA-FF01-295DEB25B7BC}" dt="2025-06-04T14:05:05.761" v="177"/>
          <ac:graphicFrameMkLst>
            <pc:docMk/>
            <pc:sldMk cId="135159625" sldId="331"/>
            <ac:graphicFrameMk id="3" creationId="{D5A3D408-79B5-E020-F815-152FFEF179BB}"/>
          </ac:graphicFrameMkLst>
        </pc:graphicFrameChg>
        <pc:graphicFrameChg chg="mod modGraphic">
          <ac:chgData name="Benhar Charles Velankanni" userId="S::benhar.velankanni@relevantz.com::3362e219-c834-491f-9854-1ab1850ed95b" providerId="AD" clId="Web-{B40E3FFB-5E89-61FA-FF01-295DEB25B7BC}" dt="2025-06-04T14:05:50.296" v="189"/>
          <ac:graphicFrameMkLst>
            <pc:docMk/>
            <pc:sldMk cId="135159625" sldId="331"/>
            <ac:graphicFrameMk id="5" creationId="{A9E4A6BD-4188-2981-A87B-5BD4F3D07621}"/>
          </ac:graphicFrameMkLst>
        </pc:graphicFrameChg>
      </pc:sldChg>
      <pc:sldChg chg="addSp delSp modSp add replId">
        <pc:chgData name="Benhar Charles Velankanni" userId="S::benhar.velankanni@relevantz.com::3362e219-c834-491f-9854-1ab1850ed95b" providerId="AD" clId="Web-{B40E3FFB-5E89-61FA-FF01-295DEB25B7BC}" dt="2025-06-04T15:01:28.717" v="216"/>
        <pc:sldMkLst>
          <pc:docMk/>
          <pc:sldMk cId="2863528705" sldId="332"/>
        </pc:sldMkLst>
        <pc:spChg chg="add del mod">
          <ac:chgData name="Benhar Charles Velankanni" userId="S::benhar.velankanni@relevantz.com::3362e219-c834-491f-9854-1ab1850ed95b" providerId="AD" clId="Web-{B40E3FFB-5E89-61FA-FF01-295DEB25B7BC}" dt="2025-06-04T15:00:59.372" v="207"/>
          <ac:spMkLst>
            <pc:docMk/>
            <pc:sldMk cId="2863528705" sldId="332"/>
            <ac:spMk id="3" creationId="{A02B0334-9B10-D7B8-8E6E-D3A1D17327FD}"/>
          </ac:spMkLst>
        </pc:spChg>
        <pc:spChg chg="del">
          <ac:chgData name="Benhar Charles Velankanni" userId="S::benhar.velankanni@relevantz.com::3362e219-c834-491f-9854-1ab1850ed95b" providerId="AD" clId="Web-{B40E3FFB-5E89-61FA-FF01-295DEB25B7BC}" dt="2025-06-04T15:00:52.575" v="205"/>
          <ac:spMkLst>
            <pc:docMk/>
            <pc:sldMk cId="2863528705" sldId="332"/>
            <ac:spMk id="447" creationId="{CCD7A0E0-C107-6EC8-D2F8-6FE4968885E7}"/>
          </ac:spMkLst>
        </pc:spChg>
        <pc:graphicFrameChg chg="add mod modGraphic">
          <ac:chgData name="Benhar Charles Velankanni" userId="S::benhar.velankanni@relevantz.com::3362e219-c834-491f-9854-1ab1850ed95b" providerId="AD" clId="Web-{B40E3FFB-5E89-61FA-FF01-295DEB25B7BC}" dt="2025-06-04T15:01:28.717" v="216"/>
          <ac:graphicFrameMkLst>
            <pc:docMk/>
            <pc:sldMk cId="2863528705" sldId="332"/>
            <ac:graphicFrameMk id="5" creationId="{05A716D7-8EA8-AC24-5484-BC93D6BA9888}"/>
          </ac:graphicFrameMkLst>
        </pc:graphicFrameChg>
        <pc:picChg chg="del">
          <ac:chgData name="Benhar Charles Velankanni" userId="S::benhar.velankanni@relevantz.com::3362e219-c834-491f-9854-1ab1850ed95b" providerId="AD" clId="Web-{B40E3FFB-5E89-61FA-FF01-295DEB25B7BC}" dt="2025-06-04T15:00:53.778" v="206"/>
          <ac:picMkLst>
            <pc:docMk/>
            <pc:sldMk cId="2863528705" sldId="332"/>
            <ac:picMk id="449" creationId="{39E1B664-DCF9-E123-8BAD-F18287B4E8E5}"/>
          </ac:picMkLst>
        </pc:picChg>
      </pc:sldChg>
      <pc:sldChg chg="addSp delSp modSp add replId delAnim">
        <pc:chgData name="Benhar Charles Velankanni" userId="S::benhar.velankanni@relevantz.com::3362e219-c834-491f-9854-1ab1850ed95b" providerId="AD" clId="Web-{B40E3FFB-5E89-61FA-FF01-295DEB25B7BC}" dt="2025-06-04T15:09:55.440" v="261"/>
        <pc:sldMkLst>
          <pc:docMk/>
          <pc:sldMk cId="1241844368" sldId="333"/>
        </pc:sldMkLst>
        <pc:spChg chg="add del mod">
          <ac:chgData name="Benhar Charles Velankanni" userId="S::benhar.velankanni@relevantz.com::3362e219-c834-491f-9854-1ab1850ed95b" providerId="AD" clId="Web-{B40E3FFB-5E89-61FA-FF01-295DEB25B7BC}" dt="2025-06-04T15:09:21.986" v="252"/>
          <ac:spMkLst>
            <pc:docMk/>
            <pc:sldMk cId="1241844368" sldId="333"/>
            <ac:spMk id="3" creationId="{6E10526C-ED92-38AF-EEB7-33BDA865822D}"/>
          </ac:spMkLst>
        </pc:spChg>
        <pc:spChg chg="del">
          <ac:chgData name="Benhar Charles Velankanni" userId="S::benhar.velankanni@relevantz.com::3362e219-c834-491f-9854-1ab1850ed95b" providerId="AD" clId="Web-{B40E3FFB-5E89-61FA-FF01-295DEB25B7BC}" dt="2025-06-04T15:09:10.548" v="249"/>
          <ac:spMkLst>
            <pc:docMk/>
            <pc:sldMk cId="1241844368" sldId="333"/>
            <ac:spMk id="225" creationId="{27C17BB4-1C23-E006-7C7F-3F83B563A8EC}"/>
          </ac:spMkLst>
        </pc:spChg>
        <pc:graphicFrameChg chg="add mod modGraphic">
          <ac:chgData name="Benhar Charles Velankanni" userId="S::benhar.velankanni@relevantz.com::3362e219-c834-491f-9854-1ab1850ed95b" providerId="AD" clId="Web-{B40E3FFB-5E89-61FA-FF01-295DEB25B7BC}" dt="2025-06-04T15:09:55.440" v="261"/>
          <ac:graphicFrameMkLst>
            <pc:docMk/>
            <pc:sldMk cId="1241844368" sldId="333"/>
            <ac:graphicFrameMk id="5" creationId="{3C53C8AA-12E0-F355-3375-5467908655AD}"/>
          </ac:graphicFrameMkLst>
        </pc:graphicFrameChg>
        <pc:picChg chg="del">
          <ac:chgData name="Benhar Charles Velankanni" userId="S::benhar.velankanni@relevantz.com::3362e219-c834-491f-9854-1ab1850ed95b" providerId="AD" clId="Web-{B40E3FFB-5E89-61FA-FF01-295DEB25B7BC}" dt="2025-06-04T15:09:06.063" v="248"/>
          <ac:picMkLst>
            <pc:docMk/>
            <pc:sldMk cId="1241844368" sldId="333"/>
            <ac:picMk id="227" creationId="{4BCEC4CA-8613-3B5B-B8EB-7D693177455C}"/>
          </ac:picMkLst>
        </pc:picChg>
      </pc:sldChg>
      <pc:sldChg chg="add del replId">
        <pc:chgData name="Benhar Charles Velankanni" userId="S::benhar.velankanni@relevantz.com::3362e219-c834-491f-9854-1ab1850ed95b" providerId="AD" clId="Web-{B40E3FFB-5E89-61FA-FF01-295DEB25B7BC}" dt="2025-06-04T15:09:23.892" v="254"/>
        <pc:sldMkLst>
          <pc:docMk/>
          <pc:sldMk cId="1313834256" sldId="334"/>
        </pc:sldMkLst>
      </pc:sldChg>
      <pc:sldChg chg="add del replId">
        <pc:chgData name="Benhar Charles Velankanni" userId="S::benhar.velankanni@relevantz.com::3362e219-c834-491f-9854-1ab1850ed95b" providerId="AD" clId="Web-{B40E3FFB-5E89-61FA-FF01-295DEB25B7BC}" dt="2025-06-04T15:09:17.095" v="251"/>
        <pc:sldMkLst>
          <pc:docMk/>
          <pc:sldMk cId="1797344506" sldId="334"/>
        </pc:sldMkLst>
      </pc:sldChg>
      <pc:sldChg chg="addSp delSp modSp add delAnim">
        <pc:chgData name="Benhar Charles Velankanni" userId="S::benhar.velankanni@relevantz.com::3362e219-c834-491f-9854-1ab1850ed95b" providerId="AD" clId="Web-{B40E3FFB-5E89-61FA-FF01-295DEB25B7BC}" dt="2025-06-04T15:13:43.105" v="308"/>
        <pc:sldMkLst>
          <pc:docMk/>
          <pc:sldMk cId="3279807068" sldId="334"/>
        </pc:sldMkLst>
        <pc:spChg chg="add del mod">
          <ac:chgData name="Benhar Charles Velankanni" userId="S::benhar.velankanni@relevantz.com::3362e219-c834-491f-9854-1ab1850ed95b" providerId="AD" clId="Web-{B40E3FFB-5E89-61FA-FF01-295DEB25B7BC}" dt="2025-06-04T15:11:55.929" v="268"/>
          <ac:spMkLst>
            <pc:docMk/>
            <pc:sldMk cId="3279807068" sldId="334"/>
            <ac:spMk id="3" creationId="{82AFF313-52DD-111F-4A6C-DC27731D72F6}"/>
          </ac:spMkLst>
        </pc:spChg>
        <pc:spChg chg="del mod">
          <ac:chgData name="Benhar Charles Velankanni" userId="S::benhar.velankanni@relevantz.com::3362e219-c834-491f-9854-1ab1850ed95b" providerId="AD" clId="Web-{B40E3FFB-5E89-61FA-FF01-295DEB25B7BC}" dt="2025-06-04T15:11:51.866" v="266"/>
          <ac:spMkLst>
            <pc:docMk/>
            <pc:sldMk cId="3279807068" sldId="334"/>
            <ac:spMk id="295" creationId="{00000000-0000-0000-0000-000000000000}"/>
          </ac:spMkLst>
        </pc:spChg>
        <pc:graphicFrameChg chg="add mod modGraphic">
          <ac:chgData name="Benhar Charles Velankanni" userId="S::benhar.velankanni@relevantz.com::3362e219-c834-491f-9854-1ab1850ed95b" providerId="AD" clId="Web-{B40E3FFB-5E89-61FA-FF01-295DEB25B7BC}" dt="2025-06-04T15:13:43.105" v="308"/>
          <ac:graphicFrameMkLst>
            <pc:docMk/>
            <pc:sldMk cId="3279807068" sldId="334"/>
            <ac:graphicFrameMk id="5" creationId="{C94909C6-FDF1-9CF0-B76C-9701A09F9A57}"/>
          </ac:graphicFrameMkLst>
        </pc:graphicFrameChg>
        <pc:graphicFrameChg chg="add del mod">
          <ac:chgData name="Benhar Charles Velankanni" userId="S::benhar.velankanni@relevantz.com::3362e219-c834-491f-9854-1ab1850ed95b" providerId="AD" clId="Web-{B40E3FFB-5E89-61FA-FF01-295DEB25B7BC}" dt="2025-06-04T15:13:19.057" v="301"/>
          <ac:graphicFrameMkLst>
            <pc:docMk/>
            <pc:sldMk cId="3279807068" sldId="334"/>
            <ac:graphicFrameMk id="7" creationId="{425F90CA-2A8F-FC7B-5F3C-0A916CEF76E4}"/>
          </ac:graphicFrameMkLst>
        </pc:graphicFrameChg>
        <pc:picChg chg="del">
          <ac:chgData name="Benhar Charles Velankanni" userId="S::benhar.velankanni@relevantz.com::3362e219-c834-491f-9854-1ab1850ed95b" providerId="AD" clId="Web-{B40E3FFB-5E89-61FA-FF01-295DEB25B7BC}" dt="2025-06-04T15:11:45.319" v="264"/>
          <ac:picMkLst>
            <pc:docMk/>
            <pc:sldMk cId="3279807068" sldId="334"/>
            <ac:picMk id="297" creationId="{00000000-0000-0000-0000-000000000000}"/>
          </ac:picMkLst>
        </pc:picChg>
        <pc:picChg chg="del">
          <ac:chgData name="Benhar Charles Velankanni" userId="S::benhar.velankanni@relevantz.com::3362e219-c834-491f-9854-1ab1850ed95b" providerId="AD" clId="Web-{B40E3FFB-5E89-61FA-FF01-295DEB25B7BC}" dt="2025-06-04T15:11:52.898" v="267"/>
          <ac:picMkLst>
            <pc:docMk/>
            <pc:sldMk cId="3279807068" sldId="334"/>
            <ac:picMk id="298" creationId="{00000000-0000-0000-0000-000000000000}"/>
          </ac:picMkLst>
        </pc:picChg>
      </pc:sldChg>
      <pc:sldChg chg="add del">
        <pc:chgData name="Benhar Charles Velankanni" userId="S::benhar.velankanni@relevantz.com::3362e219-c834-491f-9854-1ab1850ed95b" providerId="AD" clId="Web-{B40E3FFB-5E89-61FA-FF01-295DEB25B7BC}" dt="2025-06-04T15:12:03.664" v="270"/>
        <pc:sldMkLst>
          <pc:docMk/>
          <pc:sldMk cId="415392672" sldId="335"/>
        </pc:sldMkLst>
      </pc:sldChg>
      <pc:sldChg chg="delSp modSp add replId">
        <pc:chgData name="Benhar Charles Velankanni" userId="S::benhar.velankanni@relevantz.com::3362e219-c834-491f-9854-1ab1850ed95b" providerId="AD" clId="Web-{B40E3FFB-5E89-61FA-FF01-295DEB25B7BC}" dt="2025-06-04T15:14:21.482" v="314"/>
        <pc:sldMkLst>
          <pc:docMk/>
          <pc:sldMk cId="476002841" sldId="335"/>
        </pc:sldMkLst>
        <pc:graphicFrameChg chg="del">
          <ac:chgData name="Benhar Charles Velankanni" userId="S::benhar.velankanni@relevantz.com::3362e219-c834-491f-9854-1ab1850ed95b" providerId="AD" clId="Web-{B40E3FFB-5E89-61FA-FF01-295DEB25B7BC}" dt="2025-06-04T15:12:37.853" v="275"/>
          <ac:graphicFrameMkLst>
            <pc:docMk/>
            <pc:sldMk cId="476002841" sldId="335"/>
            <ac:graphicFrameMk id="5" creationId="{21FC73F3-42D7-F710-783F-E307455141E1}"/>
          </ac:graphicFrameMkLst>
        </pc:graphicFrameChg>
        <pc:graphicFrameChg chg="mod modGraphic">
          <ac:chgData name="Benhar Charles Velankanni" userId="S::benhar.velankanni@relevantz.com::3362e219-c834-491f-9854-1ab1850ed95b" providerId="AD" clId="Web-{B40E3FFB-5E89-61FA-FF01-295DEB25B7BC}" dt="2025-06-04T15:14:21.482" v="314"/>
          <ac:graphicFrameMkLst>
            <pc:docMk/>
            <pc:sldMk cId="476002841" sldId="335"/>
            <ac:graphicFrameMk id="7" creationId="{B1AD0364-C6D0-68FC-2166-687E3A9194B5}"/>
          </ac:graphicFrameMkLst>
        </pc:graphicFrameChg>
      </pc:sldChg>
      <pc:sldChg chg="addSp delSp modSp add replId delAnim">
        <pc:chgData name="Benhar Charles Velankanni" userId="S::benhar.velankanni@relevantz.com::3362e219-c834-491f-9854-1ab1850ed95b" providerId="AD" clId="Web-{B40E3FFB-5E89-61FA-FF01-295DEB25B7BC}" dt="2025-06-04T15:16:23.611" v="332"/>
        <pc:sldMkLst>
          <pc:docMk/>
          <pc:sldMk cId="2616356292" sldId="336"/>
        </pc:sldMkLst>
        <pc:spChg chg="add del mod">
          <ac:chgData name="Benhar Charles Velankanni" userId="S::benhar.velankanni@relevantz.com::3362e219-c834-491f-9854-1ab1850ed95b" providerId="AD" clId="Web-{B40E3FFB-5E89-61FA-FF01-295DEB25B7BC}" dt="2025-06-04T15:15:29.594" v="319"/>
          <ac:spMkLst>
            <pc:docMk/>
            <pc:sldMk cId="2616356292" sldId="336"/>
            <ac:spMk id="3" creationId="{36ABF1B6-987F-2180-C4C5-1762EE179C64}"/>
          </ac:spMkLst>
        </pc:spChg>
        <pc:spChg chg="del">
          <ac:chgData name="Benhar Charles Velankanni" userId="S::benhar.velankanni@relevantz.com::3362e219-c834-491f-9854-1ab1850ed95b" providerId="AD" clId="Web-{B40E3FFB-5E89-61FA-FF01-295DEB25B7BC}" dt="2025-06-04T15:15:25.093" v="318"/>
          <ac:spMkLst>
            <pc:docMk/>
            <pc:sldMk cId="2616356292" sldId="336"/>
            <ac:spMk id="303" creationId="{E78CCCAA-0A2A-6952-E98C-8F618F8BFDBD}"/>
          </ac:spMkLst>
        </pc:spChg>
        <pc:graphicFrameChg chg="add mod modGraphic">
          <ac:chgData name="Benhar Charles Velankanni" userId="S::benhar.velankanni@relevantz.com::3362e219-c834-491f-9854-1ab1850ed95b" providerId="AD" clId="Web-{B40E3FFB-5E89-61FA-FF01-295DEB25B7BC}" dt="2025-06-04T15:16:23.611" v="332"/>
          <ac:graphicFrameMkLst>
            <pc:docMk/>
            <pc:sldMk cId="2616356292" sldId="336"/>
            <ac:graphicFrameMk id="5" creationId="{A8EF8B6C-EFE3-A143-D396-F73C4683AAC7}"/>
          </ac:graphicFrameMkLst>
        </pc:graphicFrameChg>
        <pc:picChg chg="del">
          <ac:chgData name="Benhar Charles Velankanni" userId="S::benhar.velankanni@relevantz.com::3362e219-c834-491f-9854-1ab1850ed95b" providerId="AD" clId="Web-{B40E3FFB-5E89-61FA-FF01-295DEB25B7BC}" dt="2025-06-04T15:15:20.374" v="316"/>
          <ac:picMkLst>
            <pc:docMk/>
            <pc:sldMk cId="2616356292" sldId="336"/>
            <ac:picMk id="305" creationId="{1F08C78F-CD75-7A86-CBAE-F3738CD4DDFE}"/>
          </ac:picMkLst>
        </pc:picChg>
        <pc:picChg chg="del">
          <ac:chgData name="Benhar Charles Velankanni" userId="S::benhar.velankanni@relevantz.com::3362e219-c834-491f-9854-1ab1850ed95b" providerId="AD" clId="Web-{B40E3FFB-5E89-61FA-FF01-295DEB25B7BC}" dt="2025-06-04T15:15:21.640" v="317"/>
          <ac:picMkLst>
            <pc:docMk/>
            <pc:sldMk cId="2616356292" sldId="336"/>
            <ac:picMk id="306" creationId="{C46FFE2C-1293-0727-A14F-F4CC98BE4735}"/>
          </ac:picMkLst>
        </pc:picChg>
      </pc:sldChg>
      <pc:sldChg chg="addSp delSp modSp add replId">
        <pc:chgData name="Benhar Charles Velankanni" userId="S::benhar.velankanni@relevantz.com::3362e219-c834-491f-9854-1ab1850ed95b" providerId="AD" clId="Web-{B40E3FFB-5E89-61FA-FF01-295DEB25B7BC}" dt="2025-06-04T15:20:24.636" v="342" actId="1076"/>
        <pc:sldMkLst>
          <pc:docMk/>
          <pc:sldMk cId="2264971171" sldId="337"/>
        </pc:sldMkLst>
        <pc:graphicFrameChg chg="add mod modGraphic">
          <ac:chgData name="Benhar Charles Velankanni" userId="S::benhar.velankanni@relevantz.com::3362e219-c834-491f-9854-1ab1850ed95b" providerId="AD" clId="Web-{B40E3FFB-5E89-61FA-FF01-295DEB25B7BC}" dt="2025-06-04T15:20:24.636" v="342" actId="1076"/>
          <ac:graphicFrameMkLst>
            <pc:docMk/>
            <pc:sldMk cId="2264971171" sldId="337"/>
            <ac:graphicFrameMk id="3" creationId="{E145B686-DE11-47E3-A36A-59F889F2C57D}"/>
          </ac:graphicFrameMkLst>
        </pc:graphicFrameChg>
        <pc:graphicFrameChg chg="del">
          <ac:chgData name="Benhar Charles Velankanni" userId="S::benhar.velankanni@relevantz.com::3362e219-c834-491f-9854-1ab1850ed95b" providerId="AD" clId="Web-{B40E3FFB-5E89-61FA-FF01-295DEB25B7BC}" dt="2025-06-04T15:18:33.882" v="334"/>
          <ac:graphicFrameMkLst>
            <pc:docMk/>
            <pc:sldMk cId="2264971171" sldId="337"/>
            <ac:graphicFrameMk id="5" creationId="{E011B328-8451-1421-FC0E-51027C8C133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954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9024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757ae52c1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2757ae52c1b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08166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3d6530f4b9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23d6530f4b9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253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 xmlns:a16="http://schemas.microsoft.com/office/drawing/2014/main" id="{29132DAA-FC63-0EED-BA2E-F06157F58994}"/>
            </a:ext>
          </a:extLst>
        </p:cNvPr>
        <p:cNvGrpSpPr/>
        <p:nvPr/>
      </p:nvGrpSpPr>
      <p:grpSpPr>
        <a:xfrm>
          <a:off x="0" y="0"/>
          <a:ext cx="0" cy="0"/>
          <a:chOff x="0" y="0"/>
          <a:chExt cx="0" cy="0"/>
        </a:xfrm>
      </p:grpSpPr>
      <p:sp>
        <p:nvSpPr>
          <p:cNvPr id="243" name="Google Shape;243;g23d6530f4b9_0_44:notes">
            <a:extLst>
              <a:ext uri="{FF2B5EF4-FFF2-40B4-BE49-F238E27FC236}">
                <a16:creationId xmlns="" xmlns:a16="http://schemas.microsoft.com/office/drawing/2014/main" id="{414F714C-53A1-820D-9FDB-A58B166013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23d6530f4b9_0_44:notes">
            <a:extLst>
              <a:ext uri="{FF2B5EF4-FFF2-40B4-BE49-F238E27FC236}">
                <a16:creationId xmlns="" xmlns:a16="http://schemas.microsoft.com/office/drawing/2014/main" id="{3503C889-C84B-3D29-46A8-975F87DE67F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70075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3d6530f4b9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23d6530f4b9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7389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3d6530f4b9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23d6530f4b9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09239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d6530f4b9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23d6530f4b9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3348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 xmlns:a16="http://schemas.microsoft.com/office/drawing/2014/main" id="{2D051936-296E-E013-3114-BC58F3F9330E}"/>
            </a:ext>
          </a:extLst>
        </p:cNvPr>
        <p:cNvGrpSpPr/>
        <p:nvPr/>
      </p:nvGrpSpPr>
      <p:grpSpPr>
        <a:xfrm>
          <a:off x="0" y="0"/>
          <a:ext cx="0" cy="0"/>
          <a:chOff x="0" y="0"/>
          <a:chExt cx="0" cy="0"/>
        </a:xfrm>
      </p:grpSpPr>
      <p:sp>
        <p:nvSpPr>
          <p:cNvPr id="261" name="Google Shape;261;g23d6530f4b9_0_63:notes">
            <a:extLst>
              <a:ext uri="{FF2B5EF4-FFF2-40B4-BE49-F238E27FC236}">
                <a16:creationId xmlns="" xmlns:a16="http://schemas.microsoft.com/office/drawing/2014/main" id="{AC4E1083-A567-15D8-8716-84F62481BB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23d6530f4b9_0_63:notes">
            <a:extLst>
              <a:ext uri="{FF2B5EF4-FFF2-40B4-BE49-F238E27FC236}">
                <a16:creationId xmlns="" xmlns:a16="http://schemas.microsoft.com/office/drawing/2014/main" id="{87CABECB-F5D3-AADD-190F-95D211748C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1661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3d6530f4b9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23d6530f4b9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8784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3d6530f4b9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23d6530f4b9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67706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3d6530f4b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2294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 xmlns:a16="http://schemas.microsoft.com/office/drawing/2014/main" id="{F3D1B59E-4201-6FEA-44E8-BAEE6DB3CC1F}"/>
            </a:ext>
          </a:extLst>
        </p:cNvPr>
        <p:cNvGrpSpPr/>
        <p:nvPr/>
      </p:nvGrpSpPr>
      <p:grpSpPr>
        <a:xfrm>
          <a:off x="0" y="0"/>
          <a:ext cx="0" cy="0"/>
          <a:chOff x="0" y="0"/>
          <a:chExt cx="0" cy="0"/>
        </a:xfrm>
      </p:grpSpPr>
      <p:sp>
        <p:nvSpPr>
          <p:cNvPr id="279" name="Google Shape;279;g23d6530f4b9_0_82:notes">
            <a:extLst>
              <a:ext uri="{FF2B5EF4-FFF2-40B4-BE49-F238E27FC236}">
                <a16:creationId xmlns="" xmlns:a16="http://schemas.microsoft.com/office/drawing/2014/main" id="{FF6B3A1C-8646-1D69-C472-BAE346F647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 xmlns:a16="http://schemas.microsoft.com/office/drawing/2014/main" id="{BE833090-69D2-870F-705B-977B3CF365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8575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3d6530f4b9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23d6530f4b9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0142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3d6530f4b9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23d6530f4b9_0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74716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3d6530f4b9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23d6530f4b9_0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19106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 xmlns:a16="http://schemas.microsoft.com/office/drawing/2014/main" id="{4CC9EF84-C2C4-84D4-9330-B46205BB4843}"/>
            </a:ext>
          </a:extLst>
        </p:cNvPr>
        <p:cNvGrpSpPr/>
        <p:nvPr/>
      </p:nvGrpSpPr>
      <p:grpSpPr>
        <a:xfrm>
          <a:off x="0" y="0"/>
          <a:ext cx="0" cy="0"/>
          <a:chOff x="0" y="0"/>
          <a:chExt cx="0" cy="0"/>
        </a:xfrm>
      </p:grpSpPr>
      <p:sp>
        <p:nvSpPr>
          <p:cNvPr id="292" name="Google Shape;292;g23d6530f4b9_0_96:notes">
            <a:extLst>
              <a:ext uri="{FF2B5EF4-FFF2-40B4-BE49-F238E27FC236}">
                <a16:creationId xmlns="" xmlns:a16="http://schemas.microsoft.com/office/drawing/2014/main" id="{083DC1D3-1890-3D34-FFD7-E097A91301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23d6530f4b9_0_96:notes">
            <a:extLst>
              <a:ext uri="{FF2B5EF4-FFF2-40B4-BE49-F238E27FC236}">
                <a16:creationId xmlns="" xmlns:a16="http://schemas.microsoft.com/office/drawing/2014/main" id="{3C67C927-9520-34FB-334D-CA5A11D8D5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668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3d6530f4b9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23d6530f4b9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881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a:extLst>
            <a:ext uri="{FF2B5EF4-FFF2-40B4-BE49-F238E27FC236}">
              <a16:creationId xmlns="" xmlns:a16="http://schemas.microsoft.com/office/drawing/2014/main" id="{DBC014B3-1846-7D16-9965-860DB93926EC}"/>
            </a:ext>
          </a:extLst>
        </p:cNvPr>
        <p:cNvGrpSpPr/>
        <p:nvPr/>
      </p:nvGrpSpPr>
      <p:grpSpPr>
        <a:xfrm>
          <a:off x="0" y="0"/>
          <a:ext cx="0" cy="0"/>
          <a:chOff x="0" y="0"/>
          <a:chExt cx="0" cy="0"/>
        </a:xfrm>
      </p:grpSpPr>
      <p:sp>
        <p:nvSpPr>
          <p:cNvPr id="300" name="Google Shape;300;g23d6530f4b9_0_105:notes">
            <a:extLst>
              <a:ext uri="{FF2B5EF4-FFF2-40B4-BE49-F238E27FC236}">
                <a16:creationId xmlns="" xmlns:a16="http://schemas.microsoft.com/office/drawing/2014/main" id="{909FAE59-A025-B586-0021-83789D9D0E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23d6530f4b9_0_105:notes">
            <a:extLst>
              <a:ext uri="{FF2B5EF4-FFF2-40B4-BE49-F238E27FC236}">
                <a16:creationId xmlns="" xmlns:a16="http://schemas.microsoft.com/office/drawing/2014/main" id="{E687D4C4-5A70-0D93-C36C-B9A4E20BFD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5499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a:extLst>
            <a:ext uri="{FF2B5EF4-FFF2-40B4-BE49-F238E27FC236}">
              <a16:creationId xmlns="" xmlns:a16="http://schemas.microsoft.com/office/drawing/2014/main" id="{4CB7FCFA-85AD-18B5-B0E6-BCF454230BD3}"/>
            </a:ext>
          </a:extLst>
        </p:cNvPr>
        <p:cNvGrpSpPr/>
        <p:nvPr/>
      </p:nvGrpSpPr>
      <p:grpSpPr>
        <a:xfrm>
          <a:off x="0" y="0"/>
          <a:ext cx="0" cy="0"/>
          <a:chOff x="0" y="0"/>
          <a:chExt cx="0" cy="0"/>
        </a:xfrm>
      </p:grpSpPr>
      <p:sp>
        <p:nvSpPr>
          <p:cNvPr id="300" name="Google Shape;300;g23d6530f4b9_0_105:notes">
            <a:extLst>
              <a:ext uri="{FF2B5EF4-FFF2-40B4-BE49-F238E27FC236}">
                <a16:creationId xmlns="" xmlns:a16="http://schemas.microsoft.com/office/drawing/2014/main" id="{05347544-7DDB-6E8F-BC09-447C664652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23d6530f4b9_0_105:notes">
            <a:extLst>
              <a:ext uri="{FF2B5EF4-FFF2-40B4-BE49-F238E27FC236}">
                <a16:creationId xmlns="" xmlns:a16="http://schemas.microsoft.com/office/drawing/2014/main" id="{71CC715B-D984-EC9D-3C5C-55D34AD7ED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5238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860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1" name="Google Shape;50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03968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50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6"/>
        <p:cNvGrpSpPr/>
        <p:nvPr/>
      </p:nvGrpSpPr>
      <p:grpSpPr>
        <a:xfrm>
          <a:off x="0" y="0"/>
          <a:ext cx="0" cy="0"/>
          <a:chOff x="0" y="0"/>
          <a:chExt cx="0" cy="0"/>
        </a:xfrm>
      </p:grpSpPr>
      <p:sp>
        <p:nvSpPr>
          <p:cNvPr id="7" name="Google Shape;7;p1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9" name="Google Shape;9;p1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10" name="Google Shape;10;p1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8"/>
        <p:cNvGrpSpPr/>
        <p:nvPr/>
      </p:nvGrpSpPr>
      <p:grpSpPr>
        <a:xfrm>
          <a:off x="0" y="0"/>
          <a:ext cx="0" cy="0"/>
          <a:chOff x="0" y="0"/>
          <a:chExt cx="0" cy="0"/>
        </a:xfrm>
      </p:grpSpPr>
      <p:sp>
        <p:nvSpPr>
          <p:cNvPr id="19" name="Google Shape;19;p23"/>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20" name="Google Shape;20;p23"/>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23" name="Google Shape;23;p23"/>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 xmlns:a16="http://schemas.microsoft.com/office/drawing/2014/main" val="20000"/>
                    </a:ext>
                  </a:extLst>
                </a:gridCol>
                <a:gridCol w="2702325">
                  <a:extLst>
                    <a:ext uri="{9D8B030D-6E8A-4147-A177-3AD203B41FA5}">
                      <a16:colId xmlns="" xmlns:a16="http://schemas.microsoft.com/office/drawing/2014/main" val="20001"/>
                    </a:ext>
                  </a:extLst>
                </a:gridCol>
                <a:gridCol w="2926625">
                  <a:extLst>
                    <a:ext uri="{9D8B030D-6E8A-4147-A177-3AD203B41FA5}">
                      <a16:colId xmlns=""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7"/>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grpSp>
        <p:nvGrpSpPr>
          <p:cNvPr id="81" name="Google Shape;81;p22"/>
          <p:cNvGrpSpPr/>
          <p:nvPr/>
        </p:nvGrpSpPr>
        <p:grpSpPr>
          <a:xfrm>
            <a:off x="6588505" y="-28"/>
            <a:ext cx="2555491" cy="5143634"/>
            <a:chOff x="6484825" y="114035"/>
            <a:chExt cx="2659200" cy="5029465"/>
          </a:xfrm>
        </p:grpSpPr>
        <p:sp>
          <p:nvSpPr>
            <p:cNvPr id="82" name="Google Shape;82;p22"/>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subTitle" idx="1"/>
          </p:nvPr>
        </p:nvSpPr>
        <p:spPr>
          <a:xfrm>
            <a:off x="3139175" y="2780450"/>
            <a:ext cx="5352600" cy="465300"/>
          </a:xfrm>
          <a:prstGeom prst="rect">
            <a:avLst/>
          </a:prstGeom>
          <a:noFill/>
          <a:ln>
            <a:noFill/>
          </a:ln>
        </p:spPr>
        <p:txBody>
          <a:bodyPr spcFirstLastPara="1" wrap="square" lIns="0" tIns="0" rIns="0" bIns="0" anchor="t" anchorCtr="0">
            <a:noAutofit/>
          </a:bodyPr>
          <a:lstStyle/>
          <a:p>
            <a:pPr marL="457200" lvl="0" indent="-228600" algn="l" rtl="0">
              <a:lnSpc>
                <a:spcPct val="90000"/>
              </a:lnSpc>
              <a:spcBef>
                <a:spcPts val="1000"/>
              </a:spcBef>
              <a:spcAft>
                <a:spcPts val="0"/>
              </a:spcAft>
              <a:buClr>
                <a:schemeClr val="dk1"/>
              </a:buClr>
              <a:buSzPts val="1100"/>
              <a:buFont typeface="Arial"/>
              <a:buNone/>
            </a:pPr>
            <a:r>
              <a:rPr lang="en" sz="1600">
                <a:solidFill>
                  <a:schemeClr val="dk1"/>
                </a:solidFill>
                <a:latin typeface="Proxima Nova Semibold"/>
                <a:ea typeface="Proxima Nova Semibold"/>
                <a:cs typeface="Proxima Nova Semibold"/>
                <a:sym typeface="Proxima Nova Semibold"/>
              </a:rPr>
              <a:t>Course Level – Intermediate </a:t>
            </a:r>
            <a:endParaRPr sz="1600">
              <a:latin typeface="Proxima Nova Semibold"/>
              <a:ea typeface="Proxima Nova Semibold"/>
              <a:cs typeface="Proxima Nova Semibold"/>
              <a:sym typeface="Proxima Nova Semibold"/>
            </a:endParaRPr>
          </a:p>
        </p:txBody>
      </p:sp>
      <p:sp>
        <p:nvSpPr>
          <p:cNvPr id="145" name="Google Shape;145;p1"/>
          <p:cNvSpPr txBox="1"/>
          <p:nvPr/>
        </p:nvSpPr>
        <p:spPr>
          <a:xfrm>
            <a:off x="2856700" y="1882025"/>
            <a:ext cx="6062100" cy="794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400"/>
              <a:buFont typeface="Arial"/>
              <a:buNone/>
            </a:pPr>
            <a:r>
              <a:rPr lang="en" sz="4400" b="1" i="0" u="none" strike="noStrike" cap="none">
                <a:solidFill>
                  <a:schemeClr val="accent1"/>
                </a:solidFill>
                <a:latin typeface="Proxima Nova"/>
                <a:ea typeface="Proxima Nova"/>
                <a:cs typeface="Proxima Nova"/>
                <a:sym typeface="Proxima Nova"/>
              </a:rPr>
              <a:t>Javascript</a:t>
            </a:r>
            <a:endParaRPr sz="4400" b="1" i="0" u="none" strike="noStrike" cap="none">
              <a:solidFill>
                <a:schemeClr val="accent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457200" y="396000"/>
            <a:ext cx="4769100" cy="518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4000"/>
              <a:buNone/>
            </a:pPr>
            <a:r>
              <a:rPr lang="en" sz="2400">
                <a:solidFill>
                  <a:srgbClr val="323F4F"/>
                </a:solidFill>
                <a:latin typeface="Proxima Nova Semibold"/>
                <a:ea typeface="Proxima Nova Semibold"/>
                <a:cs typeface="Proxima Nova Semibold"/>
                <a:sym typeface="Proxima Nova Semibold"/>
              </a:rPr>
              <a:t>A</a:t>
            </a:r>
            <a:r>
              <a:rPr lang="en" sz="2400" b="1">
                <a:solidFill>
                  <a:srgbClr val="323F4F"/>
                </a:solidFill>
              </a:rPr>
              <a:t>bout the Course Creators</a:t>
            </a:r>
            <a:endParaRPr sz="2400" b="1">
              <a:solidFill>
                <a:srgbClr val="323F4F"/>
              </a:solidFill>
            </a:endParaRPr>
          </a:p>
          <a:p>
            <a:pPr marL="0" lvl="0" indent="0" algn="l" rtl="0">
              <a:lnSpc>
                <a:spcPct val="100000"/>
              </a:lnSpc>
              <a:spcBef>
                <a:spcPts val="0"/>
              </a:spcBef>
              <a:spcAft>
                <a:spcPts val="0"/>
              </a:spcAft>
              <a:buSzPts val="4000"/>
              <a:buNone/>
            </a:pPr>
            <a:endParaRPr sz="2400"/>
          </a:p>
        </p:txBody>
      </p:sp>
      <p:graphicFrame>
        <p:nvGraphicFramePr>
          <p:cNvPr id="151" name="Google Shape;151;p2"/>
          <p:cNvGraphicFramePr/>
          <p:nvPr>
            <p:extLst>
              <p:ext uri="{D42A27DB-BD31-4B8C-83A1-F6EECF244321}">
                <p14:modId xmlns:p14="http://schemas.microsoft.com/office/powerpoint/2010/main" val="1221287419"/>
              </p:ext>
            </p:extLst>
          </p:nvPr>
        </p:nvGraphicFramePr>
        <p:xfrm>
          <a:off x="345452" y="1249740"/>
          <a:ext cx="7054700" cy="2115270"/>
        </p:xfrm>
        <a:graphic>
          <a:graphicData uri="http://schemas.openxmlformats.org/drawingml/2006/table">
            <a:tbl>
              <a:tblPr firstRow="1" bandRow="1">
                <a:noFill/>
                <a:tableStyleId>{7FDA3176-15EB-4DB9-A849-97660B76C8F7}</a:tableStyleId>
              </a:tblPr>
              <a:tblGrid>
                <a:gridCol w="3422151">
                  <a:extLst>
                    <a:ext uri="{9D8B030D-6E8A-4147-A177-3AD203B41FA5}">
                      <a16:colId xmlns="" xmlns:a16="http://schemas.microsoft.com/office/drawing/2014/main" val="20000"/>
                    </a:ext>
                  </a:extLst>
                </a:gridCol>
                <a:gridCol w="3632549">
                  <a:extLst>
                    <a:ext uri="{9D8B030D-6E8A-4147-A177-3AD203B41FA5}">
                      <a16:colId xmlns="" xmlns:a16="http://schemas.microsoft.com/office/drawing/2014/main" val="20001"/>
                    </a:ext>
                  </a:extLst>
                </a:gridCol>
              </a:tblGrid>
              <a:tr h="448025">
                <a:tc>
                  <a:txBody>
                    <a:bodyPr/>
                    <a:lstStyle/>
                    <a:p>
                      <a:pPr marL="0" marR="0" lvl="0" indent="0" algn="ctr" rtl="0">
                        <a:lnSpc>
                          <a:spcPct val="100000"/>
                        </a:lnSpc>
                        <a:spcBef>
                          <a:spcPts val="0"/>
                        </a:spcBef>
                        <a:spcAft>
                          <a:spcPts val="0"/>
                        </a:spcAft>
                        <a:buClr>
                          <a:srgbClr val="000000"/>
                        </a:buClr>
                        <a:buSzPts val="1800"/>
                        <a:buFont typeface="Arial"/>
                        <a:buNone/>
                      </a:pPr>
                      <a:r>
                        <a:rPr lang="en" sz="1800" b="0" u="none" strike="noStrike" cap="none" dirty="0">
                          <a:latin typeface="Proxima Nova Semibold"/>
                          <a:ea typeface="Proxima Nova Semibold"/>
                          <a:cs typeface="Proxima Nova Semibold"/>
                          <a:sym typeface="Proxima Nova Semibold"/>
                        </a:rPr>
                        <a:t> Course Name</a:t>
                      </a:r>
                      <a:endParaRPr sz="1400" b="0" u="none" strike="noStrike" cap="none" dirty="0">
                        <a:latin typeface="Proxima Nova Semibold"/>
                        <a:ea typeface="Proxima Nova Semibold"/>
                        <a:cs typeface="Proxima Nova Semibold"/>
                        <a:sym typeface="Proxima Nova Semibold"/>
                      </a:endParaRPr>
                    </a:p>
                  </a:txBody>
                  <a:tcPr marL="91450" marR="91450" marT="45725" marB="45725">
                    <a:solidFill>
                      <a:srgbClr val="741B4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800" u="none" strike="noStrike" cap="none">
                          <a:latin typeface="Calibri"/>
                          <a:ea typeface="Calibri"/>
                          <a:cs typeface="Calibri"/>
                          <a:sym typeface="Calibri"/>
                        </a:rPr>
                        <a:t>Java Script</a:t>
                      </a:r>
                      <a:endParaRPr sz="1800" u="none" strike="noStrike" cap="none">
                        <a:latin typeface="Calibri"/>
                        <a:ea typeface="Calibri"/>
                        <a:cs typeface="Calibri"/>
                        <a:sym typeface="Calibri"/>
                      </a:endParaRPr>
                    </a:p>
                  </a:txBody>
                  <a:tcPr marL="91450" marR="91450" marT="45725" marB="45725">
                    <a:solidFill>
                      <a:srgbClr val="25235B"/>
                    </a:solidFill>
                  </a:tcPr>
                </a:tc>
                <a:extLst>
                  <a:ext uri="{0D108BD9-81ED-4DB2-BD59-A6C34878D82A}">
                    <a16:rowId xmlns="" xmlns:a16="http://schemas.microsoft.com/office/drawing/2014/main" val="10000"/>
                  </a:ext>
                </a:extLst>
              </a:tr>
              <a:tr h="474700">
                <a:tc>
                  <a:txBody>
                    <a:bodyPr/>
                    <a:lstStyle/>
                    <a:p>
                      <a:pPr marL="0" marR="0" lvl="0" indent="0" algn="l" rtl="0">
                        <a:lnSpc>
                          <a:spcPct val="100000"/>
                        </a:lnSpc>
                        <a:spcBef>
                          <a:spcPts val="0"/>
                        </a:spcBef>
                        <a:spcAft>
                          <a:spcPts val="0"/>
                        </a:spcAft>
                        <a:buClr>
                          <a:srgbClr val="000000"/>
                        </a:buClr>
                        <a:buSzPts val="1400"/>
                        <a:buFont typeface="Arial"/>
                        <a:buNone/>
                      </a:pPr>
                      <a:r>
                        <a:rPr lang="en" sz="1600" u="none" strike="noStrike" cap="none">
                          <a:latin typeface="Proxima Nova Semibold"/>
                          <a:ea typeface="Proxima Nova Semibold"/>
                          <a:cs typeface="Proxima Nova Semibold"/>
                          <a:sym typeface="Proxima Nova Semibold"/>
                        </a:rPr>
                        <a:t> Course Author Name : </a:t>
                      </a:r>
                      <a:endParaRPr sz="1600" u="none" strike="noStrike" cap="none">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600" u="none" strike="noStrike" cap="none" dirty="0">
                          <a:solidFill>
                            <a:schemeClr val="dk1"/>
                          </a:solidFill>
                          <a:latin typeface="Proxima Nova Semibold"/>
                          <a:ea typeface="Proxima Nova Semibold"/>
                          <a:cs typeface="Proxima Nova Semibold"/>
                        </a:rPr>
                        <a:t>Benhar Charles Velankanni</a:t>
                      </a:r>
                      <a:endParaRPr sz="1600" u="none" strike="noStrike" cap="none" dirty="0">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1"/>
                  </a:ext>
                </a:extLst>
              </a:tr>
              <a:tr h="474700">
                <a:tc>
                  <a:txBody>
                    <a:bodyPr/>
                    <a:lstStyle/>
                    <a:p>
                      <a:pPr marL="0" marR="0" lvl="0" indent="0" algn="l" rtl="0">
                        <a:lnSpc>
                          <a:spcPct val="100000"/>
                        </a:lnSpc>
                        <a:spcBef>
                          <a:spcPts val="0"/>
                        </a:spcBef>
                        <a:spcAft>
                          <a:spcPts val="0"/>
                        </a:spcAft>
                        <a:buClr>
                          <a:srgbClr val="000000"/>
                        </a:buClr>
                        <a:buSzPts val="1400"/>
                        <a:buFont typeface="Arial"/>
                        <a:buNone/>
                      </a:pPr>
                      <a:r>
                        <a:rPr lang="en" sz="1600" u="none" strike="noStrike" cap="none" dirty="0">
                          <a:latin typeface="Proxima Nova Semibold"/>
                          <a:ea typeface="Proxima Nova Semibold"/>
                          <a:cs typeface="Proxima Nova Semibold"/>
                          <a:sym typeface="Proxima Nova Semibold"/>
                        </a:rPr>
                        <a:t>About the Author : </a:t>
                      </a:r>
                      <a:endParaRPr sz="1600" u="none" strike="noStrike" cap="none" dirty="0">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600" u="none" strike="noStrike" cap="none" dirty="0">
                          <a:solidFill>
                            <a:schemeClr val="dk1"/>
                          </a:solidFill>
                          <a:latin typeface="Proxima Nova Semibold"/>
                          <a:ea typeface="Proxima Nova Semibold"/>
                          <a:cs typeface="Proxima Nova Semibold"/>
                          <a:sym typeface="Proxima Nova Semibold"/>
                        </a:rPr>
                        <a:t>Senior Technical Trainer L&amp;D</a:t>
                      </a:r>
                      <a:endParaRPr sz="1600" u="none" strike="noStrike" cap="none" dirty="0">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2"/>
                  </a:ext>
                </a:extLst>
              </a:tr>
              <a:tr h="448025">
                <a:tc>
                  <a:txBody>
                    <a:bodyPr/>
                    <a:lstStyle/>
                    <a:p>
                      <a:pPr marL="0" marR="0" lvl="0" indent="0" algn="ctr" rtl="0">
                        <a:lnSpc>
                          <a:spcPct val="100000"/>
                        </a:lnSpc>
                        <a:spcBef>
                          <a:spcPts val="0"/>
                        </a:spcBef>
                        <a:spcAft>
                          <a:spcPts val="0"/>
                        </a:spcAft>
                        <a:buClr>
                          <a:srgbClr val="000000"/>
                        </a:buClr>
                        <a:buSzPts val="1400"/>
                        <a:buFont typeface="Arial"/>
                        <a:buNone/>
                      </a:pPr>
                      <a:endParaRPr sz="1600" u="none" strike="noStrike" cap="none" dirty="0">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2757ae52c1b_0_8"/>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a:solidFill>
                  <a:schemeClr val="lt1"/>
                </a:solidFill>
                <a:latin typeface="Proxima Nova"/>
                <a:ea typeface="Proxima Nova"/>
                <a:cs typeface="Proxima Nova"/>
                <a:sym typeface="Proxima Nova"/>
              </a:rPr>
              <a:t>Javascript - Basics </a:t>
            </a:r>
            <a:endParaRPr sz="4000" b="0" i="0" u="none" strike="noStrike" cap="none">
              <a:solidFill>
                <a:schemeClr val="lt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23d6530f4b9_0_44"/>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The JavaScript if-else statement is used to execute the code whether condition is true or false. There are three forms of if statement in JavaScript.</a:t>
            </a:r>
            <a:endParaRPr lang="en-US" sz="1600">
              <a:solidFill>
                <a:srgbClr val="333333"/>
              </a:solidFill>
              <a:highlight>
                <a:srgbClr val="FFFFFF"/>
              </a:highlight>
              <a:latin typeface="Proxima Nova Semibold"/>
              <a:ea typeface="Proxima Nova Semibold"/>
              <a:cs typeface="Proxima Nova Semibold"/>
            </a:endParaRPr>
          </a:p>
          <a:p>
            <a:pPr marL="1371600" lvl="0" indent="-330200" algn="l" rtl="0">
              <a:lnSpc>
                <a:spcPct val="156250"/>
              </a:lnSpc>
              <a:spcBef>
                <a:spcPts val="150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If Statement</a:t>
            </a:r>
            <a:endParaRPr sz="1600">
              <a:solidFill>
                <a:schemeClr val="dk1"/>
              </a:solidFill>
              <a:highlight>
                <a:srgbClr val="FFFFFF"/>
              </a:highlight>
              <a:latin typeface="Proxima Nova Semibold"/>
              <a:ea typeface="Proxima Nova Semibold"/>
              <a:cs typeface="Proxima Nova Semibold"/>
            </a:endParaRPr>
          </a:p>
          <a:p>
            <a:pPr marL="1371600" lvl="0" indent="-330200" algn="l" rtl="0">
              <a:lnSpc>
                <a:spcPct val="156250"/>
              </a:lnSpc>
              <a:spcBef>
                <a:spcPts val="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If else statement</a:t>
            </a:r>
            <a:endParaRPr sz="1600">
              <a:solidFill>
                <a:schemeClr val="dk1"/>
              </a:solidFill>
              <a:highlight>
                <a:srgbClr val="FFFFFF"/>
              </a:highlight>
              <a:latin typeface="Proxima Nova Semibold"/>
              <a:ea typeface="Proxima Nova Semibold"/>
              <a:cs typeface="Proxima Nova Semibold"/>
            </a:endParaRPr>
          </a:p>
          <a:p>
            <a:pPr marL="1371600" lvl="0" indent="-330200" algn="l" rtl="0">
              <a:lnSpc>
                <a:spcPct val="156250"/>
              </a:lnSpc>
              <a:spcBef>
                <a:spcPts val="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if else if statement</a:t>
            </a:r>
            <a:endParaRPr sz="1600">
              <a:solidFill>
                <a:schemeClr val="dk1"/>
              </a:solidFill>
              <a:highlight>
                <a:srgbClr val="FFFFFF"/>
              </a:highlight>
              <a:latin typeface="Proxima Nova Semibold"/>
              <a:ea typeface="Proxima Nova Semibold"/>
              <a:cs typeface="Proxima Nova Semibold"/>
            </a:endParaRPr>
          </a:p>
          <a:p>
            <a:pPr marL="0" lvl="0" indent="457200" algn="l" rtl="0">
              <a:lnSpc>
                <a:spcPct val="115000"/>
              </a:lnSpc>
              <a:spcBef>
                <a:spcPts val="120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47" name="Google Shape;247;g23d6530f4b9_0_44"/>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if-else</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 xmlns:a16="http://schemas.microsoft.com/office/drawing/2014/main" id="{2656F27E-D090-6127-628F-ED5AC9566858}"/>
            </a:ext>
          </a:extLst>
        </p:cNvPr>
        <p:cNvGrpSpPr/>
        <p:nvPr/>
      </p:nvGrpSpPr>
      <p:grpSpPr>
        <a:xfrm>
          <a:off x="0" y="0"/>
          <a:ext cx="0" cy="0"/>
          <a:chOff x="0" y="0"/>
          <a:chExt cx="0" cy="0"/>
        </a:xfrm>
      </p:grpSpPr>
      <p:sp>
        <p:nvSpPr>
          <p:cNvPr id="247" name="Google Shape;247;g23d6530f4b9_0_44">
            <a:extLst>
              <a:ext uri="{FF2B5EF4-FFF2-40B4-BE49-F238E27FC236}">
                <a16:creationId xmlns="" xmlns:a16="http://schemas.microsoft.com/office/drawing/2014/main" id="{ED4B8879-A856-E090-9C6E-D4BB881C98C1}"/>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if-else</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BEF0CB82-2A2D-30E5-4589-80F539F8F0C5}"/>
              </a:ext>
            </a:extLst>
          </p:cNvPr>
          <p:cNvGraphicFramePr>
            <a:graphicFrameLocks noGrp="1"/>
          </p:cNvGraphicFramePr>
          <p:nvPr>
            <p:extLst>
              <p:ext uri="{D42A27DB-BD31-4B8C-83A1-F6EECF244321}">
                <p14:modId xmlns:p14="http://schemas.microsoft.com/office/powerpoint/2010/main" val="1066476453"/>
              </p:ext>
            </p:extLst>
          </p:nvPr>
        </p:nvGraphicFramePr>
        <p:xfrm>
          <a:off x="440871" y="1577748"/>
          <a:ext cx="8371133" cy="1415415"/>
        </p:xfrm>
        <a:graphic>
          <a:graphicData uri="http://schemas.openxmlformats.org/drawingml/2006/table">
            <a:tbl>
              <a:tblPr bandRow="1">
                <a:tableStyleId>{51958573-18DD-4F4F-87A5-23D0A4D2D5AC}</a:tableStyleId>
              </a:tblPr>
              <a:tblGrid>
                <a:gridCol w="1352367">
                  <a:extLst>
                    <a:ext uri="{9D8B030D-6E8A-4147-A177-3AD203B41FA5}">
                      <a16:colId xmlns="" xmlns:a16="http://schemas.microsoft.com/office/drawing/2014/main" val="1837762992"/>
                    </a:ext>
                  </a:extLst>
                </a:gridCol>
                <a:gridCol w="3765776">
                  <a:extLst>
                    <a:ext uri="{9D8B030D-6E8A-4147-A177-3AD203B41FA5}">
                      <a16:colId xmlns="" xmlns:a16="http://schemas.microsoft.com/office/drawing/2014/main" val="3227635869"/>
                    </a:ext>
                  </a:extLst>
                </a:gridCol>
                <a:gridCol w="3252990">
                  <a:extLst>
                    <a:ext uri="{9D8B030D-6E8A-4147-A177-3AD203B41FA5}">
                      <a16:colId xmlns="" xmlns:a16="http://schemas.microsoft.com/office/drawing/2014/main" val="145609359"/>
                    </a:ext>
                  </a:extLst>
                </a:gridCol>
              </a:tblGrid>
              <a:tr h="0">
                <a:tc>
                  <a:txBody>
                    <a:bodyPr/>
                    <a:lstStyle/>
                    <a:p>
                      <a:pPr algn="l" fontAlgn="t"/>
                      <a:r>
                        <a:rPr lang="en-GB" b="1">
                          <a:effectLst/>
                        </a:rPr>
                        <a:t>Structure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203991160"/>
                  </a:ext>
                </a:extLst>
              </a:tr>
              <a:tr h="0">
                <a:tc>
                  <a:txBody>
                    <a:bodyPr/>
                    <a:lstStyle/>
                    <a:p>
                      <a:pPr fontAlgn="t"/>
                      <a:r>
                        <a:rPr lang="en-GB">
                          <a:effectLst/>
                        </a:rPr>
                        <a:t>if</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Runs code if condition is true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if (x &gt; 10) { console.log("Big");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794972759"/>
                  </a:ext>
                </a:extLst>
              </a:tr>
              <a:tr h="0">
                <a:tc>
                  <a:txBody>
                    <a:bodyPr/>
                    <a:lstStyle/>
                    <a:p>
                      <a:pPr fontAlgn="t"/>
                      <a:r>
                        <a:rPr lang="en-GB">
                          <a:effectLst/>
                        </a:rPr>
                        <a:t>else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Runs code if condition is false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else { console.log("Small");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658354421"/>
                  </a:ext>
                </a:extLst>
              </a:tr>
              <a:tr h="0">
                <a:tc>
                  <a:txBody>
                    <a:bodyPr/>
                    <a:lstStyle/>
                    <a:p>
                      <a:pPr fontAlgn="t"/>
                      <a:r>
                        <a:rPr lang="en-GB">
                          <a:effectLst/>
                        </a:rPr>
                        <a:t>else if</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Checks another condition if the first is false</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else if (x === 10) { ... }</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654085644"/>
                  </a:ext>
                </a:extLst>
              </a:tr>
            </a:tbl>
          </a:graphicData>
        </a:graphic>
      </p:graphicFrame>
    </p:spTree>
    <p:extLst>
      <p:ext uri="{BB962C8B-B14F-4D97-AF65-F5344CB8AC3E}">
        <p14:creationId xmlns:p14="http://schemas.microsoft.com/office/powerpoint/2010/main" val="656414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23d6530f4b9_0_51"/>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The JavaScript switch statement is used to execute one code from multiple expressions. </a:t>
            </a:r>
            <a:endParaRPr lang="en-US" sz="160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It is just like else if statement that we have learned in previous page. </a:t>
            </a: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But it is convenient than </a:t>
            </a:r>
            <a:r>
              <a:rPr lang="en" sz="1600" err="1">
                <a:solidFill>
                  <a:srgbClr val="333333"/>
                </a:solidFill>
                <a:highlight>
                  <a:srgbClr val="FFFFFF"/>
                </a:highlight>
                <a:latin typeface="Proxima Nova Semibold"/>
                <a:ea typeface="Proxima Nova Semibold"/>
                <a:cs typeface="Proxima Nova Semibold"/>
                <a:sym typeface="Proxima Nova Semibold"/>
              </a:rPr>
              <a:t>if..else..if</a:t>
            </a:r>
            <a:r>
              <a:rPr lang="en" sz="1600">
                <a:solidFill>
                  <a:srgbClr val="333333"/>
                </a:solidFill>
                <a:highlight>
                  <a:srgbClr val="FFFFFF"/>
                </a:highlight>
                <a:latin typeface="Proxima Nova Semibold"/>
                <a:ea typeface="Proxima Nova Semibold"/>
                <a:cs typeface="Proxima Nova Semibold"/>
                <a:sym typeface="Proxima Nova Semibold"/>
              </a:rPr>
              <a:t> because it can be used with numbers, characters etc.</a:t>
            </a:r>
            <a:endParaRPr sz="1600">
              <a:solidFill>
                <a:srgbClr val="333333"/>
              </a:solidFill>
              <a:highlight>
                <a:srgbClr val="FFFFFF"/>
              </a:highlight>
              <a:latin typeface="Proxima Nova Semibold"/>
              <a:ea typeface="Proxima Nova Semibold"/>
              <a:cs typeface="Proxima Nova Semibold"/>
            </a:endParaRPr>
          </a:p>
        </p:txBody>
      </p:sp>
      <p:sp>
        <p:nvSpPr>
          <p:cNvPr id="253" name="Google Shape;253;g23d6530f4b9_0_51"/>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switch</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g23d6530f4b9_0_57"/>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Loops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E06B8664-E61D-0CC9-D40C-401EE8FED444}"/>
              </a:ext>
            </a:extLst>
          </p:cNvPr>
          <p:cNvGraphicFramePr>
            <a:graphicFrameLocks noGrp="1"/>
          </p:cNvGraphicFramePr>
          <p:nvPr>
            <p:extLst>
              <p:ext uri="{D42A27DB-BD31-4B8C-83A1-F6EECF244321}">
                <p14:modId xmlns:p14="http://schemas.microsoft.com/office/powerpoint/2010/main" val="3503988792"/>
              </p:ext>
            </p:extLst>
          </p:nvPr>
        </p:nvGraphicFramePr>
        <p:xfrm>
          <a:off x="440871" y="1220424"/>
          <a:ext cx="8371132" cy="2127885"/>
        </p:xfrm>
        <a:graphic>
          <a:graphicData uri="http://schemas.openxmlformats.org/drawingml/2006/table">
            <a:tbl>
              <a:tblPr bandRow="1">
                <a:tableStyleId>{51958573-18DD-4F4F-87A5-23D0A4D2D5AC}</a:tableStyleId>
              </a:tblPr>
              <a:tblGrid>
                <a:gridCol w="1198212">
                  <a:extLst>
                    <a:ext uri="{9D8B030D-6E8A-4147-A177-3AD203B41FA5}">
                      <a16:colId xmlns="" xmlns:a16="http://schemas.microsoft.com/office/drawing/2014/main" val="2474027506"/>
                    </a:ext>
                  </a:extLst>
                </a:gridCol>
                <a:gridCol w="3941819">
                  <a:extLst>
                    <a:ext uri="{9D8B030D-6E8A-4147-A177-3AD203B41FA5}">
                      <a16:colId xmlns="" xmlns:a16="http://schemas.microsoft.com/office/drawing/2014/main" val="1269518075"/>
                    </a:ext>
                  </a:extLst>
                </a:gridCol>
                <a:gridCol w="3231101">
                  <a:extLst>
                    <a:ext uri="{9D8B030D-6E8A-4147-A177-3AD203B41FA5}">
                      <a16:colId xmlns="" xmlns:a16="http://schemas.microsoft.com/office/drawing/2014/main" val="3930497067"/>
                    </a:ext>
                  </a:extLst>
                </a:gridCol>
              </a:tblGrid>
              <a:tr h="0">
                <a:tc>
                  <a:txBody>
                    <a:bodyPr/>
                    <a:lstStyle/>
                    <a:p>
                      <a:pPr algn="l" fontAlgn="t"/>
                      <a:r>
                        <a:rPr lang="en-GB" b="1">
                          <a:effectLst/>
                        </a:rPr>
                        <a:t>Loop Type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732257407"/>
                  </a:ext>
                </a:extLst>
              </a:tr>
              <a:tr h="0">
                <a:tc>
                  <a:txBody>
                    <a:bodyPr/>
                    <a:lstStyle/>
                    <a:p>
                      <a:pPr fontAlgn="t"/>
                      <a:r>
                        <a:rPr lang="en-GB">
                          <a:effectLst/>
                        </a:rPr>
                        <a:t>for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Loops a block a specific number of times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 (let i = 0; i &lt; 5; i++)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701575037"/>
                  </a:ext>
                </a:extLst>
              </a:tr>
              <a:tr h="0">
                <a:tc>
                  <a:txBody>
                    <a:bodyPr/>
                    <a:lstStyle/>
                    <a:p>
                      <a:pPr fontAlgn="t"/>
                      <a:r>
                        <a:rPr lang="en-GB">
                          <a:effectLst/>
                        </a:rPr>
                        <a:t>while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Loops while a condition is true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while (i &lt; 5)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932490888"/>
                  </a:ext>
                </a:extLst>
              </a:tr>
              <a:tr h="0">
                <a:tc>
                  <a:txBody>
                    <a:bodyPr/>
                    <a:lstStyle/>
                    <a:p>
                      <a:pPr fontAlgn="t"/>
                      <a:r>
                        <a:rPr lang="en-GB">
                          <a:effectLst/>
                        </a:rPr>
                        <a:t>do...while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Runs once, then repeats while condition is true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do { ... } while (i &lt; 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643364068"/>
                  </a:ext>
                </a:extLst>
              </a:tr>
              <a:tr h="0">
                <a:tc>
                  <a:txBody>
                    <a:bodyPr/>
                    <a:lstStyle/>
                    <a:p>
                      <a:pPr fontAlgn="t"/>
                      <a:r>
                        <a:rPr lang="en-GB">
                          <a:effectLst/>
                        </a:rPr>
                        <a:t>for...of</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Loops through values of an iterable (like arrays)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 (let item of arr)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778285599"/>
                  </a:ext>
                </a:extLst>
              </a:tr>
              <a:tr h="0">
                <a:tc>
                  <a:txBody>
                    <a:bodyPr/>
                    <a:lstStyle/>
                    <a:p>
                      <a:pPr fontAlgn="t"/>
                      <a:r>
                        <a:rPr lang="en-GB">
                          <a:effectLst/>
                        </a:rPr>
                        <a:t>for...in</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Loops through keys of an object</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 (let key in obj) { ... }</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83464692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23d6530f4b9_0_63"/>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functions are used to perform operations. We can call JavaScript function many times to reuse the code.</a:t>
            </a:r>
            <a:endParaRPr lang="en-US" sz="1600">
              <a:solidFill>
                <a:srgbClr val="333333"/>
              </a:solidFill>
              <a:highlight>
                <a:srgbClr val="FFFFFF"/>
              </a:highlight>
              <a:latin typeface="Proxima Nova Semibold"/>
              <a:ea typeface="Proxima Nova Semibold"/>
              <a:cs typeface="Proxima Nova Semibold"/>
            </a:endParaRPr>
          </a:p>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There are mainly two advantages of JavaScript functions.</a:t>
            </a:r>
            <a:endParaRPr sz="1600">
              <a:solidFill>
                <a:srgbClr val="333333"/>
              </a:solidFill>
              <a:highlight>
                <a:srgbClr val="FFFFFF"/>
              </a:highlight>
              <a:latin typeface="Proxima Nova Semibold"/>
              <a:ea typeface="Proxima Nova Semibold"/>
              <a:cs typeface="Proxima Nova Semibold"/>
            </a:endParaRPr>
          </a:p>
          <a:p>
            <a:pPr marL="457200" lvl="0" indent="-330200" algn="l" rtl="0">
              <a:lnSpc>
                <a:spcPct val="156250"/>
              </a:lnSpc>
              <a:spcBef>
                <a:spcPts val="1500"/>
              </a:spcBef>
              <a:spcAft>
                <a:spcPts val="0"/>
              </a:spcAft>
              <a:buClr>
                <a:schemeClr val="dk1"/>
              </a:buClr>
              <a:buSzPts val="1600"/>
              <a:buFont typeface="Arial"/>
              <a:buChar char="•"/>
            </a:pPr>
            <a:r>
              <a:rPr lang="en" sz="1600" b="1">
                <a:solidFill>
                  <a:schemeClr val="dk1"/>
                </a:solidFill>
                <a:highlight>
                  <a:srgbClr val="FFFFFF"/>
                </a:highlight>
              </a:rPr>
              <a:t>Code reusability:</a:t>
            </a:r>
            <a:r>
              <a:rPr lang="en" sz="1600">
                <a:solidFill>
                  <a:schemeClr val="dk1"/>
                </a:solidFill>
                <a:highlight>
                  <a:srgbClr val="FFFFFF"/>
                </a:highlight>
                <a:latin typeface="Proxima Nova Semibold"/>
                <a:ea typeface="Proxima Nova Semibold"/>
                <a:cs typeface="Proxima Nova Semibold"/>
                <a:sym typeface="Proxima Nova Semibold"/>
              </a:rPr>
              <a:t> We can call a function several times so it save coding.</a:t>
            </a:r>
            <a:endParaRPr sz="1600">
              <a:solidFill>
                <a:schemeClr val="dk1"/>
              </a:solidFill>
              <a:highlight>
                <a:srgbClr val="FFFFFF"/>
              </a:highlight>
              <a:latin typeface="Proxima Nova Semibold"/>
              <a:ea typeface="Proxima Nova Semibold"/>
              <a:cs typeface="Proxima Nova Semibold"/>
            </a:endParaRPr>
          </a:p>
          <a:p>
            <a:pPr marL="457200" lvl="0" indent="-330200" algn="l" rtl="0">
              <a:lnSpc>
                <a:spcPct val="156250"/>
              </a:lnSpc>
              <a:spcBef>
                <a:spcPts val="0"/>
              </a:spcBef>
              <a:spcAft>
                <a:spcPts val="0"/>
              </a:spcAft>
              <a:buClr>
                <a:schemeClr val="dk1"/>
              </a:buClr>
              <a:buSzPts val="1600"/>
              <a:buFont typeface="Arial"/>
              <a:buChar char="•"/>
            </a:pPr>
            <a:r>
              <a:rPr lang="en" sz="1600" b="1">
                <a:solidFill>
                  <a:schemeClr val="dk1"/>
                </a:solidFill>
                <a:highlight>
                  <a:srgbClr val="FFFFFF"/>
                </a:highlight>
              </a:rPr>
              <a:t>Less coding: </a:t>
            </a:r>
            <a:r>
              <a:rPr lang="en" sz="1600">
                <a:solidFill>
                  <a:schemeClr val="dk1"/>
                </a:solidFill>
                <a:highlight>
                  <a:srgbClr val="FFFFFF"/>
                </a:highlight>
                <a:latin typeface="Proxima Nova Semibold"/>
                <a:ea typeface="Proxima Nova Semibold"/>
                <a:cs typeface="Proxima Nova Semibold"/>
                <a:sym typeface="Proxima Nova Semibold"/>
              </a:rPr>
              <a:t>It makes our program compact. We don’t need to write many lines of code each time to perform a common task.</a:t>
            </a:r>
            <a:endParaRPr sz="1600">
              <a:solidFill>
                <a:schemeClr val="dk1"/>
              </a:solidFill>
              <a:highlight>
                <a:srgbClr val="FFFFFF"/>
              </a:highlight>
              <a:latin typeface="Proxima Nova Semibold"/>
              <a:ea typeface="Proxima Nova Semibold"/>
              <a:cs typeface="Proxima Nova Semibold"/>
            </a:endParaRPr>
          </a:p>
          <a:p>
            <a:pPr marL="0" lvl="0" indent="457200" algn="l" rtl="0">
              <a:lnSpc>
                <a:spcPct val="115000"/>
              </a:lnSpc>
              <a:spcBef>
                <a:spcPts val="1200"/>
              </a:spcBef>
              <a:spcAft>
                <a:spcPts val="0"/>
              </a:spcAft>
              <a:buClr>
                <a:schemeClr val="dk1"/>
              </a:buClr>
              <a:buSzPts val="1100"/>
              <a:buFont typeface="Arial"/>
              <a:buNone/>
            </a:pP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65" name="Google Shape;265;g23d6530f4b9_0_63"/>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Functions</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 xmlns:a16="http://schemas.microsoft.com/office/drawing/2014/main" id="{C78BC5D1-F5CA-7CB9-E402-DD790DB458C4}"/>
            </a:ext>
          </a:extLst>
        </p:cNvPr>
        <p:cNvGrpSpPr/>
        <p:nvPr/>
      </p:nvGrpSpPr>
      <p:grpSpPr>
        <a:xfrm>
          <a:off x="0" y="0"/>
          <a:ext cx="0" cy="0"/>
          <a:chOff x="0" y="0"/>
          <a:chExt cx="0" cy="0"/>
        </a:xfrm>
      </p:grpSpPr>
      <p:sp>
        <p:nvSpPr>
          <p:cNvPr id="265" name="Google Shape;265;g23d6530f4b9_0_63">
            <a:extLst>
              <a:ext uri="{FF2B5EF4-FFF2-40B4-BE49-F238E27FC236}">
                <a16:creationId xmlns="" xmlns:a16="http://schemas.microsoft.com/office/drawing/2014/main" id="{24751AB2-CB8B-DBC6-8B1A-55D9468227B5}"/>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Functions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67EE279D-7963-C890-5E8D-748323517591}"/>
              </a:ext>
            </a:extLst>
          </p:cNvPr>
          <p:cNvGraphicFramePr>
            <a:graphicFrameLocks noGrp="1"/>
          </p:cNvGraphicFramePr>
          <p:nvPr>
            <p:extLst>
              <p:ext uri="{D42A27DB-BD31-4B8C-83A1-F6EECF244321}">
                <p14:modId xmlns:p14="http://schemas.microsoft.com/office/powerpoint/2010/main" val="3893010620"/>
              </p:ext>
            </p:extLst>
          </p:nvPr>
        </p:nvGraphicFramePr>
        <p:xfrm>
          <a:off x="383721" y="1476647"/>
          <a:ext cx="8562437" cy="2484120"/>
        </p:xfrm>
        <a:graphic>
          <a:graphicData uri="http://schemas.openxmlformats.org/drawingml/2006/table">
            <a:tbl>
              <a:tblPr bandRow="1">
                <a:tableStyleId>{51958573-18DD-4F4F-87A5-23D0A4D2D5AC}</a:tableStyleId>
              </a:tblPr>
              <a:tblGrid>
                <a:gridCol w="2128664">
                  <a:extLst>
                    <a:ext uri="{9D8B030D-6E8A-4147-A177-3AD203B41FA5}">
                      <a16:colId xmlns="" xmlns:a16="http://schemas.microsoft.com/office/drawing/2014/main" val="2440375248"/>
                    </a:ext>
                  </a:extLst>
                </a:gridCol>
                <a:gridCol w="3579628">
                  <a:extLst>
                    <a:ext uri="{9D8B030D-6E8A-4147-A177-3AD203B41FA5}">
                      <a16:colId xmlns="" xmlns:a16="http://schemas.microsoft.com/office/drawing/2014/main" val="3250138950"/>
                    </a:ext>
                  </a:extLst>
                </a:gridCol>
                <a:gridCol w="2854145">
                  <a:extLst>
                    <a:ext uri="{9D8B030D-6E8A-4147-A177-3AD203B41FA5}">
                      <a16:colId xmlns="" xmlns:a16="http://schemas.microsoft.com/office/drawing/2014/main" val="530988547"/>
                    </a:ext>
                  </a:extLst>
                </a:gridCol>
              </a:tblGrid>
              <a:tr h="0">
                <a:tc>
                  <a:txBody>
                    <a:bodyPr/>
                    <a:lstStyle/>
                    <a:p>
                      <a:pPr algn="l" fontAlgn="t"/>
                      <a:r>
                        <a:rPr lang="en-GB" b="1">
                          <a:effectLst/>
                        </a:rPr>
                        <a:t>Concept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2146140056"/>
                  </a:ext>
                </a:extLst>
              </a:tr>
              <a:tr h="0">
                <a:tc>
                  <a:txBody>
                    <a:bodyPr/>
                    <a:lstStyle/>
                    <a:p>
                      <a:pPr fontAlgn="t"/>
                      <a:r>
                        <a:rPr lang="en-GB" b="1">
                          <a:effectLst/>
                        </a:rPr>
                        <a:t>Function Declaration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Defines a named function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function greet()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030354380"/>
                  </a:ext>
                </a:extLst>
              </a:tr>
              <a:tr h="0">
                <a:tc>
                  <a:txBody>
                    <a:bodyPr/>
                    <a:lstStyle/>
                    <a:p>
                      <a:pPr fontAlgn="t"/>
                      <a:r>
                        <a:rPr lang="en-GB" b="1">
                          <a:effectLst/>
                        </a:rPr>
                        <a:t>Function Call</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Executes the function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greet();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082723492"/>
                  </a:ext>
                </a:extLst>
              </a:tr>
              <a:tr h="0">
                <a:tc>
                  <a:txBody>
                    <a:bodyPr/>
                    <a:lstStyle/>
                    <a:p>
                      <a:pPr fontAlgn="t"/>
                      <a:r>
                        <a:rPr lang="en-GB" b="1">
                          <a:effectLst/>
                        </a:rPr>
                        <a:t>Parameters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Inputs passed to a function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function greet(name)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142062632"/>
                  </a:ext>
                </a:extLst>
              </a:tr>
              <a:tr h="0">
                <a:tc>
                  <a:txBody>
                    <a:bodyPr/>
                    <a:lstStyle/>
                    <a:p>
                      <a:pPr fontAlgn="t"/>
                      <a:r>
                        <a:rPr lang="en-GB" b="1">
                          <a:effectLst/>
                        </a:rPr>
                        <a:t>Return Value</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Output sent back from a function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return name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939508943"/>
                  </a:ext>
                </a:extLst>
              </a:tr>
              <a:tr h="0">
                <a:tc>
                  <a:txBody>
                    <a:bodyPr/>
                    <a:lstStyle/>
                    <a:p>
                      <a:pPr fontAlgn="t"/>
                      <a:r>
                        <a:rPr lang="en-GB" b="1">
                          <a:effectLst/>
                        </a:rPr>
                        <a:t>Anonymous Function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Function without a name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const sayHi = function()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655136594"/>
                  </a:ext>
                </a:extLst>
              </a:tr>
              <a:tr h="0">
                <a:tc>
                  <a:txBody>
                    <a:bodyPr/>
                    <a:lstStyle/>
                    <a:p>
                      <a:pPr fontAlgn="t"/>
                      <a:r>
                        <a:rPr lang="en-GB" b="1">
                          <a:effectLst/>
                        </a:rPr>
                        <a:t>Arrow Function</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Shorter syntax for functions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const add = (a, b) =&gt; a + b;</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093268317"/>
                  </a:ext>
                </a:extLst>
              </a:tr>
            </a:tbl>
          </a:graphicData>
        </a:graphic>
      </p:graphicFrame>
    </p:spTree>
    <p:extLst>
      <p:ext uri="{BB962C8B-B14F-4D97-AF65-F5344CB8AC3E}">
        <p14:creationId xmlns:p14="http://schemas.microsoft.com/office/powerpoint/2010/main" val="593881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3d6530f4b9_0_69"/>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71" name="Google Shape;271;g23d6530f4b9_0_69"/>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Function Example</a:t>
            </a:r>
            <a:endParaRPr sz="2400" b="1" i="0" u="none" strike="noStrike" cap="none">
              <a:solidFill>
                <a:srgbClr val="323F4F"/>
              </a:solidFill>
              <a:latin typeface="Proxima Nova"/>
              <a:ea typeface="Proxima Nova"/>
              <a:cs typeface="Proxima Nova"/>
              <a:sym typeface="Proxima Nova"/>
            </a:endParaRPr>
          </a:p>
        </p:txBody>
      </p:sp>
      <p:pic>
        <p:nvPicPr>
          <p:cNvPr id="272" name="Google Shape;272;g23d6530f4b9_0_69"/>
          <p:cNvPicPr preferRelativeResize="0"/>
          <p:nvPr/>
        </p:nvPicPr>
        <p:blipFill rotWithShape="1">
          <a:blip r:embed="rId3">
            <a:alphaModFix/>
          </a:blip>
          <a:srcRect/>
          <a:stretch/>
        </p:blipFill>
        <p:spPr>
          <a:xfrm>
            <a:off x="1119175" y="1430988"/>
            <a:ext cx="6905625" cy="2638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anim calcmode="lin" valueType="num">
                                      <p:cBhvr additive="base">
                                        <p:cTn id="7" dur="500" fill="hold"/>
                                        <p:tgtEl>
                                          <p:spTgt spid="272"/>
                                        </p:tgtEl>
                                        <p:attrNameLst>
                                          <p:attrName>ppt_x</p:attrName>
                                        </p:attrNameLst>
                                      </p:cBhvr>
                                      <p:tavLst>
                                        <p:tav tm="0">
                                          <p:val>
                                            <p:strVal val="#ppt_x"/>
                                          </p:val>
                                        </p:tav>
                                        <p:tav tm="100000">
                                          <p:val>
                                            <p:strVal val="#ppt_x"/>
                                          </p:val>
                                        </p:tav>
                                      </p:tavLst>
                                    </p:anim>
                                    <p:anim calcmode="lin" valueType="num">
                                      <p:cBhvr additive="base">
                                        <p:cTn id="8" dur="500" fill="hold"/>
                                        <p:tgtEl>
                                          <p:spTgt spid="2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3d6530f4b9_0_75"/>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a:solidFill>
                  <a:schemeClr val="lt1"/>
                </a:solidFill>
                <a:latin typeface="Proxima Nova"/>
                <a:ea typeface="Proxima Nova"/>
                <a:cs typeface="Proxima Nova"/>
                <a:sym typeface="Proxima Nova"/>
              </a:rPr>
              <a:t>Javascript - Objects</a:t>
            </a:r>
            <a:endParaRPr sz="4000" b="0" i="0" u="none" strike="noStrike" cap="none">
              <a:solidFill>
                <a:schemeClr val="lt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3d6530f4b9_0_82"/>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A </a:t>
            </a:r>
            <a:r>
              <a:rPr lang="en" sz="1600" err="1">
                <a:solidFill>
                  <a:srgbClr val="333333"/>
                </a:solidFill>
                <a:highlight>
                  <a:srgbClr val="FFFFFF"/>
                </a:highlight>
                <a:latin typeface="Proxima Nova Semibold"/>
                <a:ea typeface="Proxima Nova Semibold"/>
                <a:cs typeface="Proxima Nova Semibold"/>
                <a:sym typeface="Proxima Nova Semibold"/>
              </a:rPr>
              <a:t>javaScript</a:t>
            </a:r>
            <a:r>
              <a:rPr lang="en" sz="1600">
                <a:solidFill>
                  <a:srgbClr val="333333"/>
                </a:solidFill>
                <a:highlight>
                  <a:srgbClr val="FFFFFF"/>
                </a:highlight>
                <a:latin typeface="Proxima Nova Semibold"/>
                <a:ea typeface="Proxima Nova Semibold"/>
                <a:cs typeface="Proxima Nova Semibold"/>
                <a:sym typeface="Proxima Nova Semibold"/>
              </a:rPr>
              <a:t> object is an entity having state and behavior (properties and method). For example: car, pen, bike, chair, glass, keyboard, monitor etc.</a:t>
            </a:r>
            <a:endParaRPr lang="en-US" sz="1600">
              <a:solidFill>
                <a:srgbClr val="333333"/>
              </a:solidFill>
              <a:highlight>
                <a:srgbClr val="FFFFFF"/>
              </a:highlight>
              <a:latin typeface="Proxima Nova Semibold"/>
              <a:ea typeface="Proxima Nova Semibold"/>
              <a:cs typeface="Proxima Nova Semibold"/>
            </a:endParaRPr>
          </a:p>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is an object-based language. Everything is an object in JavaScript.</a:t>
            </a:r>
            <a:endParaRPr sz="1600">
              <a:solidFill>
                <a:srgbClr val="333333"/>
              </a:solidFill>
              <a:highlight>
                <a:srgbClr val="FFFFFF"/>
              </a:highlight>
              <a:latin typeface="Proxima Nova Semibold"/>
              <a:ea typeface="Proxima Nova Semibold"/>
              <a:cs typeface="Proxima Nova Semibold"/>
            </a:endParaRPr>
          </a:p>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is template based not class based. Here, we don't create class to get the object. But, we directly create objects.</a:t>
            </a:r>
            <a:endParaRPr sz="1600">
              <a:solidFill>
                <a:srgbClr val="333333"/>
              </a:solidFill>
              <a:highlight>
                <a:srgbClr val="FFFFFF"/>
              </a:highlight>
              <a:latin typeface="Proxima Nova Semibold"/>
              <a:ea typeface="Proxima Nova Semibold"/>
              <a:cs typeface="Proxima Nova Semibold"/>
            </a:endParaRPr>
          </a:p>
          <a:p>
            <a:pPr marL="0" lvl="0" indent="457200" algn="l" rtl="0">
              <a:lnSpc>
                <a:spcPct val="115000"/>
              </a:lnSpc>
              <a:spcBef>
                <a:spcPts val="120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83" name="Google Shape;283;g23d6530f4b9_0_82"/>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Objects</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 xmlns:a16="http://schemas.microsoft.com/office/drawing/2014/main" id="{FF1D88EF-6944-49DF-AF87-112EA89FF2B5}"/>
            </a:ext>
          </a:extLst>
        </p:cNvPr>
        <p:cNvGrpSpPr/>
        <p:nvPr/>
      </p:nvGrpSpPr>
      <p:grpSpPr>
        <a:xfrm>
          <a:off x="0" y="0"/>
          <a:ext cx="0" cy="0"/>
          <a:chOff x="0" y="0"/>
          <a:chExt cx="0" cy="0"/>
        </a:xfrm>
      </p:grpSpPr>
      <p:sp>
        <p:nvSpPr>
          <p:cNvPr id="283" name="Google Shape;283;g23d6530f4b9_0_82">
            <a:extLst>
              <a:ext uri="{FF2B5EF4-FFF2-40B4-BE49-F238E27FC236}">
                <a16:creationId xmlns="" xmlns:a16="http://schemas.microsoft.com/office/drawing/2014/main" id="{314B4036-95E4-C521-DF31-0B5E442D577D}"/>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Objects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13A311E8-E552-52E0-A14C-318CC1137A99}"/>
              </a:ext>
            </a:extLst>
          </p:cNvPr>
          <p:cNvGraphicFramePr>
            <a:graphicFrameLocks noGrp="1"/>
          </p:cNvGraphicFramePr>
          <p:nvPr>
            <p:extLst>
              <p:ext uri="{D42A27DB-BD31-4B8C-83A1-F6EECF244321}">
                <p14:modId xmlns:p14="http://schemas.microsoft.com/office/powerpoint/2010/main" val="412230150"/>
              </p:ext>
            </p:extLst>
          </p:nvPr>
        </p:nvGraphicFramePr>
        <p:xfrm>
          <a:off x="400050" y="1224642"/>
          <a:ext cx="8205580" cy="2697480"/>
        </p:xfrm>
        <a:graphic>
          <a:graphicData uri="http://schemas.openxmlformats.org/drawingml/2006/table">
            <a:tbl>
              <a:tblPr bandRow="1">
                <a:tableStyleId>{51958573-18DD-4F4F-87A5-23D0A4D2D5AC}</a:tableStyleId>
              </a:tblPr>
              <a:tblGrid>
                <a:gridCol w="1821656">
                  <a:extLst>
                    <a:ext uri="{9D8B030D-6E8A-4147-A177-3AD203B41FA5}">
                      <a16:colId xmlns="" xmlns:a16="http://schemas.microsoft.com/office/drawing/2014/main" val="2261493895"/>
                    </a:ext>
                  </a:extLst>
                </a:gridCol>
                <a:gridCol w="3606297">
                  <a:extLst>
                    <a:ext uri="{9D8B030D-6E8A-4147-A177-3AD203B41FA5}">
                      <a16:colId xmlns="" xmlns:a16="http://schemas.microsoft.com/office/drawing/2014/main" val="3227057357"/>
                    </a:ext>
                  </a:extLst>
                </a:gridCol>
                <a:gridCol w="2777627">
                  <a:extLst>
                    <a:ext uri="{9D8B030D-6E8A-4147-A177-3AD203B41FA5}">
                      <a16:colId xmlns="" xmlns:a16="http://schemas.microsoft.com/office/drawing/2014/main" val="3336334751"/>
                    </a:ext>
                  </a:extLst>
                </a:gridCol>
              </a:tblGrid>
              <a:tr h="0">
                <a:tc>
                  <a:txBody>
                    <a:bodyPr/>
                    <a:lstStyle/>
                    <a:p>
                      <a:pPr algn="l" fontAlgn="t"/>
                      <a:r>
                        <a:rPr lang="en-GB" b="1">
                          <a:effectLst/>
                        </a:rPr>
                        <a:t>Concept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3760892473"/>
                  </a:ext>
                </a:extLst>
              </a:tr>
              <a:tr h="0">
                <a:tc>
                  <a:txBody>
                    <a:bodyPr/>
                    <a:lstStyle/>
                    <a:p>
                      <a:pPr fontAlgn="t"/>
                      <a:r>
                        <a:rPr lang="en-GB" b="1">
                          <a:effectLst/>
                        </a:rPr>
                        <a:t>Object</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 container for properties and methods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person = { name: "John", age: 30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890316409"/>
                  </a:ext>
                </a:extLst>
              </a:tr>
              <a:tr h="0">
                <a:tc>
                  <a:txBody>
                    <a:bodyPr/>
                    <a:lstStyle/>
                    <a:p>
                      <a:pPr fontAlgn="t"/>
                      <a:r>
                        <a:rPr lang="en-GB" b="1">
                          <a:effectLst/>
                        </a:rPr>
                        <a:t>Property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 key-value pair inside an object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name: "John"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55947178"/>
                  </a:ext>
                </a:extLst>
              </a:tr>
              <a:tr h="0">
                <a:tc>
                  <a:txBody>
                    <a:bodyPr/>
                    <a:lstStyle/>
                    <a:p>
                      <a:pPr fontAlgn="t"/>
                      <a:r>
                        <a:rPr lang="en-GB" b="1">
                          <a:effectLst/>
                        </a:rPr>
                        <a:t>Method</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 function inside an object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greet: function() { ...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613743772"/>
                  </a:ext>
                </a:extLst>
              </a:tr>
              <a:tr h="0">
                <a:tc>
                  <a:txBody>
                    <a:bodyPr/>
                    <a:lstStyle/>
                    <a:p>
                      <a:pPr fontAlgn="t"/>
                      <a:r>
                        <a:rPr lang="en-GB" b="1">
                          <a:effectLst/>
                        </a:rPr>
                        <a:t>Access Property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dot . or bracket [] notation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person.name or person["name"]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771041511"/>
                  </a:ext>
                </a:extLst>
              </a:tr>
              <a:tr h="0">
                <a:tc>
                  <a:txBody>
                    <a:bodyPr/>
                    <a:lstStyle/>
                    <a:p>
                      <a:pPr fontAlgn="t"/>
                      <a:r>
                        <a:rPr lang="en-GB" b="1">
                          <a:effectLst/>
                        </a:rPr>
                        <a:t>Add Property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Add new key-value pair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person.city = "Delhi";</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88165049"/>
                  </a:ext>
                </a:extLst>
              </a:tr>
              <a:tr h="0">
                <a:tc>
                  <a:txBody>
                    <a:bodyPr/>
                    <a:lstStyle/>
                    <a:p>
                      <a:pPr fontAlgn="t"/>
                      <a:r>
                        <a:rPr lang="en-GB" b="1">
                          <a:effectLst/>
                        </a:rPr>
                        <a:t>Delete Property</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Remove a property</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delete person.age;</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696227793"/>
                  </a:ext>
                </a:extLst>
              </a:tr>
            </a:tbl>
          </a:graphicData>
        </a:graphic>
      </p:graphicFrame>
    </p:spTree>
    <p:extLst>
      <p:ext uri="{BB962C8B-B14F-4D97-AF65-F5344CB8AC3E}">
        <p14:creationId xmlns:p14="http://schemas.microsoft.com/office/powerpoint/2010/main" val="3420108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23d6530f4b9_0_89"/>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89" name="Google Shape;289;g23d6530f4b9_0_89"/>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Creating Objects in JS</a:t>
            </a:r>
            <a:endParaRPr sz="2400" b="1" i="0" u="none" strike="noStrike" cap="none">
              <a:solidFill>
                <a:srgbClr val="323F4F"/>
              </a:solidFill>
              <a:latin typeface="Proxima Nova"/>
              <a:ea typeface="Proxima Nova"/>
              <a:cs typeface="Proxima Nova"/>
              <a:sym typeface="Proxima Nova"/>
            </a:endParaRPr>
          </a:p>
        </p:txBody>
      </p:sp>
      <p:pic>
        <p:nvPicPr>
          <p:cNvPr id="290" name="Google Shape;290;g23d6530f4b9_0_89"/>
          <p:cNvPicPr preferRelativeResize="0"/>
          <p:nvPr/>
        </p:nvPicPr>
        <p:blipFill rotWithShape="1">
          <a:blip r:embed="rId3">
            <a:alphaModFix/>
          </a:blip>
          <a:srcRect/>
          <a:stretch/>
        </p:blipFill>
        <p:spPr>
          <a:xfrm>
            <a:off x="1480000" y="1326801"/>
            <a:ext cx="5229225" cy="2634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 calcmode="lin" valueType="num">
                                      <p:cBhvr additive="base">
                                        <p:cTn id="7" dur="500" fill="hold"/>
                                        <p:tgtEl>
                                          <p:spTgt spid="290"/>
                                        </p:tgtEl>
                                        <p:attrNameLst>
                                          <p:attrName>ppt_x</p:attrName>
                                        </p:attrNameLst>
                                      </p:cBhvr>
                                      <p:tavLst>
                                        <p:tav tm="0">
                                          <p:val>
                                            <p:strVal val="#ppt_x"/>
                                          </p:val>
                                        </p:tav>
                                        <p:tav tm="100000">
                                          <p:val>
                                            <p:strVal val="#ppt_x"/>
                                          </p:val>
                                        </p:tav>
                                      </p:tavLst>
                                    </p:anim>
                                    <p:anim calcmode="lin" valueType="num">
                                      <p:cBhvr additive="base">
                                        <p:cTn id="8" dur="500" fill="hold"/>
                                        <p:tgtEl>
                                          <p:spTgt spid="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23d6530f4b9_0_96"/>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array is an object that represents a collection of similar type of elements. </a:t>
            </a:r>
            <a:endParaRPr lang="en-US" sz="1600">
              <a:solidFill>
                <a:srgbClr val="333333"/>
              </a:solidFill>
              <a:highlight>
                <a:srgbClr val="FFFFFF"/>
              </a:highlight>
              <a:latin typeface="Proxima Nova Semibold"/>
              <a:ea typeface="Proxima Nova Semibold"/>
              <a:cs typeface="Proxima Nova Semibold"/>
            </a:endParaRPr>
          </a:p>
        </p:txBody>
      </p:sp>
      <p:sp>
        <p:nvSpPr>
          <p:cNvPr id="296" name="Google Shape;296;g23d6530f4b9_0_96"/>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Array</a:t>
            </a:r>
            <a:endParaRPr sz="2400" b="1" i="0" u="none" strike="noStrike" cap="none">
              <a:solidFill>
                <a:srgbClr val="323F4F"/>
              </a:solidFill>
              <a:latin typeface="Proxima Nova"/>
              <a:ea typeface="Proxima Nova"/>
              <a:cs typeface="Proxima Nova"/>
              <a:sym typeface="Proxima Nova"/>
            </a:endParaRPr>
          </a:p>
        </p:txBody>
      </p:sp>
      <p:pic>
        <p:nvPicPr>
          <p:cNvPr id="297" name="Google Shape;297;g23d6530f4b9_0_96"/>
          <p:cNvPicPr preferRelativeResize="0"/>
          <p:nvPr/>
        </p:nvPicPr>
        <p:blipFill rotWithShape="1">
          <a:blip r:embed="rId3">
            <a:alphaModFix/>
          </a:blip>
          <a:srcRect/>
          <a:stretch/>
        </p:blipFill>
        <p:spPr>
          <a:xfrm>
            <a:off x="900775" y="1352550"/>
            <a:ext cx="3671225" cy="2273100"/>
          </a:xfrm>
          <a:prstGeom prst="rect">
            <a:avLst/>
          </a:prstGeom>
          <a:noFill/>
          <a:ln>
            <a:noFill/>
          </a:ln>
        </p:spPr>
      </p:pic>
      <p:pic>
        <p:nvPicPr>
          <p:cNvPr id="298" name="Google Shape;298;g23d6530f4b9_0_96"/>
          <p:cNvPicPr preferRelativeResize="0"/>
          <p:nvPr/>
        </p:nvPicPr>
        <p:blipFill rotWithShape="1">
          <a:blip r:embed="rId4">
            <a:alphaModFix/>
          </a:blip>
          <a:srcRect/>
          <a:stretch/>
        </p:blipFill>
        <p:spPr>
          <a:xfrm>
            <a:off x="4862175" y="1352550"/>
            <a:ext cx="3824625" cy="347250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7"/>
                                        </p:tgtEl>
                                        <p:attrNameLst>
                                          <p:attrName>style.visibility</p:attrName>
                                        </p:attrNameLst>
                                      </p:cBhvr>
                                      <p:to>
                                        <p:strVal val="visible"/>
                                      </p:to>
                                    </p:set>
                                    <p:anim calcmode="lin" valueType="num">
                                      <p:cBhvr additive="base">
                                        <p:cTn id="7" dur="500" fill="hold"/>
                                        <p:tgtEl>
                                          <p:spTgt spid="297"/>
                                        </p:tgtEl>
                                        <p:attrNameLst>
                                          <p:attrName>ppt_x</p:attrName>
                                        </p:attrNameLst>
                                      </p:cBhvr>
                                      <p:tavLst>
                                        <p:tav tm="0">
                                          <p:val>
                                            <p:strVal val="#ppt_x"/>
                                          </p:val>
                                        </p:tav>
                                        <p:tav tm="100000">
                                          <p:val>
                                            <p:strVal val="#ppt_x"/>
                                          </p:val>
                                        </p:tav>
                                      </p:tavLst>
                                    </p:anim>
                                    <p:anim calcmode="lin" valueType="num">
                                      <p:cBhvr additive="base">
                                        <p:cTn id="8" dur="500" fill="hold"/>
                                        <p:tgtEl>
                                          <p:spTgt spid="2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8"/>
                                        </p:tgtEl>
                                        <p:attrNameLst>
                                          <p:attrName>style.visibility</p:attrName>
                                        </p:attrNameLst>
                                      </p:cBhvr>
                                      <p:to>
                                        <p:strVal val="visible"/>
                                      </p:to>
                                    </p:set>
                                    <p:anim calcmode="lin" valueType="num">
                                      <p:cBhvr additive="base">
                                        <p:cTn id="13" dur="500" fill="hold"/>
                                        <p:tgtEl>
                                          <p:spTgt spid="298"/>
                                        </p:tgtEl>
                                        <p:attrNameLst>
                                          <p:attrName>ppt_x</p:attrName>
                                        </p:attrNameLst>
                                      </p:cBhvr>
                                      <p:tavLst>
                                        <p:tav tm="0">
                                          <p:val>
                                            <p:strVal val="#ppt_x"/>
                                          </p:val>
                                        </p:tav>
                                        <p:tav tm="100000">
                                          <p:val>
                                            <p:strVal val="#ppt_x"/>
                                          </p:val>
                                        </p:tav>
                                      </p:tavLst>
                                    </p:anim>
                                    <p:anim calcmode="lin" valueType="num">
                                      <p:cBhvr additive="base">
                                        <p:cTn id="14" dur="500" fill="hold"/>
                                        <p:tgtEl>
                                          <p:spTgt spid="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6" name="Google Shape;296;g23d6530f4b9_0_96"/>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Array</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C94909C6-FDF1-9CF0-B76C-9701A09F9A57}"/>
              </a:ext>
            </a:extLst>
          </p:cNvPr>
          <p:cNvGraphicFramePr>
            <a:graphicFrameLocks noGrp="1"/>
          </p:cNvGraphicFramePr>
          <p:nvPr>
            <p:extLst>
              <p:ext uri="{D42A27DB-BD31-4B8C-83A1-F6EECF244321}">
                <p14:modId xmlns:p14="http://schemas.microsoft.com/office/powerpoint/2010/main" val="2671113940"/>
              </p:ext>
            </p:extLst>
          </p:nvPr>
        </p:nvGraphicFramePr>
        <p:xfrm>
          <a:off x="383507" y="1602807"/>
          <a:ext cx="8332857" cy="2207895"/>
        </p:xfrm>
        <a:graphic>
          <a:graphicData uri="http://schemas.openxmlformats.org/drawingml/2006/table">
            <a:tbl>
              <a:tblPr bandRow="1">
                <a:tableStyleId>{51958573-18DD-4F4F-87A5-23D0A4D2D5AC}</a:tableStyleId>
              </a:tblPr>
              <a:tblGrid>
                <a:gridCol w="1855362">
                  <a:extLst>
                    <a:ext uri="{9D8B030D-6E8A-4147-A177-3AD203B41FA5}">
                      <a16:colId xmlns="" xmlns:a16="http://schemas.microsoft.com/office/drawing/2014/main" val="3108488901"/>
                    </a:ext>
                  </a:extLst>
                </a:gridCol>
                <a:gridCol w="3184071">
                  <a:extLst>
                    <a:ext uri="{9D8B030D-6E8A-4147-A177-3AD203B41FA5}">
                      <a16:colId xmlns="" xmlns:a16="http://schemas.microsoft.com/office/drawing/2014/main" val="546247911"/>
                    </a:ext>
                  </a:extLst>
                </a:gridCol>
                <a:gridCol w="3293424">
                  <a:extLst>
                    <a:ext uri="{9D8B030D-6E8A-4147-A177-3AD203B41FA5}">
                      <a16:colId xmlns="" xmlns:a16="http://schemas.microsoft.com/office/drawing/2014/main" val="2885442265"/>
                    </a:ext>
                  </a:extLst>
                </a:gridCol>
              </a:tblGrid>
              <a:tr h="0">
                <a:tc>
                  <a:txBody>
                    <a:bodyPr/>
                    <a:lstStyle/>
                    <a:p>
                      <a:pPr algn="l" fontAlgn="t"/>
                      <a:r>
                        <a:rPr lang="en-GB" b="1">
                          <a:effectLst/>
                        </a:rPr>
                        <a:t>Concept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Explanation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564578541"/>
                  </a:ext>
                </a:extLst>
              </a:tr>
              <a:tr h="0">
                <a:tc>
                  <a:txBody>
                    <a:bodyPr/>
                    <a:lstStyle/>
                    <a:p>
                      <a:pPr fontAlgn="t"/>
                      <a:r>
                        <a:rPr lang="en-GB" b="1">
                          <a:effectLst/>
                        </a:rPr>
                        <a:t>Create an Array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square brackets [] or the Array constructor.</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fruits = ["apple", "banana", "cherry"];</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351019003"/>
                  </a:ext>
                </a:extLst>
              </a:tr>
              <a:tr h="0">
                <a:tc>
                  <a:txBody>
                    <a:bodyPr/>
                    <a:lstStyle/>
                    <a:p>
                      <a:pPr fontAlgn="t"/>
                      <a:r>
                        <a:rPr lang="en-GB" b="1">
                          <a:effectLst/>
                        </a:rPr>
                        <a:t>Access Elements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index numbers (starting from 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fruits[1] // "banana"</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965392769"/>
                  </a:ext>
                </a:extLst>
              </a:tr>
              <a:tr h="0">
                <a:tc>
                  <a:txBody>
                    <a:bodyPr/>
                    <a:lstStyle/>
                    <a:p>
                      <a:pPr fontAlgn="t"/>
                      <a:r>
                        <a:rPr lang="en-GB" b="1">
                          <a:effectLst/>
                        </a:rPr>
                        <a:t>Change Elements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Assign a new value to an index.</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fruits[0] = "mango";</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27391503"/>
                  </a:ext>
                </a:extLst>
              </a:tr>
              <a:tr h="0">
                <a:tc>
                  <a:txBody>
                    <a:bodyPr/>
                    <a:lstStyle/>
                    <a:p>
                      <a:pPr fontAlgn="t"/>
                      <a:r>
                        <a:rPr lang="en-GB" b="1">
                          <a:effectLst/>
                        </a:rPr>
                        <a:t>Array Length</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.length to get the number of elements.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err="1">
                          <a:effectLst/>
                        </a:rPr>
                        <a:t>fruits.length</a:t>
                      </a:r>
                      <a:r>
                        <a:rPr lang="en-GB">
                          <a:effectLst/>
                        </a:rPr>
                        <a:t> // 3</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582089252"/>
                  </a:ext>
                </a:extLst>
              </a:tr>
            </a:tbl>
          </a:graphicData>
        </a:graphic>
      </p:graphicFrame>
    </p:spTree>
    <p:extLst>
      <p:ext uri="{BB962C8B-B14F-4D97-AF65-F5344CB8AC3E}">
        <p14:creationId xmlns:p14="http://schemas.microsoft.com/office/powerpoint/2010/main" val="3279807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 xmlns:a16="http://schemas.microsoft.com/office/drawing/2014/main" id="{1EE07745-0E48-FF20-6063-920D164AA634}"/>
            </a:ext>
          </a:extLst>
        </p:cNvPr>
        <p:cNvGrpSpPr/>
        <p:nvPr/>
      </p:nvGrpSpPr>
      <p:grpSpPr>
        <a:xfrm>
          <a:off x="0" y="0"/>
          <a:ext cx="0" cy="0"/>
          <a:chOff x="0" y="0"/>
          <a:chExt cx="0" cy="0"/>
        </a:xfrm>
      </p:grpSpPr>
      <p:sp>
        <p:nvSpPr>
          <p:cNvPr id="296" name="Google Shape;296;g23d6530f4b9_0_96">
            <a:extLst>
              <a:ext uri="{FF2B5EF4-FFF2-40B4-BE49-F238E27FC236}">
                <a16:creationId xmlns="" xmlns:a16="http://schemas.microsoft.com/office/drawing/2014/main" id="{5B086543-000C-D5F2-2E23-0014A8E517EB}"/>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Array</a:t>
            </a:r>
            <a:endParaRPr sz="2400" b="1" i="0" u="none" strike="noStrike" cap="none">
              <a:solidFill>
                <a:srgbClr val="323F4F"/>
              </a:solidFill>
              <a:latin typeface="Proxima Nova"/>
              <a:ea typeface="Proxima Nova"/>
              <a:cs typeface="Proxima Nova"/>
              <a:sym typeface="Proxima Nova"/>
            </a:endParaRPr>
          </a:p>
        </p:txBody>
      </p:sp>
      <p:graphicFrame>
        <p:nvGraphicFramePr>
          <p:cNvPr id="7" name="Table 6">
            <a:extLst>
              <a:ext uri="{FF2B5EF4-FFF2-40B4-BE49-F238E27FC236}">
                <a16:creationId xmlns="" xmlns:a16="http://schemas.microsoft.com/office/drawing/2014/main" id="{B1AD0364-C6D0-68FC-2166-687E3A9194B5}"/>
              </a:ext>
            </a:extLst>
          </p:cNvPr>
          <p:cNvGraphicFramePr>
            <a:graphicFrameLocks noGrp="1"/>
          </p:cNvGraphicFramePr>
          <p:nvPr>
            <p:extLst>
              <p:ext uri="{D42A27DB-BD31-4B8C-83A1-F6EECF244321}">
                <p14:modId xmlns:p14="http://schemas.microsoft.com/office/powerpoint/2010/main" val="3879315034"/>
              </p:ext>
            </p:extLst>
          </p:nvPr>
        </p:nvGraphicFramePr>
        <p:xfrm>
          <a:off x="338388" y="1210677"/>
          <a:ext cx="8088004" cy="2695764"/>
        </p:xfrm>
        <a:graphic>
          <a:graphicData uri="http://schemas.openxmlformats.org/drawingml/2006/table">
            <a:tbl>
              <a:tblPr bandRow="1">
                <a:tableStyleId>{51958573-18DD-4F4F-87A5-23D0A4D2D5AC}</a:tableStyleId>
              </a:tblPr>
              <a:tblGrid>
                <a:gridCol w="1905849">
                  <a:extLst>
                    <a:ext uri="{9D8B030D-6E8A-4147-A177-3AD203B41FA5}">
                      <a16:colId xmlns="" xmlns:a16="http://schemas.microsoft.com/office/drawing/2014/main" val="2574988656"/>
                    </a:ext>
                  </a:extLst>
                </a:gridCol>
                <a:gridCol w="3214687">
                  <a:extLst>
                    <a:ext uri="{9D8B030D-6E8A-4147-A177-3AD203B41FA5}">
                      <a16:colId xmlns="" xmlns:a16="http://schemas.microsoft.com/office/drawing/2014/main" val="4087530288"/>
                    </a:ext>
                  </a:extLst>
                </a:gridCol>
                <a:gridCol w="2967468">
                  <a:extLst>
                    <a:ext uri="{9D8B030D-6E8A-4147-A177-3AD203B41FA5}">
                      <a16:colId xmlns="" xmlns:a16="http://schemas.microsoft.com/office/drawing/2014/main" val="2071399908"/>
                    </a:ext>
                  </a:extLst>
                </a:gridCol>
              </a:tblGrid>
              <a:tr h="574043">
                <a:tc>
                  <a:txBody>
                    <a:bodyPr/>
                    <a:lstStyle/>
                    <a:p>
                      <a:pPr rtl="0" fontAlgn="base">
                        <a:lnSpc>
                          <a:spcPts val="2100"/>
                        </a:lnSpc>
                        <a:buNone/>
                      </a:pPr>
                      <a:r>
                        <a:rPr lang="en-GB" sz="1400" b="1">
                          <a:effectLst/>
                          <a:latin typeface="Arial"/>
                        </a:rPr>
                        <a:t>Loop Through</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Use for, </a:t>
                      </a:r>
                      <a:r>
                        <a:rPr lang="en-GB" sz="1400" err="1">
                          <a:effectLst/>
                          <a:latin typeface="Arial"/>
                        </a:rPr>
                        <a:t>forEach</a:t>
                      </a:r>
                      <a:r>
                        <a:rPr lang="en-GB" sz="1400">
                          <a:effectLst/>
                          <a:latin typeface="Arial"/>
                        </a:rPr>
                        <a:t>, or for...of to iterate.</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fruits.forEach</a:t>
                      </a:r>
                      <a:r>
                        <a:rPr lang="en-GB" sz="1400">
                          <a:effectLst/>
                          <a:latin typeface="Arial"/>
                        </a:rPr>
                        <a:t>(f =&gt; console.log(f));</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337804668"/>
                  </a:ext>
                </a:extLst>
              </a:tr>
              <a:tr h="574043">
                <a:tc>
                  <a:txBody>
                    <a:bodyPr/>
                    <a:lstStyle/>
                    <a:p>
                      <a:pPr rtl="0" fontAlgn="base">
                        <a:lnSpc>
                          <a:spcPts val="2100"/>
                        </a:lnSpc>
                        <a:buNone/>
                      </a:pPr>
                      <a:r>
                        <a:rPr lang="en-GB" sz="1400" b="1">
                          <a:effectLst/>
                          <a:latin typeface="Arial"/>
                        </a:rPr>
                        <a:t>Add Elements</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Use .push() to add at the end, .unshift() to add at the beginning.</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fruits.push</a:t>
                      </a:r>
                      <a:r>
                        <a:rPr lang="en-GB" sz="1400">
                          <a:effectLst/>
                          <a:latin typeface="Arial"/>
                        </a:rPr>
                        <a:t>("orange");</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575000469"/>
                  </a:ext>
                </a:extLst>
              </a:tr>
              <a:tr h="574043">
                <a:tc>
                  <a:txBody>
                    <a:bodyPr/>
                    <a:lstStyle/>
                    <a:p>
                      <a:pPr rtl="0" fontAlgn="base">
                        <a:lnSpc>
                          <a:spcPts val="2100"/>
                        </a:lnSpc>
                        <a:buNone/>
                      </a:pPr>
                      <a:r>
                        <a:rPr lang="en-GB" sz="1400" b="1">
                          <a:effectLst/>
                          <a:latin typeface="Arial"/>
                        </a:rPr>
                        <a:t>Remove Elements</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Use .pop() to remove from end, .shift() to remove from beginning.</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fruits.pop</a:t>
                      </a:r>
                      <a:r>
                        <a:rPr lang="en-GB" sz="1400">
                          <a:effectLst/>
                          <a:latin typeface="Arial"/>
                        </a:rPr>
                        <a:t>();</a:t>
                      </a:r>
                      <a:endParaRPr lang="en-GB">
                        <a:effectLst/>
                        <a:latin typeface="Arial"/>
                      </a:endParaRPr>
                    </a:p>
                  </a:txBody>
                  <a:tcPr marL="142237" marR="94821" marT="94821" marB="82972">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153503377"/>
                  </a:ext>
                </a:extLst>
              </a:tr>
              <a:tr h="558737">
                <a:tc>
                  <a:txBody>
                    <a:bodyPr/>
                    <a:lstStyle/>
                    <a:p>
                      <a:pPr rtl="0" fontAlgn="base">
                        <a:lnSpc>
                          <a:spcPts val="2100"/>
                        </a:lnSpc>
                        <a:buNone/>
                      </a:pPr>
                      <a:r>
                        <a:rPr lang="en-GB" sz="1400" b="1">
                          <a:effectLst/>
                          <a:latin typeface="Arial"/>
                        </a:rPr>
                        <a:t>Check Type</a:t>
                      </a:r>
                      <a:endParaRPr lang="en-GB">
                        <a:effectLst/>
                        <a:latin typeface="Arial"/>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a:effectLst/>
                          <a:latin typeface="Arial"/>
                        </a:rPr>
                        <a:t>Use </a:t>
                      </a:r>
                      <a:r>
                        <a:rPr lang="en-GB" sz="1400" err="1">
                          <a:effectLst/>
                          <a:latin typeface="Arial"/>
                        </a:rPr>
                        <a:t>Array.isArray</a:t>
                      </a:r>
                      <a:r>
                        <a:rPr lang="en-GB" sz="1400">
                          <a:effectLst/>
                          <a:latin typeface="Arial"/>
                        </a:rPr>
                        <a:t>() to check if a variable is an array.</a:t>
                      </a:r>
                      <a:endParaRPr lang="en-GB">
                        <a:effectLst/>
                        <a:latin typeface="Arial"/>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tc>
                  <a:txBody>
                    <a:bodyPr/>
                    <a:lstStyle/>
                    <a:p>
                      <a:pPr rtl="0" fontAlgn="base">
                        <a:lnSpc>
                          <a:spcPts val="2100"/>
                        </a:lnSpc>
                        <a:buNone/>
                      </a:pPr>
                      <a:r>
                        <a:rPr lang="en-GB" sz="1400" err="1">
                          <a:effectLst/>
                          <a:latin typeface="Arial"/>
                        </a:rPr>
                        <a:t>Array.isArray</a:t>
                      </a:r>
                      <a:r>
                        <a:rPr lang="en-GB" sz="1400">
                          <a:effectLst/>
                          <a:latin typeface="Arial"/>
                        </a:rPr>
                        <a:t>(fruits) // true</a:t>
                      </a:r>
                      <a:endParaRPr lang="en-GB">
                        <a:effectLst/>
                        <a:latin typeface="Arial"/>
                      </a:endParaRPr>
                    </a:p>
                  </a:txBody>
                  <a:tcPr marL="142237" marR="94821" marT="94821" marB="71114">
                    <a:lnL w="11849" cap="flat" cmpd="sng" algn="ctr">
                      <a:solidFill>
                        <a:srgbClr val="E6E6E6"/>
                      </a:solidFill>
                      <a:prstDash val="solid"/>
                      <a:round/>
                      <a:headEnd type="none" w="med" len="med"/>
                      <a:tailEnd type="none" w="med" len="med"/>
                    </a:lnL>
                    <a:lnR w="11849" cap="flat" cmpd="sng" algn="ctr">
                      <a:solidFill>
                        <a:srgbClr val="E6E6E6"/>
                      </a:solidFill>
                      <a:prstDash val="solid"/>
                      <a:round/>
                      <a:headEnd type="none" w="med" len="med"/>
                      <a:tailEnd type="none" w="med" len="med"/>
                    </a:lnR>
                    <a:lnT w="11849" cap="flat" cmpd="sng" algn="ctr">
                      <a:solidFill>
                        <a:srgbClr val="E6E6E6"/>
                      </a:solidFill>
                      <a:prstDash val="solid"/>
                      <a:round/>
                      <a:headEnd type="none" w="med" len="med"/>
                      <a:tailEnd type="none" w="med" len="med"/>
                    </a:lnT>
                    <a:lnB w="11849"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460389056"/>
                  </a:ext>
                </a:extLst>
              </a:tr>
            </a:tbl>
          </a:graphicData>
        </a:graphic>
      </p:graphicFrame>
    </p:spTree>
    <p:extLst>
      <p:ext uri="{BB962C8B-B14F-4D97-AF65-F5344CB8AC3E}">
        <p14:creationId xmlns:p14="http://schemas.microsoft.com/office/powerpoint/2010/main" val="476002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23d6530f4b9_0_105"/>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The JavaScript string is an object that represents a sequence of characters.</a:t>
            </a:r>
            <a:endParaRPr lang="en-US" sz="1600">
              <a:solidFill>
                <a:srgbClr val="333333"/>
              </a:solidFill>
              <a:highlight>
                <a:srgbClr val="FFFFFF"/>
              </a:highlight>
              <a:latin typeface="Proxima Nova Semibold"/>
              <a:ea typeface="Proxima Nova Semibold"/>
              <a:cs typeface="Proxima Nova Semibold"/>
            </a:endParaRPr>
          </a:p>
        </p:txBody>
      </p:sp>
      <p:sp>
        <p:nvSpPr>
          <p:cNvPr id="304" name="Google Shape;304;g23d6530f4b9_0_105"/>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String</a:t>
            </a:r>
            <a:endParaRPr sz="2400" b="1" i="0" u="none" strike="noStrike" cap="none">
              <a:solidFill>
                <a:srgbClr val="323F4F"/>
              </a:solidFill>
              <a:latin typeface="Proxima Nova"/>
              <a:ea typeface="Proxima Nova"/>
              <a:cs typeface="Proxima Nova"/>
              <a:sym typeface="Proxima Nova"/>
            </a:endParaRPr>
          </a:p>
        </p:txBody>
      </p:sp>
      <p:pic>
        <p:nvPicPr>
          <p:cNvPr id="305" name="Google Shape;305;g23d6530f4b9_0_105"/>
          <p:cNvPicPr preferRelativeResize="0"/>
          <p:nvPr/>
        </p:nvPicPr>
        <p:blipFill rotWithShape="1">
          <a:blip r:embed="rId3">
            <a:alphaModFix/>
          </a:blip>
          <a:srcRect/>
          <a:stretch/>
        </p:blipFill>
        <p:spPr>
          <a:xfrm>
            <a:off x="966305" y="1485645"/>
            <a:ext cx="3476625" cy="2019300"/>
          </a:xfrm>
          <a:prstGeom prst="rect">
            <a:avLst/>
          </a:prstGeom>
          <a:noFill/>
          <a:ln>
            <a:noFill/>
          </a:ln>
        </p:spPr>
      </p:pic>
      <p:pic>
        <p:nvPicPr>
          <p:cNvPr id="306" name="Google Shape;306;g23d6530f4b9_0_105"/>
          <p:cNvPicPr preferRelativeResize="0"/>
          <p:nvPr/>
        </p:nvPicPr>
        <p:blipFill rotWithShape="1">
          <a:blip r:embed="rId4">
            <a:alphaModFix/>
          </a:blip>
          <a:srcRect/>
          <a:stretch/>
        </p:blipFill>
        <p:spPr>
          <a:xfrm>
            <a:off x="4572000" y="1549575"/>
            <a:ext cx="3552825" cy="1876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 calcmode="lin" valueType="num">
                                      <p:cBhvr additive="base">
                                        <p:cTn id="7" dur="500" fill="hold"/>
                                        <p:tgtEl>
                                          <p:spTgt spid="305"/>
                                        </p:tgtEl>
                                        <p:attrNameLst>
                                          <p:attrName>ppt_x</p:attrName>
                                        </p:attrNameLst>
                                      </p:cBhvr>
                                      <p:tavLst>
                                        <p:tav tm="0">
                                          <p:val>
                                            <p:strVal val="#ppt_x"/>
                                          </p:val>
                                        </p:tav>
                                        <p:tav tm="100000">
                                          <p:val>
                                            <p:strVal val="#ppt_x"/>
                                          </p:val>
                                        </p:tav>
                                      </p:tavLst>
                                    </p:anim>
                                    <p:anim calcmode="lin" valueType="num">
                                      <p:cBhvr additive="base">
                                        <p:cTn id="8" dur="500" fill="hold"/>
                                        <p:tgtEl>
                                          <p:spTgt spid="3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6"/>
                                        </p:tgtEl>
                                        <p:attrNameLst>
                                          <p:attrName>style.visibility</p:attrName>
                                        </p:attrNameLst>
                                      </p:cBhvr>
                                      <p:to>
                                        <p:strVal val="visible"/>
                                      </p:to>
                                    </p:set>
                                    <p:anim calcmode="lin" valueType="num">
                                      <p:cBhvr additive="base">
                                        <p:cTn id="13" dur="500" fill="hold"/>
                                        <p:tgtEl>
                                          <p:spTgt spid="306"/>
                                        </p:tgtEl>
                                        <p:attrNameLst>
                                          <p:attrName>ppt_x</p:attrName>
                                        </p:attrNameLst>
                                      </p:cBhvr>
                                      <p:tavLst>
                                        <p:tav tm="0">
                                          <p:val>
                                            <p:strVal val="#ppt_x"/>
                                          </p:val>
                                        </p:tav>
                                        <p:tav tm="100000">
                                          <p:val>
                                            <p:strVal val="#ppt_x"/>
                                          </p:val>
                                        </p:tav>
                                      </p:tavLst>
                                    </p:anim>
                                    <p:anim calcmode="lin" valueType="num">
                                      <p:cBhvr additive="base">
                                        <p:cTn id="14" dur="500" fill="hold"/>
                                        <p:tgtEl>
                                          <p:spTgt spid="3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
          <a:extLst>
            <a:ext uri="{FF2B5EF4-FFF2-40B4-BE49-F238E27FC236}">
              <a16:creationId xmlns="" xmlns:a16="http://schemas.microsoft.com/office/drawing/2014/main" id="{17515A42-359C-AEDC-EDB0-8A989E2B96DD}"/>
            </a:ext>
          </a:extLst>
        </p:cNvPr>
        <p:cNvGrpSpPr/>
        <p:nvPr/>
      </p:nvGrpSpPr>
      <p:grpSpPr>
        <a:xfrm>
          <a:off x="0" y="0"/>
          <a:ext cx="0" cy="0"/>
          <a:chOff x="0" y="0"/>
          <a:chExt cx="0" cy="0"/>
        </a:xfrm>
      </p:grpSpPr>
      <p:sp>
        <p:nvSpPr>
          <p:cNvPr id="304" name="Google Shape;304;g23d6530f4b9_0_105">
            <a:extLst>
              <a:ext uri="{FF2B5EF4-FFF2-40B4-BE49-F238E27FC236}">
                <a16:creationId xmlns="" xmlns:a16="http://schemas.microsoft.com/office/drawing/2014/main" id="{8324CEE5-57CE-A5D2-61D0-829E5AE6AC21}"/>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String</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 xmlns:a16="http://schemas.microsoft.com/office/drawing/2014/main" id="{A8EF8B6C-EFE3-A143-D396-F73C4683AAC7}"/>
              </a:ext>
            </a:extLst>
          </p:cNvPr>
          <p:cNvGraphicFramePr>
            <a:graphicFrameLocks noGrp="1"/>
          </p:cNvGraphicFramePr>
          <p:nvPr>
            <p:extLst>
              <p:ext uri="{D42A27DB-BD31-4B8C-83A1-F6EECF244321}">
                <p14:modId xmlns:p14="http://schemas.microsoft.com/office/powerpoint/2010/main" val="4237644532"/>
              </p:ext>
            </p:extLst>
          </p:nvPr>
        </p:nvGraphicFramePr>
        <p:xfrm>
          <a:off x="383721" y="987879"/>
          <a:ext cx="8225737" cy="3074431"/>
        </p:xfrm>
        <a:graphic>
          <a:graphicData uri="http://schemas.openxmlformats.org/drawingml/2006/table">
            <a:tbl>
              <a:tblPr bandRow="1">
                <a:tableStyleId>{51958573-18DD-4F4F-87A5-23D0A4D2D5AC}</a:tableStyleId>
              </a:tblPr>
              <a:tblGrid>
                <a:gridCol w="1844617">
                  <a:extLst>
                    <a:ext uri="{9D8B030D-6E8A-4147-A177-3AD203B41FA5}">
                      <a16:colId xmlns="" xmlns:a16="http://schemas.microsoft.com/office/drawing/2014/main" val="3943571757"/>
                    </a:ext>
                  </a:extLst>
                </a:gridCol>
                <a:gridCol w="3888241">
                  <a:extLst>
                    <a:ext uri="{9D8B030D-6E8A-4147-A177-3AD203B41FA5}">
                      <a16:colId xmlns="" xmlns:a16="http://schemas.microsoft.com/office/drawing/2014/main" val="2529403029"/>
                    </a:ext>
                  </a:extLst>
                </a:gridCol>
                <a:gridCol w="2492879">
                  <a:extLst>
                    <a:ext uri="{9D8B030D-6E8A-4147-A177-3AD203B41FA5}">
                      <a16:colId xmlns="" xmlns:a16="http://schemas.microsoft.com/office/drawing/2014/main" val="740233746"/>
                    </a:ext>
                  </a:extLst>
                </a:gridCol>
              </a:tblGrid>
              <a:tr h="332680">
                <a:tc>
                  <a:txBody>
                    <a:bodyPr/>
                    <a:lstStyle/>
                    <a:p>
                      <a:pPr algn="l" fontAlgn="t"/>
                      <a:r>
                        <a:rPr lang="en-GB" b="1">
                          <a:effectLst/>
                        </a:rPr>
                        <a:t>Concept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Explanation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1355414120"/>
                  </a:ext>
                </a:extLst>
              </a:tr>
              <a:tr h="530872">
                <a:tc>
                  <a:txBody>
                    <a:bodyPr/>
                    <a:lstStyle/>
                    <a:p>
                      <a:pPr fontAlgn="t"/>
                      <a:r>
                        <a:rPr lang="en-GB" b="1">
                          <a:effectLst/>
                        </a:rPr>
                        <a:t>Create a String</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single ('), double ("), or backticks (`) for template literals.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name = "Alice";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039493151"/>
                  </a:ext>
                </a:extLst>
              </a:tr>
              <a:tr h="530872">
                <a:tc>
                  <a:txBody>
                    <a:bodyPr/>
                    <a:lstStyle/>
                    <a:p>
                      <a:pPr fontAlgn="t"/>
                      <a:r>
                        <a:rPr lang="en-GB" b="1">
                          <a:effectLst/>
                        </a:rPr>
                        <a:t>Concatenation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Combine strings using + or template literals.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 " + name or `Hello, ${name}`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731191905"/>
                  </a:ext>
                </a:extLst>
              </a:tr>
              <a:tr h="428625">
                <a:tc>
                  <a:txBody>
                    <a:bodyPr/>
                    <a:lstStyle/>
                    <a:p>
                      <a:pPr fontAlgn="t"/>
                      <a:r>
                        <a:rPr lang="en-GB" b="1">
                          <a:effectLst/>
                        </a:rPr>
                        <a:t>Length</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.length to get the number of characters.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name.length // 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069903576"/>
                  </a:ext>
                </a:extLst>
              </a:tr>
              <a:tr h="367392">
                <a:tc>
                  <a:txBody>
                    <a:bodyPr/>
                    <a:lstStyle/>
                    <a:p>
                      <a:pPr fontAlgn="t"/>
                      <a:r>
                        <a:rPr lang="en-GB" b="1">
                          <a:effectLst/>
                        </a:rPr>
                        <a:t>Access Characters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bracket notation with index (starts at 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name[0] // "A"</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456783125"/>
                  </a:ext>
                </a:extLst>
              </a:tr>
              <a:tr h="436279">
                <a:tc>
                  <a:txBody>
                    <a:bodyPr/>
                    <a:lstStyle/>
                    <a:p>
                      <a:pPr fontAlgn="t"/>
                      <a:r>
                        <a:rPr lang="en-GB" b="1">
                          <a:effectLst/>
                        </a:rPr>
                        <a:t>Escape Characters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 to escape quotes or special characters.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 said, \"Hi!\""</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613956515"/>
                  </a:ext>
                </a:extLst>
              </a:tr>
              <a:tr h="318523">
                <a:tc>
                  <a:txBody>
                    <a:bodyPr/>
                    <a:lstStyle/>
                    <a:p>
                      <a:pPr fontAlgn="t"/>
                      <a:r>
                        <a:rPr lang="en-GB" b="1">
                          <a:effectLst/>
                        </a:rPr>
                        <a:t>Multiline Strings</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backticks (template literals).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`Line 1\nLine 2`</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402438286"/>
                  </a:ext>
                </a:extLst>
              </a:tr>
            </a:tbl>
          </a:graphicData>
        </a:graphic>
      </p:graphicFrame>
    </p:spTree>
    <p:extLst>
      <p:ext uri="{BB962C8B-B14F-4D97-AF65-F5344CB8AC3E}">
        <p14:creationId xmlns:p14="http://schemas.microsoft.com/office/powerpoint/2010/main" val="2616356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a:extLst>
            <a:ext uri="{FF2B5EF4-FFF2-40B4-BE49-F238E27FC236}">
              <a16:creationId xmlns="" xmlns:a16="http://schemas.microsoft.com/office/drawing/2014/main" id="{F678C6CA-CFC0-0428-7D31-D49FBD63E8A9}"/>
            </a:ext>
          </a:extLst>
        </p:cNvPr>
        <p:cNvGrpSpPr/>
        <p:nvPr/>
      </p:nvGrpSpPr>
      <p:grpSpPr>
        <a:xfrm>
          <a:off x="0" y="0"/>
          <a:ext cx="0" cy="0"/>
          <a:chOff x="0" y="0"/>
          <a:chExt cx="0" cy="0"/>
        </a:xfrm>
      </p:grpSpPr>
      <p:sp>
        <p:nvSpPr>
          <p:cNvPr id="304" name="Google Shape;304;g23d6530f4b9_0_105">
            <a:extLst>
              <a:ext uri="{FF2B5EF4-FFF2-40B4-BE49-F238E27FC236}">
                <a16:creationId xmlns="" xmlns:a16="http://schemas.microsoft.com/office/drawing/2014/main" id="{7D49F0C1-52F7-2317-310C-F11B4D5C4FEB}"/>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String</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 xmlns:a16="http://schemas.microsoft.com/office/drawing/2014/main" id="{E145B686-DE11-47E3-A36A-59F889F2C57D}"/>
              </a:ext>
            </a:extLst>
          </p:cNvPr>
          <p:cNvGraphicFramePr>
            <a:graphicFrameLocks noGrp="1"/>
          </p:cNvGraphicFramePr>
          <p:nvPr>
            <p:extLst>
              <p:ext uri="{D42A27DB-BD31-4B8C-83A1-F6EECF244321}">
                <p14:modId xmlns:p14="http://schemas.microsoft.com/office/powerpoint/2010/main" val="1834090872"/>
              </p:ext>
            </p:extLst>
          </p:nvPr>
        </p:nvGraphicFramePr>
        <p:xfrm>
          <a:off x="473528" y="1159328"/>
          <a:ext cx="8202798" cy="3238363"/>
        </p:xfrm>
        <a:graphic>
          <a:graphicData uri="http://schemas.openxmlformats.org/drawingml/2006/table">
            <a:tbl>
              <a:tblPr bandRow="1">
                <a:tableStyleId>{51958573-18DD-4F4F-87A5-23D0A4D2D5AC}</a:tableStyleId>
              </a:tblPr>
              <a:tblGrid>
                <a:gridCol w="1633758">
                  <a:extLst>
                    <a:ext uri="{9D8B030D-6E8A-4147-A177-3AD203B41FA5}">
                      <a16:colId xmlns="" xmlns:a16="http://schemas.microsoft.com/office/drawing/2014/main" val="1884358370"/>
                    </a:ext>
                  </a:extLst>
                </a:gridCol>
                <a:gridCol w="3216688">
                  <a:extLst>
                    <a:ext uri="{9D8B030D-6E8A-4147-A177-3AD203B41FA5}">
                      <a16:colId xmlns="" xmlns:a16="http://schemas.microsoft.com/office/drawing/2014/main" val="230829113"/>
                    </a:ext>
                  </a:extLst>
                </a:gridCol>
                <a:gridCol w="3352352">
                  <a:extLst>
                    <a:ext uri="{9D8B030D-6E8A-4147-A177-3AD203B41FA5}">
                      <a16:colId xmlns="" xmlns:a16="http://schemas.microsoft.com/office/drawing/2014/main" val="2763337732"/>
                    </a:ext>
                  </a:extLst>
                </a:gridCol>
              </a:tblGrid>
              <a:tr h="344434">
                <a:tc>
                  <a:txBody>
                    <a:bodyPr/>
                    <a:lstStyle/>
                    <a:p>
                      <a:pPr algn="l" fontAlgn="t"/>
                      <a:r>
                        <a:rPr lang="en-GB" b="1">
                          <a:effectLst/>
                        </a:rPr>
                        <a:t>Method</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 xmlns:a16="http://schemas.microsoft.com/office/drawing/2014/main" val="399566601"/>
                  </a:ext>
                </a:extLst>
              </a:tr>
              <a:tr h="344434">
                <a:tc>
                  <a:txBody>
                    <a:bodyPr/>
                    <a:lstStyle/>
                    <a:p>
                      <a:pPr fontAlgn="t"/>
                      <a:r>
                        <a:rPr lang="en-GB">
                          <a:effectLst/>
                        </a:rPr>
                        <a:t>toUpperCase()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Converts to uppercase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"hello".toUpperCase() → "HELLO"</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060704643"/>
                  </a:ext>
                </a:extLst>
              </a:tr>
              <a:tr h="344434">
                <a:tc>
                  <a:txBody>
                    <a:bodyPr/>
                    <a:lstStyle/>
                    <a:p>
                      <a:pPr fontAlgn="t"/>
                      <a:r>
                        <a:rPr lang="en-GB">
                          <a:effectLst/>
                        </a:rPr>
                        <a:t>toLowerCase()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Converts to lowercase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"HELLO".toLowerCase() → "hello"</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588336833"/>
                  </a:ext>
                </a:extLst>
              </a:tr>
              <a:tr h="344434">
                <a:tc>
                  <a:txBody>
                    <a:bodyPr/>
                    <a:lstStyle/>
                    <a:p>
                      <a:pPr fontAlgn="t"/>
                      <a:r>
                        <a:rPr lang="en-GB">
                          <a:effectLst/>
                        </a:rPr>
                        <a:t>includes()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Checks if string contains a substring</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"apple".includes("pp") → true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650813532"/>
                  </a:ext>
                </a:extLst>
              </a:tr>
              <a:tr h="344434">
                <a:tc>
                  <a:txBody>
                    <a:bodyPr/>
                    <a:lstStyle/>
                    <a:p>
                      <a:pPr fontAlgn="t"/>
                      <a:r>
                        <a:rPr lang="en-GB">
                          <a:effectLst/>
                        </a:rPr>
                        <a:t>indexOf()</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Returns index of first match</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"banana".indexOf("a") → 1</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159150557"/>
                  </a:ext>
                </a:extLst>
              </a:tr>
              <a:tr h="344434">
                <a:tc>
                  <a:txBody>
                    <a:bodyPr/>
                    <a:lstStyle/>
                    <a:p>
                      <a:pPr fontAlgn="t"/>
                      <a:r>
                        <a:rPr lang="en-GB">
                          <a:effectLst/>
                        </a:rPr>
                        <a:t>slice(start, end)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Extracts part of a string</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"hello".slice(1, 4) → "ell"</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1458485848"/>
                  </a:ext>
                </a:extLst>
              </a:tr>
              <a:tr h="344434">
                <a:tc>
                  <a:txBody>
                    <a:bodyPr/>
                    <a:lstStyle/>
                    <a:p>
                      <a:pPr fontAlgn="t"/>
                      <a:r>
                        <a:rPr lang="en-GB">
                          <a:effectLst/>
                        </a:rPr>
                        <a:t>replace()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Replaces part of a string</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"Hi Bob".replace("Bob", "Alice")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3368650787"/>
                  </a:ext>
                </a:extLst>
              </a:tr>
              <a:tr h="398008">
                <a:tc>
                  <a:txBody>
                    <a:bodyPr/>
                    <a:lstStyle/>
                    <a:p>
                      <a:pPr fontAlgn="t"/>
                      <a:r>
                        <a:rPr lang="en-GB">
                          <a:effectLst/>
                        </a:rPr>
                        <a:t>trim()</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Removes whitespace from both ends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 hello ".trim() → "hello"</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4254946229"/>
                  </a:ext>
                </a:extLst>
              </a:tr>
              <a:tr h="329777">
                <a:tc>
                  <a:txBody>
                    <a:bodyPr/>
                    <a:lstStyle/>
                    <a:p>
                      <a:pPr fontAlgn="t"/>
                      <a:r>
                        <a:rPr lang="en-GB">
                          <a:effectLst/>
                        </a:rPr>
                        <a:t>split()</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Splits string into an array</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"a,b,c".split(",") → ["a", "b", "c"] </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 xmlns:a16="http://schemas.microsoft.com/office/drawing/2014/main" val="2844379708"/>
                  </a:ext>
                </a:extLst>
              </a:tr>
            </a:tbl>
          </a:graphicData>
        </a:graphic>
      </p:graphicFrame>
    </p:spTree>
    <p:extLst>
      <p:ext uri="{BB962C8B-B14F-4D97-AF65-F5344CB8AC3E}">
        <p14:creationId xmlns:p14="http://schemas.microsoft.com/office/powerpoint/2010/main" val="2264971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5975597" y="1075321"/>
            <a:ext cx="1768724" cy="1768724"/>
          </a:xfrm>
          <a:prstGeom prst="rect">
            <a:avLst/>
          </a:prstGeom>
          <a:noFill/>
          <a:ln>
            <a:noFill/>
          </a:ln>
        </p:spPr>
      </p:pic>
      <p:sp>
        <p:nvSpPr>
          <p:cNvPr id="492" name="Google Shape;492;p10"/>
          <p:cNvSpPr txBox="1"/>
          <p:nvPr/>
        </p:nvSpPr>
        <p:spPr>
          <a:xfrm>
            <a:off x="542200" y="1172300"/>
            <a:ext cx="4777200" cy="11697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is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How to use Javascript to validate user data?</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are the types of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roxima Nova Semibold"/>
              <a:ea typeface="Proxima Nova Semibold"/>
              <a:cs typeface="Proxima Nova Semibold"/>
              <a:sym typeface="Proxima Nova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16"/>
          <p:cNvSpPr txBox="1">
            <a:spLocks noGrp="1"/>
          </p:cNvSpPr>
          <p:nvPr>
            <p:ph type="title"/>
          </p:nvPr>
        </p:nvSpPr>
        <p:spPr>
          <a:xfrm>
            <a:off x="568925" y="1070150"/>
            <a:ext cx="7432200" cy="255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https://www.w3schools.com/js/</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https://www.javascripttutorial.net/</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r>
              <a:rPr lang="en" sz="1600">
                <a:latin typeface="Proxima Nova Semibold"/>
                <a:ea typeface="Proxima Nova Semibold"/>
                <a:cs typeface="Proxima Nova Semibold"/>
                <a:sym typeface="Proxima Nova Semibold"/>
              </a:rPr>
              <a:t>https://www.tutorialspoint.com/javascript/index.htm</a:t>
            </a:r>
            <a:endParaRPr sz="1600">
              <a:latin typeface="Proxima Nova Semibold"/>
              <a:ea typeface="Proxima Nova Semibold"/>
              <a:cs typeface="Proxima Nova Semibold"/>
              <a:sym typeface="Proxima Nova Semibold"/>
            </a:endParaRPr>
          </a:p>
          <a:p>
            <a:pPr marL="0" lvl="0" indent="0" algn="l" rtl="0">
              <a:lnSpc>
                <a:spcPct val="90000"/>
              </a:lnSpc>
              <a:spcBef>
                <a:spcPts val="1000"/>
              </a:spcBef>
              <a:spcAft>
                <a:spcPts val="0"/>
              </a:spcAft>
              <a:buSzPts val="4000"/>
              <a:buNone/>
            </a:pPr>
            <a:endParaRPr sz="1600">
              <a:latin typeface="Proxima Nova Semibold"/>
              <a:ea typeface="Proxima Nova Semibold"/>
              <a:cs typeface="Proxima Nova Semibold"/>
              <a:sym typeface="Proxima Nova Semibold"/>
            </a:endParaRPr>
          </a:p>
        </p:txBody>
      </p:sp>
      <p:sp>
        <p:nvSpPr>
          <p:cNvPr id="504" name="Google Shape;504;p16"/>
          <p:cNvSpPr txBox="1"/>
          <p:nvPr/>
        </p:nvSpPr>
        <p:spPr>
          <a:xfrm>
            <a:off x="317625" y="223600"/>
            <a:ext cx="40425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n" sz="2400" b="1" i="0" u="none" strike="noStrike" cap="none">
                <a:solidFill>
                  <a:srgbClr val="323F4F"/>
                </a:solidFill>
                <a:latin typeface="Proxima Nova"/>
                <a:ea typeface="Proxima Nova"/>
                <a:cs typeface="Proxima Nova"/>
                <a:sym typeface="Proxima Nova"/>
              </a:rPr>
              <a:t>Reference Materials</a:t>
            </a:r>
            <a:endParaRPr sz="2400" b="1" i="0" u="none" strike="noStrike" cap="none">
              <a:solidFill>
                <a:srgbClr val="323F4F"/>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17"/>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p>
            <a:r>
              <a:rPr lang="en" sz="1600"/>
              <a:t>Benhar Charles Velankanni</a:t>
            </a:r>
            <a:endParaRPr sz="1600"/>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A4D05-2C6B-4E3D-ACBF-D0F4E11F0DD3}">
  <ds:schemaRefs>
    <ds:schemaRef ds:uri="70328ee1-d215-47f2-9f94-e66745c0848f"/>
    <ds:schemaRef ds:uri="http://purl.org/dc/elements/1.1/"/>
    <ds:schemaRef ds:uri="http://schemas.microsoft.com/office/2006/metadata/properties"/>
    <ds:schemaRef ds:uri="http://schemas.openxmlformats.org/package/2006/metadata/core-properties"/>
    <ds:schemaRef ds:uri="9f6ad64a-8b6b-48eb-ae60-12a54eda0ca9"/>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5DA012-BBE1-41E3-B821-9BF2DDCA65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1067</TotalTime>
  <Words>1104</Words>
  <Application>Microsoft Office PowerPoint</Application>
  <PresentationFormat>On-screen Show (16:9)</PresentationFormat>
  <Paragraphs>206</Paragraphs>
  <Slides>24</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Proxima Nova</vt:lpstr>
      <vt:lpstr>Arial</vt:lpstr>
      <vt:lpstr>Calibri</vt:lpstr>
      <vt:lpstr>Proxima Nova Semibold</vt:lpstr>
      <vt:lpstr>Relevantz - Internal Slide Template</vt:lpstr>
      <vt:lpstr>Relevantz - Internal Slide Template</vt:lpstr>
      <vt:lpstr>PowerPoint Presentation</vt:lpstr>
      <vt:lpstr>About the Course Creators </vt:lpstr>
      <vt:lpstr>PowerPoint Presentation</vt:lpstr>
      <vt:lpstr>The JavaScript if-else statement is used to execute the code whether condition is true or false. There are three forms of if statement in JavaScript. If Statement If else statement if else if statement  </vt:lpstr>
      <vt:lpstr>PowerPoint Presentation</vt:lpstr>
      <vt:lpstr>The JavaScript switch statement is used to execute one code from multiple expressions.   It is just like else if statement that we have learned in previous page.   But it is convenient than if..else..if because it can be used with numbers, characters etc.</vt:lpstr>
      <vt:lpstr>PowerPoint Presentation</vt:lpstr>
      <vt:lpstr>JavaScript functions are used to perform operations. We can call JavaScript function many times to reuse the code. There are mainly two advantages of JavaScript functions. Code reusability: We can call a function several times so it save coding. Less coding: It makes our program compact. We don’t need to write many lines of code each time to perform a common task. </vt:lpstr>
      <vt:lpstr>PowerPoint Presentation</vt:lpstr>
      <vt:lpstr> </vt:lpstr>
      <vt:lpstr>PowerPoint Presentation</vt:lpstr>
      <vt:lpstr>A javaScript object is an entity having state and behavior (properties and method). For example: car, pen, bike, chair, glass, keyboard, monitor etc. JavaScript is an object-based language. Everything is an object in JavaScript. JavaScript is template based not class based. Here, we don't create class to get the object. But, we directly create objects.  </vt:lpstr>
      <vt:lpstr>PowerPoint Presentation</vt:lpstr>
      <vt:lpstr> </vt:lpstr>
      <vt:lpstr>JavaScript array is an object that represents a collection of similar type of elements. </vt:lpstr>
      <vt:lpstr>PowerPoint Presentation</vt:lpstr>
      <vt:lpstr>PowerPoint Presentation</vt:lpstr>
      <vt:lpstr>The JavaScript string is an object that represents a sequence of characters.</vt:lpstr>
      <vt:lpstr>PowerPoint Presentation</vt:lpstr>
      <vt:lpstr>PowerPoint Presentation</vt:lpstr>
      <vt:lpstr>PowerPoint Presentation</vt:lpstr>
      <vt:lpstr>PowerPoint Presentation</vt:lpstr>
      <vt:lpstr>https://www.w3schools.com/js/ https://www.javascripttutorial.net/ https://www.tutorialspoint.com/javascript/index.htm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Microsoft account</cp:lastModifiedBy>
  <cp:revision>10</cp:revision>
  <dcterms:modified xsi:type="dcterms:W3CDTF">2026-03-08T19:45:13Z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